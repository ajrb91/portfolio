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4"/>
    <p:sldMasterId id="2147484300" r:id="rId5"/>
  </p:sldMasterIdLst>
  <p:notesMasterIdLst>
    <p:notesMasterId r:id="rId8"/>
  </p:notesMasterIdLst>
  <p:sldIdLst>
    <p:sldId id="258" r:id="rId6"/>
    <p:sldId id="259" r:id="rId7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4" orient="horz" pos="3884" userDrawn="1">
          <p15:clr>
            <a:srgbClr val="A4A3A4"/>
          </p15:clr>
        </p15:guide>
        <p15:guide id="5" pos="7355" userDrawn="1">
          <p15:clr>
            <a:srgbClr val="A4A3A4"/>
          </p15:clr>
        </p15:guide>
        <p15:guide id="6" orient="horz" pos="459" userDrawn="1">
          <p15:clr>
            <a:srgbClr val="A4A3A4"/>
          </p15:clr>
        </p15:guide>
        <p15:guide id="7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elin Carolina Parrilla" initials="ECP" lastIdx="2" clrIdx="0">
    <p:extLst>
      <p:ext uri="{19B8F6BF-5375-455C-9EA6-DF929625EA0E}">
        <p15:presenceInfo xmlns:p15="http://schemas.microsoft.com/office/powerpoint/2012/main" userId="S::eparrilla@practia.global::96a4d16d-3069-4c27-8167-f3201db5548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13131"/>
    <a:srgbClr val="A7053F"/>
    <a:srgbClr val="A60661"/>
    <a:srgbClr val="DD1008"/>
    <a:srgbClr val="C000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42DB96-E549-4365-9240-22235B28942A}" v="2" dt="2021-05-05T15:03:38.0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62" autoAdjust="0"/>
    <p:restoredTop sz="96357" autoAdjust="0"/>
  </p:normalViewPr>
  <p:slideViewPr>
    <p:cSldViewPr snapToGrid="0">
      <p:cViewPr varScale="1">
        <p:scale>
          <a:sx n="107" d="100"/>
          <a:sy n="107" d="100"/>
        </p:scale>
        <p:origin x="348" y="102"/>
      </p:cViewPr>
      <p:guideLst>
        <p:guide orient="horz" pos="2160"/>
        <p:guide pos="325"/>
        <p:guide orient="horz" pos="3884"/>
        <p:guide pos="7355"/>
        <p:guide orient="horz" pos="45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lcar Jose Rodriguez Barrios" userId="efa7753a-59bf-44f0-ad53-c3388f48cff0" providerId="ADAL" clId="{07177CEE-EA90-493B-BA06-E85F95493782}"/>
    <pc:docChg chg="undo custSel addSld delSld modSld delMainMaster">
      <pc:chgData name="Amilcar Jose Rodriguez Barrios" userId="efa7753a-59bf-44f0-ad53-c3388f48cff0" providerId="ADAL" clId="{07177CEE-EA90-493B-BA06-E85F95493782}" dt="2021-01-27T14:58:45.982" v="5374" actId="20577"/>
      <pc:docMkLst>
        <pc:docMk/>
      </pc:docMkLst>
      <pc:sldChg chg="modSp mod">
        <pc:chgData name="Amilcar Jose Rodriguez Barrios" userId="efa7753a-59bf-44f0-ad53-c3388f48cff0" providerId="ADAL" clId="{07177CEE-EA90-493B-BA06-E85F95493782}" dt="2021-01-26T20:47:51.568" v="58" actId="20577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07177CEE-EA90-493B-BA06-E85F95493782}" dt="2021-01-26T20:47:39.205" v="30" actId="113"/>
          <ac:spMkLst>
            <pc:docMk/>
            <pc:sldMk cId="571400001" sldId="258"/>
            <ac:spMk id="8" creationId="{EC75E5CE-9752-4EE9-B3A0-9625BA717C5E}"/>
          </ac:spMkLst>
        </pc:spChg>
        <pc:spChg chg="mod">
          <ac:chgData name="Amilcar Jose Rodriguez Barrios" userId="efa7753a-59bf-44f0-ad53-c3388f48cff0" providerId="ADAL" clId="{07177CEE-EA90-493B-BA06-E85F95493782}" dt="2021-01-26T20:47:51.568" v="58" actId="20577"/>
          <ac:spMkLst>
            <pc:docMk/>
            <pc:sldMk cId="571400001" sldId="258"/>
            <ac:spMk id="13" creationId="{469B9B0C-6722-4013-ADF1-E18757240CE7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20:02.092" v="4874" actId="20577"/>
        <pc:sldMkLst>
          <pc:docMk/>
          <pc:sldMk cId="1284327744" sldId="395"/>
        </pc:sldMkLst>
        <pc:spChg chg="mod">
          <ac:chgData name="Amilcar Jose Rodriguez Barrios" userId="efa7753a-59bf-44f0-ad53-c3388f48cff0" providerId="ADAL" clId="{07177CEE-EA90-493B-BA06-E85F95493782}" dt="2021-01-27T14:20:02.092" v="4874" actId="20577"/>
          <ac:spMkLst>
            <pc:docMk/>
            <pc:sldMk cId="1284327744" sldId="395"/>
            <ac:spMk id="17" creationId="{53A47E7F-38EA-4121-AAC6-1A890D02751B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3:51:24.285" v="3047" actId="1076"/>
        <pc:sldMkLst>
          <pc:docMk/>
          <pc:sldMk cId="101777850" sldId="561"/>
        </pc:sldMkLst>
        <pc:spChg chg="mod">
          <ac:chgData name="Amilcar Jose Rodriguez Barrios" userId="efa7753a-59bf-44f0-ad53-c3388f48cff0" providerId="ADAL" clId="{07177CEE-EA90-493B-BA06-E85F95493782}" dt="2021-01-27T13:51:15.313" v="3045" actId="1076"/>
          <ac:spMkLst>
            <pc:docMk/>
            <pc:sldMk cId="101777850" sldId="561"/>
            <ac:spMk id="9" creationId="{C29B8A9C-B48D-43AC-82AB-E40DDF8AA98E}"/>
          </ac:spMkLst>
        </pc:spChg>
        <pc:spChg chg="mod">
          <ac:chgData name="Amilcar Jose Rodriguez Barrios" userId="efa7753a-59bf-44f0-ad53-c3388f48cff0" providerId="ADAL" clId="{07177CEE-EA90-493B-BA06-E85F95493782}" dt="2021-01-27T13:51:24.285" v="3047" actId="1076"/>
          <ac:spMkLst>
            <pc:docMk/>
            <pc:sldMk cId="101777850" sldId="561"/>
            <ac:spMk id="10" creationId="{5139C78D-E881-4B0E-985A-740454B635BD}"/>
          </ac:spMkLst>
        </pc:spChg>
        <pc:spChg chg="mod">
          <ac:chgData name="Amilcar Jose Rodriguez Barrios" userId="efa7753a-59bf-44f0-ad53-c3388f48cff0" providerId="ADAL" clId="{07177CEE-EA90-493B-BA06-E85F95493782}" dt="2021-01-27T13:51:19.014" v="3046" actId="1076"/>
          <ac:spMkLst>
            <pc:docMk/>
            <pc:sldMk cId="101777850" sldId="561"/>
            <ac:spMk id="11" creationId="{269FCF32-D123-4172-A583-94E4332DF34F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3:50:30.196" v="2996" actId="47"/>
        <pc:sldMkLst>
          <pc:docMk/>
          <pc:sldMk cId="1093973654" sldId="596"/>
        </pc:sldMkLst>
      </pc:sldChg>
      <pc:sldChg chg="modSp mod">
        <pc:chgData name="Amilcar Jose Rodriguez Barrios" userId="efa7753a-59bf-44f0-ad53-c3388f48cff0" providerId="ADAL" clId="{07177CEE-EA90-493B-BA06-E85F95493782}" dt="2021-01-27T14:57:08.308" v="5359" actId="20577"/>
        <pc:sldMkLst>
          <pc:docMk/>
          <pc:sldMk cId="538824936" sldId="601"/>
        </pc:sldMkLst>
        <pc:spChg chg="mod">
          <ac:chgData name="Amilcar Jose Rodriguez Barrios" userId="efa7753a-59bf-44f0-ad53-c3388f48cff0" providerId="ADAL" clId="{07177CEE-EA90-493B-BA06-E85F95493782}" dt="2021-01-27T14:57:08.308" v="5359" actId="20577"/>
          <ac:spMkLst>
            <pc:docMk/>
            <pc:sldMk cId="538824936" sldId="601"/>
            <ac:spMk id="13" creationId="{0C8BAEB0-0DAD-4BE8-A19C-297A16056ACD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58:45.982" v="5374" actId="20577"/>
        <pc:sldMkLst>
          <pc:docMk/>
          <pc:sldMk cId="3151040621" sldId="2076136545"/>
        </pc:sldMkLst>
        <pc:spChg chg="mod">
          <ac:chgData name="Amilcar Jose Rodriguez Barrios" userId="efa7753a-59bf-44f0-ad53-c3388f48cff0" providerId="ADAL" clId="{07177CEE-EA90-493B-BA06-E85F95493782}" dt="2021-01-27T14:58:45.982" v="5374" actId="20577"/>
          <ac:spMkLst>
            <pc:docMk/>
            <pc:sldMk cId="3151040621" sldId="2076136545"/>
            <ac:spMk id="10" creationId="{8B457133-7EFF-4E1D-8954-6728894260BA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56:54.831" v="5336" actId="20577"/>
        <pc:sldMkLst>
          <pc:docMk/>
          <pc:sldMk cId="1345191631" sldId="2076136702"/>
        </pc:sldMkLst>
        <pc:spChg chg="mod">
          <ac:chgData name="Amilcar Jose Rodriguez Barrios" userId="efa7753a-59bf-44f0-ad53-c3388f48cff0" providerId="ADAL" clId="{07177CEE-EA90-493B-BA06-E85F95493782}" dt="2021-01-27T13:50:49.290" v="3025" actId="1076"/>
          <ac:spMkLst>
            <pc:docMk/>
            <pc:sldMk cId="1345191631" sldId="2076136702"/>
            <ac:spMk id="10" creationId="{496997EA-8221-44AA-9216-019B2C681952}"/>
          </ac:spMkLst>
        </pc:spChg>
        <pc:spChg chg="mod">
          <ac:chgData name="Amilcar Jose Rodriguez Barrios" userId="efa7753a-59bf-44f0-ad53-c3388f48cff0" providerId="ADAL" clId="{07177CEE-EA90-493B-BA06-E85F95493782}" dt="2021-01-27T14:56:54.831" v="5336" actId="20577"/>
          <ac:spMkLst>
            <pc:docMk/>
            <pc:sldMk cId="1345191631" sldId="2076136702"/>
            <ac:spMk id="14" creationId="{E39BCE98-42E7-4C43-B6D6-8F0853D088CE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71598542" sldId="2076136788"/>
        </pc:sldMkLst>
      </pc:sldChg>
      <pc:sldChg chg="modSp mod">
        <pc:chgData name="Amilcar Jose Rodriguez Barrios" userId="efa7753a-59bf-44f0-ad53-c3388f48cff0" providerId="ADAL" clId="{07177CEE-EA90-493B-BA06-E85F95493782}" dt="2021-01-26T20:47:58.525" v="62" actId="20577"/>
        <pc:sldMkLst>
          <pc:docMk/>
          <pc:sldMk cId="2760041650" sldId="2076136803"/>
        </pc:sldMkLst>
        <pc:spChg chg="mod">
          <ac:chgData name="Amilcar Jose Rodriguez Barrios" userId="efa7753a-59bf-44f0-ad53-c3388f48cff0" providerId="ADAL" clId="{07177CEE-EA90-493B-BA06-E85F95493782}" dt="2021-01-26T20:47:58.525" v="62" actId="20577"/>
          <ac:spMkLst>
            <pc:docMk/>
            <pc:sldMk cId="2760041650" sldId="2076136803"/>
            <ac:spMk id="4" creationId="{C745D0EB-1020-4BDE-B3DE-5CF6BA5CE4BC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13:28.156" v="4376" actId="20577"/>
        <pc:sldMkLst>
          <pc:docMk/>
          <pc:sldMk cId="954588423" sldId="2076136834"/>
        </pc:sldMkLst>
        <pc:spChg chg="mod">
          <ac:chgData name="Amilcar Jose Rodriguez Barrios" userId="efa7753a-59bf-44f0-ad53-c3388f48cff0" providerId="ADAL" clId="{07177CEE-EA90-493B-BA06-E85F95493782}" dt="2021-01-27T14:13:28.156" v="4376" actId="20577"/>
          <ac:spMkLst>
            <pc:docMk/>
            <pc:sldMk cId="954588423" sldId="2076136834"/>
            <ac:spMk id="12" creationId="{CEC2F801-72BF-418D-B17C-9BC0570711B4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58:38.532" v="5372" actId="20577"/>
        <pc:sldMkLst>
          <pc:docMk/>
          <pc:sldMk cId="4005245034" sldId="2076136839"/>
        </pc:sldMkLst>
        <pc:spChg chg="mod">
          <ac:chgData name="Amilcar Jose Rodriguez Barrios" userId="efa7753a-59bf-44f0-ad53-c3388f48cff0" providerId="ADAL" clId="{07177CEE-EA90-493B-BA06-E85F95493782}" dt="2021-01-27T14:58:38.532" v="5372" actId="20577"/>
          <ac:spMkLst>
            <pc:docMk/>
            <pc:sldMk cId="4005245034" sldId="2076136839"/>
            <ac:spMk id="13" creationId="{C607285D-DDAF-4F7D-9718-0C2C33CEC2CF}"/>
          </ac:spMkLst>
        </pc:spChg>
      </pc:sldChg>
      <pc:sldChg chg="add del">
        <pc:chgData name="Amilcar Jose Rodriguez Barrios" userId="efa7753a-59bf-44f0-ad53-c3388f48cff0" providerId="ADAL" clId="{07177CEE-EA90-493B-BA06-E85F95493782}" dt="2021-01-27T14:50:04.023" v="5242" actId="47"/>
        <pc:sldMkLst>
          <pc:docMk/>
          <pc:sldMk cId="2470107931" sldId="2076136908"/>
        </pc:sldMkLst>
      </pc:sldChg>
      <pc:sldChg chg="del">
        <pc:chgData name="Amilcar Jose Rodriguez Barrios" userId="efa7753a-59bf-44f0-ad53-c3388f48cff0" providerId="ADAL" clId="{07177CEE-EA90-493B-BA06-E85F95493782}" dt="2021-01-27T14:56:28.672" v="5327" actId="47"/>
        <pc:sldMkLst>
          <pc:docMk/>
          <pc:sldMk cId="3427123547" sldId="2076136910"/>
        </pc:sldMkLst>
      </pc:sldChg>
      <pc:sldChg chg="add del">
        <pc:chgData name="Amilcar Jose Rodriguez Barrios" userId="efa7753a-59bf-44f0-ad53-c3388f48cff0" providerId="ADAL" clId="{07177CEE-EA90-493B-BA06-E85F95493782}" dt="2021-01-27T14:50:04.759" v="5243" actId="47"/>
        <pc:sldMkLst>
          <pc:docMk/>
          <pc:sldMk cId="3535762124" sldId="2076136913"/>
        </pc:sldMkLst>
      </pc:sldChg>
      <pc:sldChg chg="modSp mod">
        <pc:chgData name="Amilcar Jose Rodriguez Barrios" userId="efa7753a-59bf-44f0-ad53-c3388f48cff0" providerId="ADAL" clId="{07177CEE-EA90-493B-BA06-E85F95493782}" dt="2021-01-27T14:58:33.064" v="5370" actId="20577"/>
        <pc:sldMkLst>
          <pc:docMk/>
          <pc:sldMk cId="3907258639" sldId="2076136925"/>
        </pc:sldMkLst>
        <pc:spChg chg="mod">
          <ac:chgData name="Amilcar Jose Rodriguez Barrios" userId="efa7753a-59bf-44f0-ad53-c3388f48cff0" providerId="ADAL" clId="{07177CEE-EA90-493B-BA06-E85F95493782}" dt="2021-01-27T14:58:33.064" v="5370" actId="20577"/>
          <ac:spMkLst>
            <pc:docMk/>
            <pc:sldMk cId="3907258639" sldId="2076136925"/>
            <ac:spMk id="9" creationId="{C29B8A9C-B48D-43AC-82AB-E40DDF8AA98E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4280765831" sldId="2076137030"/>
        </pc:sldMkLst>
      </pc:sldChg>
      <pc:sldChg chg="modSp mod">
        <pc:chgData name="Amilcar Jose Rodriguez Barrios" userId="efa7753a-59bf-44f0-ad53-c3388f48cff0" providerId="ADAL" clId="{07177CEE-EA90-493B-BA06-E85F95493782}" dt="2021-01-27T14:57:30.603" v="5365" actId="1076"/>
        <pc:sldMkLst>
          <pc:docMk/>
          <pc:sldMk cId="182999284" sldId="2076137067"/>
        </pc:sldMkLst>
        <pc:spChg chg="mod">
          <ac:chgData name="Amilcar Jose Rodriguez Barrios" userId="efa7753a-59bf-44f0-ad53-c3388f48cff0" providerId="ADAL" clId="{07177CEE-EA90-493B-BA06-E85F95493782}" dt="2021-01-27T14:57:28.697" v="5364" actId="1076"/>
          <ac:spMkLst>
            <pc:docMk/>
            <pc:sldMk cId="182999284" sldId="2076137067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07177CEE-EA90-493B-BA06-E85F95493782}" dt="2021-01-27T14:57:30.603" v="5365" actId="1076"/>
          <ac:spMkLst>
            <pc:docMk/>
            <pc:sldMk cId="182999284" sldId="2076137067"/>
            <ac:spMk id="9" creationId="{E7731D0A-BED0-4C7D-80D9-145621B03A73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62642607" sldId="2076137123"/>
        </pc:sldMkLst>
      </pc:sldChg>
      <pc:sldChg chg="modSp mod">
        <pc:chgData name="Amilcar Jose Rodriguez Barrios" userId="efa7753a-59bf-44f0-ad53-c3388f48cff0" providerId="ADAL" clId="{07177CEE-EA90-493B-BA06-E85F95493782}" dt="2021-01-27T14:57:25.629" v="5362" actId="1076"/>
        <pc:sldMkLst>
          <pc:docMk/>
          <pc:sldMk cId="2973443127" sldId="2076137140"/>
        </pc:sldMkLst>
        <pc:spChg chg="mod">
          <ac:chgData name="Amilcar Jose Rodriguez Barrios" userId="efa7753a-59bf-44f0-ad53-c3388f48cff0" providerId="ADAL" clId="{07177CEE-EA90-493B-BA06-E85F95493782}" dt="2021-01-27T14:57:23.840" v="5361" actId="1076"/>
          <ac:spMkLst>
            <pc:docMk/>
            <pc:sldMk cId="2973443127" sldId="2076137140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07177CEE-EA90-493B-BA06-E85F95493782}" dt="2021-01-27T14:57:25.629" v="5362" actId="1076"/>
          <ac:spMkLst>
            <pc:docMk/>
            <pc:sldMk cId="2973443127" sldId="2076137140"/>
            <ac:spMk id="9" creationId="{E7731D0A-BED0-4C7D-80D9-145621B03A73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015165326" sldId="2076137157"/>
        </pc:sldMkLst>
      </pc:sldChg>
      <pc:sldChg chg="modSp mod">
        <pc:chgData name="Amilcar Jose Rodriguez Barrios" userId="efa7753a-59bf-44f0-ad53-c3388f48cff0" providerId="ADAL" clId="{07177CEE-EA90-493B-BA06-E85F95493782}" dt="2021-01-27T14:19:13.763" v="4739" actId="20577"/>
        <pc:sldMkLst>
          <pc:docMk/>
          <pc:sldMk cId="419799954" sldId="2076137166"/>
        </pc:sldMkLst>
        <pc:spChg chg="mod">
          <ac:chgData name="Amilcar Jose Rodriguez Barrios" userId="efa7753a-59bf-44f0-ad53-c3388f48cff0" providerId="ADAL" clId="{07177CEE-EA90-493B-BA06-E85F95493782}" dt="2021-01-27T14:19:13.763" v="4739" actId="20577"/>
          <ac:spMkLst>
            <pc:docMk/>
            <pc:sldMk cId="419799954" sldId="2076137166"/>
            <ac:spMk id="30" creationId="{7025A9E4-6ADF-46E5-86AB-7FE7FB85A292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58:25.001" v="5368" actId="1076"/>
        <pc:sldMkLst>
          <pc:docMk/>
          <pc:sldMk cId="3993116041" sldId="2076137175"/>
        </pc:sldMkLst>
        <pc:spChg chg="mod">
          <ac:chgData name="Amilcar Jose Rodriguez Barrios" userId="efa7753a-59bf-44f0-ad53-c3388f48cff0" providerId="ADAL" clId="{07177CEE-EA90-493B-BA06-E85F95493782}" dt="2021-01-27T14:58:25.001" v="5368" actId="1076"/>
          <ac:spMkLst>
            <pc:docMk/>
            <pc:sldMk cId="3993116041" sldId="2076137175"/>
            <ac:spMk id="9" creationId="{E7731D0A-BED0-4C7D-80D9-145621B03A73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148578256" sldId="2076137180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265063453" sldId="2076137182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692379245" sldId="2076137232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424238124" sldId="2076137240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867126895" sldId="2076137241"/>
        </pc:sldMkLst>
      </pc:sldChg>
      <pc:sldChg chg="modSp mod">
        <pc:chgData name="Amilcar Jose Rodriguez Barrios" userId="efa7753a-59bf-44f0-ad53-c3388f48cff0" providerId="ADAL" clId="{07177CEE-EA90-493B-BA06-E85F95493782}" dt="2021-01-27T13:53:14.162" v="3129" actId="255"/>
        <pc:sldMkLst>
          <pc:docMk/>
          <pc:sldMk cId="2751298803" sldId="2076137258"/>
        </pc:sldMkLst>
        <pc:spChg chg="mod">
          <ac:chgData name="Amilcar Jose Rodriguez Barrios" userId="efa7753a-59bf-44f0-ad53-c3388f48cff0" providerId="ADAL" clId="{07177CEE-EA90-493B-BA06-E85F95493782}" dt="2021-01-27T13:51:08.106" v="3043" actId="20577"/>
          <ac:spMkLst>
            <pc:docMk/>
            <pc:sldMk cId="2751298803" sldId="2076137258"/>
            <ac:spMk id="11" creationId="{EA191070-D3FB-474A-9325-D1BFB4118387}"/>
          </ac:spMkLst>
        </pc:spChg>
        <pc:spChg chg="mod">
          <ac:chgData name="Amilcar Jose Rodriguez Barrios" userId="efa7753a-59bf-44f0-ad53-c3388f48cff0" providerId="ADAL" clId="{07177CEE-EA90-493B-BA06-E85F95493782}" dt="2021-01-27T13:53:14.162" v="3129" actId="255"/>
          <ac:spMkLst>
            <pc:docMk/>
            <pc:sldMk cId="2751298803" sldId="2076137258"/>
            <ac:spMk id="13" creationId="{C14D2BA4-116D-43B1-BCC1-AC647172BCB6}"/>
          </ac:spMkLst>
        </pc:spChg>
      </pc:sldChg>
      <pc:sldChg chg="del">
        <pc:chgData name="Amilcar Jose Rodriguez Barrios" userId="efa7753a-59bf-44f0-ad53-c3388f48cff0" providerId="ADAL" clId="{07177CEE-EA90-493B-BA06-E85F95493782}" dt="2021-01-26T21:11:32.978" v="2757" actId="47"/>
        <pc:sldMkLst>
          <pc:docMk/>
          <pc:sldMk cId="4277745458" sldId="2076137259"/>
        </pc:sldMkLst>
      </pc:sldChg>
      <pc:sldChg chg="modSp del mod">
        <pc:chgData name="Amilcar Jose Rodriguez Barrios" userId="efa7753a-59bf-44f0-ad53-c3388f48cff0" providerId="ADAL" clId="{07177CEE-EA90-493B-BA06-E85F95493782}" dt="2021-01-27T13:50:32.380" v="2997" actId="47"/>
        <pc:sldMkLst>
          <pc:docMk/>
          <pc:sldMk cId="253190498" sldId="2076137260"/>
        </pc:sldMkLst>
        <pc:spChg chg="mod">
          <ac:chgData name="Amilcar Jose Rodriguez Barrios" userId="efa7753a-59bf-44f0-ad53-c3388f48cff0" providerId="ADAL" clId="{07177CEE-EA90-493B-BA06-E85F95493782}" dt="2021-01-26T21:11:48.543" v="2766" actId="20577"/>
          <ac:spMkLst>
            <pc:docMk/>
            <pc:sldMk cId="253190498" sldId="2076137260"/>
            <ac:spMk id="10" creationId="{E0B97783-8B3E-4E10-B48D-394599E1512B}"/>
          </ac:spMkLst>
        </pc:spChg>
        <pc:spChg chg="mod">
          <ac:chgData name="Amilcar Jose Rodriguez Barrios" userId="efa7753a-59bf-44f0-ad53-c3388f48cff0" providerId="ADAL" clId="{07177CEE-EA90-493B-BA06-E85F95493782}" dt="2021-01-26T21:11:45.153" v="2765" actId="20577"/>
          <ac:spMkLst>
            <pc:docMk/>
            <pc:sldMk cId="253190498" sldId="2076137260"/>
            <ac:spMk id="11" creationId="{30F2668C-37D5-4A23-9867-C594D5B1BE0C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3:50:35.920" v="2999" actId="47"/>
        <pc:sldMkLst>
          <pc:docMk/>
          <pc:sldMk cId="1759667370" sldId="2076137261"/>
        </pc:sldMkLst>
      </pc:sldChg>
      <pc:sldChg chg="del">
        <pc:chgData name="Amilcar Jose Rodriguez Barrios" userId="efa7753a-59bf-44f0-ad53-c3388f48cff0" providerId="ADAL" clId="{07177CEE-EA90-493B-BA06-E85F95493782}" dt="2021-01-27T13:50:34.029" v="2998" actId="47"/>
        <pc:sldMkLst>
          <pc:docMk/>
          <pc:sldMk cId="1595052280" sldId="2076137262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3891049806" sldId="2076137263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1430286746" sldId="2076137264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3467664916" sldId="2076137265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1954820372" sldId="2076137266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3907907424" sldId="2076137267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3509911484" sldId="2076137268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2574737431" sldId="2076137269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2112029424" sldId="2076137270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148972436" sldId="2076137271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1470534491" sldId="2076137272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3541382686" sldId="2076137273"/>
        </pc:sldMkLst>
      </pc:sldChg>
      <pc:sldChg chg="modSp mod">
        <pc:chgData name="Amilcar Jose Rodriguez Barrios" userId="efa7753a-59bf-44f0-ad53-c3388f48cff0" providerId="ADAL" clId="{07177CEE-EA90-493B-BA06-E85F95493782}" dt="2021-01-27T14:18:45.996" v="4734" actId="20577"/>
        <pc:sldMkLst>
          <pc:docMk/>
          <pc:sldMk cId="940779114" sldId="2076137274"/>
        </pc:sldMkLst>
        <pc:spChg chg="mod">
          <ac:chgData name="Amilcar Jose Rodriguez Barrios" userId="efa7753a-59bf-44f0-ad53-c3388f48cff0" providerId="ADAL" clId="{07177CEE-EA90-493B-BA06-E85F95493782}" dt="2021-01-27T14:14:56.750" v="4523" actId="20577"/>
          <ac:spMkLst>
            <pc:docMk/>
            <pc:sldMk cId="940779114" sldId="2076137274"/>
            <ac:spMk id="6" creationId="{3F820B01-3066-406A-B791-5646A1E30517}"/>
          </ac:spMkLst>
        </pc:spChg>
        <pc:spChg chg="mod">
          <ac:chgData name="Amilcar Jose Rodriguez Barrios" userId="efa7753a-59bf-44f0-ad53-c3388f48cff0" providerId="ADAL" clId="{07177CEE-EA90-493B-BA06-E85F95493782}" dt="2021-01-27T14:17:17.522" v="4726" actId="20577"/>
          <ac:spMkLst>
            <pc:docMk/>
            <pc:sldMk cId="940779114" sldId="2076137274"/>
            <ac:spMk id="8" creationId="{F2BAE395-4DF9-41F8-814D-629533BABA61}"/>
          </ac:spMkLst>
        </pc:spChg>
        <pc:spChg chg="mod">
          <ac:chgData name="Amilcar Jose Rodriguez Barrios" userId="efa7753a-59bf-44f0-ad53-c3388f48cff0" providerId="ADAL" clId="{07177CEE-EA90-493B-BA06-E85F95493782}" dt="2021-01-27T14:13:58.983" v="4409" actId="1036"/>
          <ac:spMkLst>
            <pc:docMk/>
            <pc:sldMk cId="940779114" sldId="2076137274"/>
            <ac:spMk id="10" creationId="{AF9BA504-7E42-4A29-AC86-50A3EBE312B2}"/>
          </ac:spMkLst>
        </pc:spChg>
        <pc:spChg chg="mod">
          <ac:chgData name="Amilcar Jose Rodriguez Barrios" userId="efa7753a-59bf-44f0-ad53-c3388f48cff0" providerId="ADAL" clId="{07177CEE-EA90-493B-BA06-E85F95493782}" dt="2021-01-27T14:16:37.661" v="4677" actId="1035"/>
          <ac:spMkLst>
            <pc:docMk/>
            <pc:sldMk cId="940779114" sldId="2076137274"/>
            <ac:spMk id="11" creationId="{6DC189FD-E216-4DEF-B04D-05834EE39CAA}"/>
          </ac:spMkLst>
        </pc:spChg>
        <pc:spChg chg="mod">
          <ac:chgData name="Amilcar Jose Rodriguez Barrios" userId="efa7753a-59bf-44f0-ad53-c3388f48cff0" providerId="ADAL" clId="{07177CEE-EA90-493B-BA06-E85F95493782}" dt="2021-01-27T14:18:37.055" v="4733" actId="20577"/>
          <ac:spMkLst>
            <pc:docMk/>
            <pc:sldMk cId="940779114" sldId="2076137274"/>
            <ac:spMk id="12" creationId="{EB0F7F42-D0F2-435A-88F2-2F12F6F77170}"/>
          </ac:spMkLst>
        </pc:spChg>
        <pc:spChg chg="mod">
          <ac:chgData name="Amilcar Jose Rodriguez Barrios" userId="efa7753a-59bf-44f0-ad53-c3388f48cff0" providerId="ADAL" clId="{07177CEE-EA90-493B-BA06-E85F95493782}" dt="2021-01-27T14:18:45.996" v="4734" actId="20577"/>
          <ac:spMkLst>
            <pc:docMk/>
            <pc:sldMk cId="940779114" sldId="2076137274"/>
            <ac:spMk id="13" creationId="{6006A40D-5A29-4D97-8F94-547990CE774D}"/>
          </ac:spMkLst>
        </pc:spChg>
        <pc:graphicFrameChg chg="mod">
          <ac:chgData name="Amilcar Jose Rodriguez Barrios" userId="efa7753a-59bf-44f0-ad53-c3388f48cff0" providerId="ADAL" clId="{07177CEE-EA90-493B-BA06-E85F95493782}" dt="2021-01-27T14:16:04.849" v="4629" actId="20577"/>
          <ac:graphicFrameMkLst>
            <pc:docMk/>
            <pc:sldMk cId="940779114" sldId="2076137274"/>
            <ac:graphicFrameMk id="7" creationId="{6835C1AA-02C8-44B0-9585-458F52296618}"/>
          </ac:graphicFrameMkLst>
        </pc:graphicFrameChg>
      </pc:sldChg>
      <pc:sldChg chg="del">
        <pc:chgData name="Amilcar Jose Rodriguez Barrios" userId="efa7753a-59bf-44f0-ad53-c3388f48cff0" providerId="ADAL" clId="{07177CEE-EA90-493B-BA06-E85F95493782}" dt="2021-01-27T14:17:37.009" v="4727" actId="47"/>
        <pc:sldMkLst>
          <pc:docMk/>
          <pc:sldMk cId="3185381815" sldId="2076137275"/>
        </pc:sldMkLst>
      </pc:sldChg>
      <pc:sldChg chg="modSp mod">
        <pc:chgData name="Amilcar Jose Rodriguez Barrios" userId="efa7753a-59bf-44f0-ad53-c3388f48cff0" providerId="ADAL" clId="{07177CEE-EA90-493B-BA06-E85F95493782}" dt="2021-01-27T14:58:11.263" v="5367" actId="1076"/>
        <pc:sldMkLst>
          <pc:docMk/>
          <pc:sldMk cId="3356052213" sldId="2076137276"/>
        </pc:sldMkLst>
        <pc:spChg chg="mod">
          <ac:chgData name="Amilcar Jose Rodriguez Barrios" userId="efa7753a-59bf-44f0-ad53-c3388f48cff0" providerId="ADAL" clId="{07177CEE-EA90-493B-BA06-E85F95493782}" dt="2021-01-27T14:58:11.263" v="5367" actId="1076"/>
          <ac:spMkLst>
            <pc:docMk/>
            <pc:sldMk cId="3356052213" sldId="2076137276"/>
            <ac:spMk id="6" creationId="{8C3F164A-BBA1-4C0E-B7B0-A857FB5656A1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50:15.842" v="5244" actId="47"/>
        <pc:sldMkLst>
          <pc:docMk/>
          <pc:sldMk cId="1294671948" sldId="2076137277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979945896" sldId="2076137278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283471693" sldId="2076137279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638788729" sldId="2076137280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731696968" sldId="2076137281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823103561" sldId="2076137282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312520844" sldId="2076137283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786660443" sldId="2076137284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245353170" sldId="2076137285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40838166" sldId="2076137286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784531207" sldId="2076137287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26823664" sldId="2076137288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151232166" sldId="2076137289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382946104" sldId="2076137290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697537762" sldId="2076137291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157924314" sldId="2076137292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55960924" sldId="2076137293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512781656" sldId="2076137294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99698341" sldId="2076137295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4186434888" sldId="2076137296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1266839457" sldId="2076137297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3832263704" sldId="2076137298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371641725" sldId="2076137299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1696121839" sldId="2076137300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197020940" sldId="2076137301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480277055" sldId="2076137302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165503602" sldId="2076137303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381171191" sldId="2076137304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3293185447" sldId="2076137305"/>
        </pc:sldMkLst>
      </pc:sldChg>
      <pc:sldChg chg="addSp delSp modSp add mod">
        <pc:chgData name="Amilcar Jose Rodriguez Barrios" userId="efa7753a-59bf-44f0-ad53-c3388f48cff0" providerId="ADAL" clId="{07177CEE-EA90-493B-BA06-E85F95493782}" dt="2021-01-27T14:12:50.625" v="4355" actId="113"/>
        <pc:sldMkLst>
          <pc:docMk/>
          <pc:sldMk cId="3805723452" sldId="2076137306"/>
        </pc:sldMkLst>
        <pc:spChg chg="add del mod">
          <ac:chgData name="Amilcar Jose Rodriguez Barrios" userId="efa7753a-59bf-44f0-ad53-c3388f48cff0" providerId="ADAL" clId="{07177CEE-EA90-493B-BA06-E85F95493782}" dt="2021-01-27T13:57:03.134" v="3132"/>
          <ac:spMkLst>
            <pc:docMk/>
            <pc:sldMk cId="3805723452" sldId="2076137306"/>
            <ac:spMk id="2" creationId="{68BA364A-0F54-450E-BAA7-7E3CE82BAC30}"/>
          </ac:spMkLst>
        </pc:spChg>
        <pc:spChg chg="mod">
          <ac:chgData name="Amilcar Jose Rodriguez Barrios" userId="efa7753a-59bf-44f0-ad53-c3388f48cff0" providerId="ADAL" clId="{07177CEE-EA90-493B-BA06-E85F95493782}" dt="2021-01-27T14:03:07.019" v="3554" actId="1076"/>
          <ac:spMkLst>
            <pc:docMk/>
            <pc:sldMk cId="3805723452" sldId="2076137306"/>
            <ac:spMk id="7" creationId="{560924A8-B4DE-4413-9EC1-48CAFBED01F5}"/>
          </ac:spMkLst>
        </pc:spChg>
        <pc:spChg chg="del">
          <ac:chgData name="Amilcar Jose Rodriguez Barrios" userId="efa7753a-59bf-44f0-ad53-c3388f48cff0" providerId="ADAL" clId="{07177CEE-EA90-493B-BA06-E85F95493782}" dt="2021-01-27T13:52:22.266" v="3083" actId="478"/>
          <ac:spMkLst>
            <pc:docMk/>
            <pc:sldMk cId="3805723452" sldId="2076137306"/>
            <ac:spMk id="8" creationId="{6AC5C33F-767C-4DFA-9D4D-F6D9255EC7CD}"/>
          </ac:spMkLst>
        </pc:spChg>
        <pc:spChg chg="del">
          <ac:chgData name="Amilcar Jose Rodriguez Barrios" userId="efa7753a-59bf-44f0-ad53-c3388f48cff0" providerId="ADAL" clId="{07177CEE-EA90-493B-BA06-E85F95493782}" dt="2021-01-27T13:52:23.920" v="3084" actId="478"/>
          <ac:spMkLst>
            <pc:docMk/>
            <pc:sldMk cId="3805723452" sldId="2076137306"/>
            <ac:spMk id="9" creationId="{D3C73C98-ED1D-4272-AFE0-970E0B839541}"/>
          </ac:spMkLst>
        </pc:spChg>
        <pc:spChg chg="del">
          <ac:chgData name="Amilcar Jose Rodriguez Barrios" userId="efa7753a-59bf-44f0-ad53-c3388f48cff0" providerId="ADAL" clId="{07177CEE-EA90-493B-BA06-E85F95493782}" dt="2021-01-27T13:52:25.044" v="3085" actId="478"/>
          <ac:spMkLst>
            <pc:docMk/>
            <pc:sldMk cId="3805723452" sldId="2076137306"/>
            <ac:spMk id="10" creationId="{E2E205C3-6BB1-4E8C-8787-0D237089580A}"/>
          </ac:spMkLst>
        </pc:spChg>
        <pc:spChg chg="add del mod">
          <ac:chgData name="Amilcar Jose Rodriguez Barrios" userId="efa7753a-59bf-44f0-ad53-c3388f48cff0" providerId="ADAL" clId="{07177CEE-EA90-493B-BA06-E85F95493782}" dt="2021-01-27T13:57:44.328" v="3140"/>
          <ac:spMkLst>
            <pc:docMk/>
            <pc:sldMk cId="3805723452" sldId="2076137306"/>
            <ac:spMk id="14" creationId="{7B5C243D-B5FC-4A5C-B11A-4DB5F16E8A71}"/>
          </ac:spMkLst>
        </pc:spChg>
        <pc:spChg chg="add mod">
          <ac:chgData name="Amilcar Jose Rodriguez Barrios" userId="efa7753a-59bf-44f0-ad53-c3388f48cff0" providerId="ADAL" clId="{07177CEE-EA90-493B-BA06-E85F95493782}" dt="2021-01-27T14:12:50.625" v="4355" actId="113"/>
          <ac:spMkLst>
            <pc:docMk/>
            <pc:sldMk cId="3805723452" sldId="2076137306"/>
            <ac:spMk id="15" creationId="{4A291508-17AA-4B7F-9B0C-31F12B6882B9}"/>
          </ac:spMkLst>
        </pc:spChg>
      </pc:sldChg>
      <pc:sldChg chg="addSp delSp modSp add mod">
        <pc:chgData name="Amilcar Jose Rodriguez Barrios" userId="efa7753a-59bf-44f0-ad53-c3388f48cff0" providerId="ADAL" clId="{07177CEE-EA90-493B-BA06-E85F95493782}" dt="2021-01-27T14:56:00.326" v="5326" actId="20577"/>
        <pc:sldMkLst>
          <pc:docMk/>
          <pc:sldMk cId="1879818493" sldId="2076137307"/>
        </pc:sldMkLst>
        <pc:spChg chg="add mod">
          <ac:chgData name="Amilcar Jose Rodriguez Barrios" userId="efa7753a-59bf-44f0-ad53-c3388f48cff0" providerId="ADAL" clId="{07177CEE-EA90-493B-BA06-E85F95493782}" dt="2021-01-27T14:55:18.347" v="5305" actId="1076"/>
          <ac:spMkLst>
            <pc:docMk/>
            <pc:sldMk cId="1879818493" sldId="2076137307"/>
            <ac:spMk id="2" creationId="{E8DD6A77-250F-46CE-9FA9-E98FABC3A1EC}"/>
          </ac:spMkLst>
        </pc:spChg>
        <pc:spChg chg="del">
          <ac:chgData name="Amilcar Jose Rodriguez Barrios" userId="efa7753a-59bf-44f0-ad53-c3388f48cff0" providerId="ADAL" clId="{07177CEE-EA90-493B-BA06-E85F95493782}" dt="2021-01-27T14:50:53.144" v="5250" actId="478"/>
          <ac:spMkLst>
            <pc:docMk/>
            <pc:sldMk cId="1879818493" sldId="2076137307"/>
            <ac:spMk id="6" creationId="{8C3F164A-BBA1-4C0E-B7B0-A857FB5656A1}"/>
          </ac:spMkLst>
        </pc:spChg>
        <pc:spChg chg="mod">
          <ac:chgData name="Amilcar Jose Rodriguez Barrios" userId="efa7753a-59bf-44f0-ad53-c3388f48cff0" providerId="ADAL" clId="{07177CEE-EA90-493B-BA06-E85F95493782}" dt="2021-01-27T14:50:46.505" v="5249" actId="108"/>
          <ac:spMkLst>
            <pc:docMk/>
            <pc:sldMk cId="1879818493" sldId="2076137307"/>
            <ac:spMk id="7" creationId="{6BF8EC8C-96DF-49D6-B452-044566388D70}"/>
          </ac:spMkLst>
        </pc:spChg>
        <pc:spChg chg="add mod">
          <ac:chgData name="Amilcar Jose Rodriguez Barrios" userId="efa7753a-59bf-44f0-ad53-c3388f48cff0" providerId="ADAL" clId="{07177CEE-EA90-493B-BA06-E85F95493782}" dt="2021-01-27T14:56:00.326" v="5326" actId="20577"/>
          <ac:spMkLst>
            <pc:docMk/>
            <pc:sldMk cId="1879818493" sldId="2076137307"/>
            <ac:spMk id="11" creationId="{91A3E906-EE44-46CA-A3AA-C9F91C738F76}"/>
          </ac:spMkLst>
        </pc:spChg>
      </pc:sldChg>
      <pc:sldChg chg="add del">
        <pc:chgData name="Amilcar Jose Rodriguez Barrios" userId="efa7753a-59bf-44f0-ad53-c3388f48cff0" providerId="ADAL" clId="{07177CEE-EA90-493B-BA06-E85F95493782}" dt="2021-01-27T14:11:48.166" v="4330" actId="47"/>
        <pc:sldMkLst>
          <pc:docMk/>
          <pc:sldMk cId="2014431271" sldId="2076137307"/>
        </pc:sldMkLst>
      </pc:sldChg>
      <pc:sldChg chg="modSp add del mod">
        <pc:chgData name="Amilcar Jose Rodriguez Barrios" userId="efa7753a-59bf-44f0-ad53-c3388f48cff0" providerId="ADAL" clId="{07177CEE-EA90-493B-BA06-E85F95493782}" dt="2021-01-27T14:20:59.898" v="4876" actId="47"/>
        <pc:sldMkLst>
          <pc:docMk/>
          <pc:sldMk cId="4150817696" sldId="2076137307"/>
        </pc:sldMkLst>
        <pc:spChg chg="mod">
          <ac:chgData name="Amilcar Jose Rodriguez Barrios" userId="efa7753a-59bf-44f0-ad53-c3388f48cff0" providerId="ADAL" clId="{07177CEE-EA90-493B-BA06-E85F95493782}" dt="2021-01-27T14:13:50.575" v="4401" actId="1036"/>
          <ac:spMkLst>
            <pc:docMk/>
            <pc:sldMk cId="4150817696" sldId="2076137307"/>
            <ac:spMk id="7" creationId="{560924A8-B4DE-4413-9EC1-48CAFBED01F5}"/>
          </ac:spMkLst>
        </pc:spChg>
        <pc:spChg chg="mod">
          <ac:chgData name="Amilcar Jose Rodriguez Barrios" userId="efa7753a-59bf-44f0-ad53-c3388f48cff0" providerId="ADAL" clId="{07177CEE-EA90-493B-BA06-E85F95493782}" dt="2021-01-27T14:15:53.159" v="4605" actId="20577"/>
          <ac:spMkLst>
            <pc:docMk/>
            <pc:sldMk cId="4150817696" sldId="2076137307"/>
            <ac:spMk id="15" creationId="{4A291508-17AA-4B7F-9B0C-31F12B6882B9}"/>
          </ac:spMkLst>
        </pc:spChg>
      </pc:sldChg>
      <pc:sldMasterChg chg="delSldLayout">
        <pc:chgData name="Amilcar Jose Rodriguez Barrios" userId="efa7753a-59bf-44f0-ad53-c3388f48cff0" providerId="ADAL" clId="{07177CEE-EA90-493B-BA06-E85F95493782}" dt="2021-01-27T14:50:04.759" v="5243" actId="47"/>
        <pc:sldMasterMkLst>
          <pc:docMk/>
          <pc:sldMasterMk cId="1120471338" sldId="2147484000"/>
        </pc:sldMasterMkLst>
        <pc:sldLayoutChg chg="del">
          <pc:chgData name="Amilcar Jose Rodriguez Barrios" userId="efa7753a-59bf-44f0-ad53-c3388f48cff0" providerId="ADAL" clId="{07177CEE-EA90-493B-BA06-E85F95493782}" dt="2021-01-27T14:50:04.759" v="5243" actId="47"/>
          <pc:sldLayoutMkLst>
            <pc:docMk/>
            <pc:sldMasterMk cId="1120471338" sldId="2147484000"/>
            <pc:sldLayoutMk cId="1706267560" sldId="2147484377"/>
          </pc:sldLayoutMkLst>
        </pc:sldLayoutChg>
      </pc:sldMasterChg>
      <pc:sldMasterChg chg="del delSldLayout">
        <pc:chgData name="Amilcar Jose Rodriguez Barrios" userId="efa7753a-59bf-44f0-ad53-c3388f48cff0" providerId="ADAL" clId="{07177CEE-EA90-493B-BA06-E85F95493782}" dt="2021-01-27T14:20:38.643" v="4875" actId="47"/>
        <pc:sldMasterMkLst>
          <pc:docMk/>
          <pc:sldMasterMk cId="3778338830" sldId="2147484177"/>
        </pc:sldMasterMkLst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867836773" sldId="2147484178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434312036" sldId="2147484179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504776885" sldId="2147484180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871796579" sldId="214748418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66143969" sldId="214748418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74205117" sldId="214748418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520171548" sldId="214748418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545700781" sldId="214748418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53696622" sldId="2147484186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62321047" sldId="2147484187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4219133958" sldId="2147484188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47562435" sldId="2147484189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670541835" sldId="2147484190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290353829" sldId="214748419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802259275" sldId="214748419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585798665" sldId="214748419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063499218" sldId="214748419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309040088" sldId="214748419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79149048" sldId="2147484196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796189681" sldId="2147484199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252098926" sldId="2147484200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779786578" sldId="214748420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618361032" sldId="214748420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58887600" sldId="214748420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4141973345" sldId="214748420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4104127371" sldId="214748420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7868638" sldId="214748421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67129736" sldId="214748421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952082960" sldId="214748421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4072276611" sldId="214748421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65137699" sldId="2147484217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781277540" sldId="2147484218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58754036" sldId="214748422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379695138" sldId="214748422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363637793" sldId="214748422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806784510" sldId="2147484230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037413820" sldId="214748423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351445940" sldId="214748423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424107304" sldId="2147484237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979166400" sldId="214748424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558858308" sldId="214748424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99988803" sldId="214748424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265417911" sldId="214748424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85843463" sldId="214748424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62655807" sldId="2147484246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607877696" sldId="2147484247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983913900" sldId="2147484248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078756616" sldId="214748425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674577968" sldId="2147484252"/>
          </pc:sldLayoutMkLst>
        </pc:sldLayoutChg>
      </pc:sldMasterChg>
    </pc:docChg>
  </pc:docChgLst>
  <pc:docChgLst>
    <pc:chgData name="Amilcar Jose Rodriguez Barrios" userId="efa7753a-59bf-44f0-ad53-c3388f48cff0" providerId="ADAL" clId="{8A42DB96-E549-4365-9240-22235B28942A}"/>
    <pc:docChg chg="modSld">
      <pc:chgData name="Amilcar Jose Rodriguez Barrios" userId="efa7753a-59bf-44f0-ad53-c3388f48cff0" providerId="ADAL" clId="{8A42DB96-E549-4365-9240-22235B28942A}" dt="2021-05-05T15:03:35.417" v="26" actId="1037"/>
      <pc:docMkLst>
        <pc:docMk/>
      </pc:docMkLst>
      <pc:sldChg chg="delSp modSp mod">
        <pc:chgData name="Amilcar Jose Rodriguez Barrios" userId="efa7753a-59bf-44f0-ad53-c3388f48cff0" providerId="ADAL" clId="{8A42DB96-E549-4365-9240-22235B28942A}" dt="2021-05-05T15:03:35.417" v="26" actId="1037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8A42DB96-E549-4365-9240-22235B28942A}" dt="2021-05-05T15:03:35.417" v="26" actId="1037"/>
          <ac:spMkLst>
            <pc:docMk/>
            <pc:sldMk cId="571400001" sldId="258"/>
            <ac:spMk id="13" creationId="{469B9B0C-6722-4013-ADF1-E18757240CE7}"/>
          </ac:spMkLst>
        </pc:spChg>
        <pc:picChg chg="del">
          <ac:chgData name="Amilcar Jose Rodriguez Barrios" userId="efa7753a-59bf-44f0-ad53-c3388f48cff0" providerId="ADAL" clId="{8A42DB96-E549-4365-9240-22235B28942A}" dt="2021-05-05T15:01:01.799" v="0" actId="478"/>
          <ac:picMkLst>
            <pc:docMk/>
            <pc:sldMk cId="571400001" sldId="258"/>
            <ac:picMk id="12" creationId="{C8EAE88C-78E7-43CD-897F-6E8A36A25F7B}"/>
          </ac:picMkLst>
        </pc:picChg>
      </pc:sldChg>
    </pc:docChg>
  </pc:docChgLst>
  <pc:docChgLst>
    <pc:chgData name="Amilcar Jose Rodriguez Barrios" userId="efa7753a-59bf-44f0-ad53-c3388f48cff0" providerId="ADAL" clId="{2B0C0FD6-3820-41E9-897F-3AE7A25CB7E2}"/>
    <pc:docChg chg="undo custSel addSld delSld modSld sldOrd delMainMaster">
      <pc:chgData name="Amilcar Jose Rodriguez Barrios" userId="efa7753a-59bf-44f0-ad53-c3388f48cff0" providerId="ADAL" clId="{2B0C0FD6-3820-41E9-897F-3AE7A25CB7E2}" dt="2021-01-07T18:47:12.257" v="16918" actId="1076"/>
      <pc:docMkLst>
        <pc:docMk/>
      </pc:docMkLst>
      <pc:sldChg chg="modSp">
        <pc:chgData name="Amilcar Jose Rodriguez Barrios" userId="efa7753a-59bf-44f0-ad53-c3388f48cff0" providerId="ADAL" clId="{2B0C0FD6-3820-41E9-897F-3AE7A25CB7E2}" dt="2020-12-28T13:34:11.737" v="15611" actId="20577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2B0C0FD6-3820-41E9-897F-3AE7A25CB7E2}" dt="2020-12-28T13:34:11.737" v="15611" actId="20577"/>
          <ac:spMkLst>
            <pc:docMk/>
            <pc:sldMk cId="571400001" sldId="258"/>
            <ac:spMk id="13" creationId="{469B9B0C-6722-4013-ADF1-E18757240CE7}"/>
          </ac:spMkLst>
        </pc:spChg>
      </pc:sldChg>
      <pc:sldChg chg="addSp delSp del">
        <pc:chgData name="Amilcar Jose Rodriguez Barrios" userId="efa7753a-59bf-44f0-ad53-c3388f48cff0" providerId="ADAL" clId="{2B0C0FD6-3820-41E9-897F-3AE7A25CB7E2}" dt="2020-12-28T13:53:49.557" v="16029" actId="2696"/>
        <pc:sldMkLst>
          <pc:docMk/>
          <pc:sldMk cId="4035143003" sldId="394"/>
        </pc:sldMkLst>
        <pc:picChg chg="add del">
          <ac:chgData name="Amilcar Jose Rodriguez Barrios" userId="efa7753a-59bf-44f0-ad53-c3388f48cff0" providerId="ADAL" clId="{2B0C0FD6-3820-41E9-897F-3AE7A25CB7E2}" dt="2020-12-19T23:27:49.614" v="7420"/>
          <ac:picMkLst>
            <pc:docMk/>
            <pc:sldMk cId="4035143003" sldId="394"/>
            <ac:picMk id="192" creationId="{47A3E95B-2EAD-40F2-B22E-316D30FD07BE}"/>
          </ac:picMkLst>
        </pc:picChg>
      </pc:sldChg>
      <pc:sldChg chg="addSp delSp modSp ord">
        <pc:chgData name="Amilcar Jose Rodriguez Barrios" userId="efa7753a-59bf-44f0-ad53-c3388f48cff0" providerId="ADAL" clId="{2B0C0FD6-3820-41E9-897F-3AE7A25CB7E2}" dt="2020-12-28T14:50:52.247" v="16910"/>
        <pc:sldMkLst>
          <pc:docMk/>
          <pc:sldMk cId="1284327744" sldId="395"/>
        </pc:sldMkLst>
        <pc:spChg chg="mod">
          <ac:chgData name="Amilcar Jose Rodriguez Barrios" userId="efa7753a-59bf-44f0-ad53-c3388f48cff0" providerId="ADAL" clId="{2B0C0FD6-3820-41E9-897F-3AE7A25CB7E2}" dt="2020-12-28T13:19:43.331" v="14561" actId="13926"/>
          <ac:spMkLst>
            <pc:docMk/>
            <pc:sldMk cId="1284327744" sldId="395"/>
            <ac:spMk id="5" creationId="{5C7A3361-25FD-4A68-A3DB-2C5BAC5CCB3E}"/>
          </ac:spMkLst>
        </pc:spChg>
        <pc:spChg chg="mod">
          <ac:chgData name="Amilcar Jose Rodriguez Barrios" userId="efa7753a-59bf-44f0-ad53-c3388f48cff0" providerId="ADAL" clId="{2B0C0FD6-3820-41E9-897F-3AE7A25CB7E2}" dt="2020-12-19T23:52:01.585" v="8338" actId="113"/>
          <ac:spMkLst>
            <pc:docMk/>
            <pc:sldMk cId="1284327744" sldId="395"/>
            <ac:spMk id="7" creationId="{801B5550-5A88-494E-ADA6-3AF2E3D60E35}"/>
          </ac:spMkLst>
        </pc:spChg>
        <pc:spChg chg="mod">
          <ac:chgData name="Amilcar Jose Rodriguez Barrios" userId="efa7753a-59bf-44f0-ad53-c3388f48cff0" providerId="ADAL" clId="{2B0C0FD6-3820-41E9-897F-3AE7A25CB7E2}" dt="2020-12-28T13:19:46.790" v="14562" actId="1076"/>
          <ac:spMkLst>
            <pc:docMk/>
            <pc:sldMk cId="1284327744" sldId="395"/>
            <ac:spMk id="12" creationId="{B4982BF0-AE88-438A-A9F8-5FC1562A8A7F}"/>
          </ac:spMkLst>
        </pc:spChg>
        <pc:spChg chg="del">
          <ac:chgData name="Amilcar Jose Rodriguez Barrios" userId="efa7753a-59bf-44f0-ad53-c3388f48cff0" providerId="ADAL" clId="{2B0C0FD6-3820-41E9-897F-3AE7A25CB7E2}" dt="2020-12-28T14:08:37.527" v="16327" actId="478"/>
          <ac:spMkLst>
            <pc:docMk/>
            <pc:sldMk cId="1284327744" sldId="395"/>
            <ac:spMk id="13" creationId="{5CC3E3D0-5663-40D9-8625-8938B3626C35}"/>
          </ac:spMkLst>
        </pc:spChg>
        <pc:spChg chg="add">
          <ac:chgData name="Amilcar Jose Rodriguez Barrios" userId="efa7753a-59bf-44f0-ad53-c3388f48cff0" providerId="ADAL" clId="{2B0C0FD6-3820-41E9-897F-3AE7A25CB7E2}" dt="2020-12-28T14:08:33.716" v="16326"/>
          <ac:spMkLst>
            <pc:docMk/>
            <pc:sldMk cId="1284327744" sldId="395"/>
            <ac:spMk id="16" creationId="{2A8A5283-84FF-4FF4-8EEC-E31F80FE08BB}"/>
          </ac:spMkLst>
        </pc:spChg>
        <pc:spChg chg="mod">
          <ac:chgData name="Amilcar Jose Rodriguez Barrios" userId="efa7753a-59bf-44f0-ad53-c3388f48cff0" providerId="ADAL" clId="{2B0C0FD6-3820-41E9-897F-3AE7A25CB7E2}" dt="2020-12-28T13:19:39.864" v="14560" actId="20577"/>
          <ac:spMkLst>
            <pc:docMk/>
            <pc:sldMk cId="1284327744" sldId="395"/>
            <ac:spMk id="17" creationId="{53A47E7F-38EA-4121-AAC6-1A890D02751B}"/>
          </ac:spMkLst>
        </pc:spChg>
        <pc:spChg chg="add">
          <ac:chgData name="Amilcar Jose Rodriguez Barrios" userId="efa7753a-59bf-44f0-ad53-c3388f48cff0" providerId="ADAL" clId="{2B0C0FD6-3820-41E9-897F-3AE7A25CB7E2}" dt="2020-12-28T14:08:41.829" v="16328"/>
          <ac:spMkLst>
            <pc:docMk/>
            <pc:sldMk cId="1284327744" sldId="395"/>
            <ac:spMk id="18" creationId="{D9D9E7B7-7DD4-4331-831D-CC01C60D8585}"/>
          </ac:spMkLst>
        </pc:spChg>
        <pc:picChg chg="del">
          <ac:chgData name="Amilcar Jose Rodriguez Barrios" userId="efa7753a-59bf-44f0-ad53-c3388f48cff0" providerId="ADAL" clId="{2B0C0FD6-3820-41E9-897F-3AE7A25CB7E2}" dt="2020-12-28T14:08:37.527" v="16327" actId="478"/>
          <ac:picMkLst>
            <pc:docMk/>
            <pc:sldMk cId="1284327744" sldId="395"/>
            <ac:picMk id="14" creationId="{DEA92E63-B2E7-4088-8E80-A5063FCE4C69}"/>
          </ac:picMkLst>
        </pc:picChg>
        <pc:picChg chg="add">
          <ac:chgData name="Amilcar Jose Rodriguez Barrios" userId="efa7753a-59bf-44f0-ad53-c3388f48cff0" providerId="ADAL" clId="{2B0C0FD6-3820-41E9-897F-3AE7A25CB7E2}" dt="2020-12-28T14:08:41.829" v="16328"/>
          <ac:picMkLst>
            <pc:docMk/>
            <pc:sldMk cId="1284327744" sldId="395"/>
            <ac:picMk id="19" creationId="{59F9E372-684A-41FD-B2ED-3370B322D160}"/>
          </ac:picMkLst>
        </pc:picChg>
        <pc:picChg chg="add">
          <ac:chgData name="Amilcar Jose Rodriguez Barrios" userId="efa7753a-59bf-44f0-ad53-c3388f48cff0" providerId="ADAL" clId="{2B0C0FD6-3820-41E9-897F-3AE7A25CB7E2}" dt="2020-12-28T14:23:01.050" v="16526"/>
          <ac:picMkLst>
            <pc:docMk/>
            <pc:sldMk cId="1284327744" sldId="395"/>
            <ac:picMk id="20" creationId="{779B40A4-BC6C-4F9D-AD1C-110A8657E443}"/>
          </ac:picMkLst>
        </pc:picChg>
        <pc:picChg chg="add">
          <ac:chgData name="Amilcar Jose Rodriguez Barrios" userId="efa7753a-59bf-44f0-ad53-c3388f48cff0" providerId="ADAL" clId="{2B0C0FD6-3820-41E9-897F-3AE7A25CB7E2}" dt="2020-12-28T14:50:52.247" v="16910"/>
          <ac:picMkLst>
            <pc:docMk/>
            <pc:sldMk cId="1284327744" sldId="395"/>
            <ac:picMk id="21" creationId="{DB166C56-AEEB-4D61-B6C2-E82379071E78}"/>
          </ac:picMkLst>
        </pc:picChg>
        <pc:cxnChg chg="add">
          <ac:chgData name="Amilcar Jose Rodriguez Barrios" userId="efa7753a-59bf-44f0-ad53-c3388f48cff0" providerId="ADAL" clId="{2B0C0FD6-3820-41E9-897F-3AE7A25CB7E2}" dt="2020-12-28T14:08:33.716" v="16326"/>
          <ac:cxnSpMkLst>
            <pc:docMk/>
            <pc:sldMk cId="1284327744" sldId="395"/>
            <ac:cxnSpMk id="15" creationId="{08920A91-0143-4808-8884-3F8803901736}"/>
          </ac:cxnSpMkLst>
        </pc:cxnChg>
      </pc:sldChg>
      <pc:sldChg chg="addSp delSp modSp">
        <pc:chgData name="Amilcar Jose Rodriguez Barrios" userId="efa7753a-59bf-44f0-ad53-c3388f48cff0" providerId="ADAL" clId="{2B0C0FD6-3820-41E9-897F-3AE7A25CB7E2}" dt="2020-12-28T13:42:53.147" v="15719"/>
        <pc:sldMkLst>
          <pc:docMk/>
          <pc:sldMk cId="538824936" sldId="601"/>
        </pc:sldMkLst>
        <pc:spChg chg="mod">
          <ac:chgData name="Amilcar Jose Rodriguez Barrios" userId="efa7753a-59bf-44f0-ad53-c3388f48cff0" providerId="ADAL" clId="{2B0C0FD6-3820-41E9-897F-3AE7A25CB7E2}" dt="2020-12-28T13:38:11.998" v="15657" actId="255"/>
          <ac:spMkLst>
            <pc:docMk/>
            <pc:sldMk cId="538824936" sldId="601"/>
            <ac:spMk id="13" creationId="{0C8BAEB0-0DAD-4BE8-A19C-297A16056ACD}"/>
          </ac:spMkLst>
        </pc:spChg>
        <pc:spChg chg="mod">
          <ac:chgData name="Amilcar Jose Rodriguez Barrios" userId="efa7753a-59bf-44f0-ad53-c3388f48cff0" providerId="ADAL" clId="{2B0C0FD6-3820-41E9-897F-3AE7A25CB7E2}" dt="2020-12-28T13:39:15.199" v="15678" actId="255"/>
          <ac:spMkLst>
            <pc:docMk/>
            <pc:sldMk cId="538824936" sldId="601"/>
            <ac:spMk id="14" creationId="{7E9215BE-CA9D-48B3-BE39-3FD38231472A}"/>
          </ac:spMkLst>
        </pc:spChg>
        <pc:spChg chg="add">
          <ac:chgData name="Amilcar Jose Rodriguez Barrios" userId="efa7753a-59bf-44f0-ad53-c3388f48cff0" providerId="ADAL" clId="{2B0C0FD6-3820-41E9-897F-3AE7A25CB7E2}" dt="2020-12-28T13:38:17.941" v="15660"/>
          <ac:spMkLst>
            <pc:docMk/>
            <pc:sldMk cId="538824936" sldId="601"/>
            <ac:spMk id="15" creationId="{0A5E69A4-E26C-44C6-A4ED-FA387B7D2DEB}"/>
          </ac:spMkLst>
        </pc:spChg>
        <pc:spChg chg="add mod">
          <ac:chgData name="Amilcar Jose Rodriguez Barrios" userId="efa7753a-59bf-44f0-ad53-c3388f48cff0" providerId="ADAL" clId="{2B0C0FD6-3820-41E9-897F-3AE7A25CB7E2}" dt="2020-12-28T13:38:21.211" v="15666" actId="20577"/>
          <ac:spMkLst>
            <pc:docMk/>
            <pc:sldMk cId="538824936" sldId="601"/>
            <ac:spMk id="16" creationId="{1376D11B-F15C-4A00-A039-95FB98A7B918}"/>
          </ac:spMkLst>
        </pc:spChg>
        <pc:spChg chg="add">
          <ac:chgData name="Amilcar Jose Rodriguez Barrios" userId="efa7753a-59bf-44f0-ad53-c3388f48cff0" providerId="ADAL" clId="{2B0C0FD6-3820-41E9-897F-3AE7A25CB7E2}" dt="2020-12-28T13:42:53.147" v="15719"/>
          <ac:spMkLst>
            <pc:docMk/>
            <pc:sldMk cId="538824936" sldId="601"/>
            <ac:spMk id="17" creationId="{126467DD-7A6A-43EB-A379-B56D6A2321DD}"/>
          </ac:spMkLst>
        </pc:spChg>
        <pc:spChg chg="del">
          <ac:chgData name="Amilcar Jose Rodriguez Barrios" userId="efa7753a-59bf-44f0-ad53-c3388f48cff0" providerId="ADAL" clId="{2B0C0FD6-3820-41E9-897F-3AE7A25CB7E2}" dt="2020-12-28T13:38:15.263" v="15659" actId="478"/>
          <ac:spMkLst>
            <pc:docMk/>
            <pc:sldMk cId="538824936" sldId="601"/>
            <ac:spMk id="20" creationId="{480247E8-2F3F-40D4-B737-7661E735CF41}"/>
          </ac:spMkLst>
        </pc:spChg>
        <pc:spChg chg="del">
          <ac:chgData name="Amilcar Jose Rodriguez Barrios" userId="efa7753a-59bf-44f0-ad53-c3388f48cff0" providerId="ADAL" clId="{2B0C0FD6-3820-41E9-897F-3AE7A25CB7E2}" dt="2020-12-28T13:38:14.735" v="15658" actId="478"/>
          <ac:spMkLst>
            <pc:docMk/>
            <pc:sldMk cId="538824936" sldId="601"/>
            <ac:spMk id="21" creationId="{6591E8F2-034D-4E3D-96B3-5274CD369733}"/>
          </ac:spMkLst>
        </pc:spChg>
        <pc:spChg chg="del">
          <ac:chgData name="Amilcar Jose Rodriguez Barrios" userId="efa7753a-59bf-44f0-ad53-c3388f48cff0" providerId="ADAL" clId="{2B0C0FD6-3820-41E9-897F-3AE7A25CB7E2}" dt="2020-12-28T13:42:50.657" v="15717" actId="478"/>
          <ac:spMkLst>
            <pc:docMk/>
            <pc:sldMk cId="538824936" sldId="601"/>
            <ac:spMk id="23" creationId="{78A14923-C5D3-476B-AAC8-1B99155A58F9}"/>
          </ac:spMkLst>
        </pc:spChg>
        <pc:picChg chg="add">
          <ac:chgData name="Amilcar Jose Rodriguez Barrios" userId="efa7753a-59bf-44f0-ad53-c3388f48cff0" providerId="ADAL" clId="{2B0C0FD6-3820-41E9-897F-3AE7A25CB7E2}" dt="2020-12-28T13:42:53.147" v="15719"/>
          <ac:picMkLst>
            <pc:docMk/>
            <pc:sldMk cId="538824936" sldId="601"/>
            <ac:picMk id="18" creationId="{C06306C8-5BB8-4372-BEEF-5AC0302232B7}"/>
          </ac:picMkLst>
        </pc:picChg>
        <pc:picChg chg="del">
          <ac:chgData name="Amilcar Jose Rodriguez Barrios" userId="efa7753a-59bf-44f0-ad53-c3388f48cff0" providerId="ADAL" clId="{2B0C0FD6-3820-41E9-897F-3AE7A25CB7E2}" dt="2020-12-28T13:42:52.828" v="15718" actId="478"/>
          <ac:picMkLst>
            <pc:docMk/>
            <pc:sldMk cId="538824936" sldId="601"/>
            <ac:picMk id="24" creationId="{73D03B6A-BAB9-4EAF-876B-D5B278CDE09F}"/>
          </ac:picMkLst>
        </pc:picChg>
      </pc:sldChg>
      <pc:sldChg chg="addSp delSp">
        <pc:chgData name="Amilcar Jose Rodriguez Barrios" userId="efa7753a-59bf-44f0-ad53-c3388f48cff0" providerId="ADAL" clId="{2B0C0FD6-3820-41E9-897F-3AE7A25CB7E2}" dt="2020-12-28T14:47:36.507" v="16895"/>
        <pc:sldMkLst>
          <pc:docMk/>
          <pc:sldMk cId="2647013260" sldId="3600"/>
        </pc:sldMkLst>
        <pc:spChg chg="del">
          <ac:chgData name="Amilcar Jose Rodriguez Barrios" userId="efa7753a-59bf-44f0-ad53-c3388f48cff0" providerId="ADAL" clId="{2B0C0FD6-3820-41E9-897F-3AE7A25CB7E2}" dt="2020-12-28T14:47:35.470" v="16893" actId="478"/>
          <ac:spMkLst>
            <pc:docMk/>
            <pc:sldMk cId="2647013260" sldId="3600"/>
            <ac:spMk id="24" creationId="{5D31BDC5-E4C9-4817-AE83-A05951FB5BD8}"/>
          </ac:spMkLst>
        </pc:spChg>
        <pc:spChg chg="add del">
          <ac:chgData name="Amilcar Jose Rodriguez Barrios" userId="efa7753a-59bf-44f0-ad53-c3388f48cff0" providerId="ADAL" clId="{2B0C0FD6-3820-41E9-897F-3AE7A25CB7E2}" dt="2020-12-28T14:47:36.507" v="16895"/>
          <ac:spMkLst>
            <pc:docMk/>
            <pc:sldMk cId="2647013260" sldId="3600"/>
            <ac:spMk id="28" creationId="{3CAC2C9D-97E0-485A-994E-B7E3904B3B0D}"/>
          </ac:spMkLst>
        </pc:spChg>
        <pc:picChg chg="add del">
          <ac:chgData name="Amilcar Jose Rodriguez Barrios" userId="efa7753a-59bf-44f0-ad53-c3388f48cff0" providerId="ADAL" clId="{2B0C0FD6-3820-41E9-897F-3AE7A25CB7E2}" dt="2020-12-28T14:47:36.507" v="16895"/>
          <ac:picMkLst>
            <pc:docMk/>
            <pc:sldMk cId="2647013260" sldId="3600"/>
            <ac:picMk id="29" creationId="{B72887DF-70E9-4C8F-8D24-F09296E41DCE}"/>
          </ac:picMkLst>
        </pc:picChg>
        <pc:cxnChg chg="add del">
          <ac:chgData name="Amilcar Jose Rodriguez Barrios" userId="efa7753a-59bf-44f0-ad53-c3388f48cff0" providerId="ADAL" clId="{2B0C0FD6-3820-41E9-897F-3AE7A25CB7E2}" dt="2020-12-28T14:47:36.507" v="16895"/>
          <ac:cxnSpMkLst>
            <pc:docMk/>
            <pc:sldMk cId="2647013260" sldId="3600"/>
            <ac:cxnSpMk id="21" creationId="{39913708-F304-456E-933E-924DF61E1C3B}"/>
          </ac:cxnSpMkLst>
        </pc:cxnChg>
        <pc:cxnChg chg="del">
          <ac:chgData name="Amilcar Jose Rodriguez Barrios" userId="efa7753a-59bf-44f0-ad53-c3388f48cff0" providerId="ADAL" clId="{2B0C0FD6-3820-41E9-897F-3AE7A25CB7E2}" dt="2020-12-28T14:47:35.470" v="16893" actId="478"/>
          <ac:cxnSpMkLst>
            <pc:docMk/>
            <pc:sldMk cId="2647013260" sldId="3600"/>
            <ac:cxnSpMk id="27" creationId="{EACC1D7A-2260-4ED9-8C22-AAA5B1448BDC}"/>
          </ac:cxnSpMkLst>
        </pc:cxnChg>
      </pc:sldChg>
      <pc:sldChg chg="modSp del">
        <pc:chgData name="Amilcar Jose Rodriguez Barrios" userId="efa7753a-59bf-44f0-ad53-c3388f48cff0" providerId="ADAL" clId="{2B0C0FD6-3820-41E9-897F-3AE7A25CB7E2}" dt="2020-12-28T14:32:21.842" v="16744" actId="2696"/>
        <pc:sldMkLst>
          <pc:docMk/>
          <pc:sldMk cId="911262559" sldId="4284"/>
        </pc:sldMkLst>
        <pc:spChg chg="mod">
          <ac:chgData name="Amilcar Jose Rodriguez Barrios" userId="efa7753a-59bf-44f0-ad53-c3388f48cff0" providerId="ADAL" clId="{2B0C0FD6-3820-41E9-897F-3AE7A25CB7E2}" dt="2020-12-28T14:31:39.199" v="16738" actId="122"/>
          <ac:spMkLst>
            <pc:docMk/>
            <pc:sldMk cId="911262559" sldId="4284"/>
            <ac:spMk id="21" creationId="{0259B88E-5CE1-48BC-BE9F-90EF88E03F1C}"/>
          </ac:spMkLst>
        </pc:spChg>
      </pc:sldChg>
      <pc:sldChg chg="del">
        <pc:chgData name="Amilcar Jose Rodriguez Barrios" userId="efa7753a-59bf-44f0-ad53-c3388f48cff0" providerId="ADAL" clId="{2B0C0FD6-3820-41E9-897F-3AE7A25CB7E2}" dt="2020-12-28T14:32:53.302" v="16751" actId="2696"/>
        <pc:sldMkLst>
          <pc:docMk/>
          <pc:sldMk cId="1286416875" sldId="4285"/>
        </pc:sldMkLst>
      </pc:sldChg>
      <pc:sldChg chg="add del">
        <pc:chgData name="Amilcar Jose Rodriguez Barrios" userId="efa7753a-59bf-44f0-ad53-c3388f48cff0" providerId="ADAL" clId="{2B0C0FD6-3820-41E9-897F-3AE7A25CB7E2}" dt="2020-12-28T14:13:43.313" v="16414" actId="2696"/>
        <pc:sldMkLst>
          <pc:docMk/>
          <pc:sldMk cId="870449431" sldId="4332"/>
        </pc:sldMkLst>
      </pc:sldChg>
      <pc:sldChg chg="del">
        <pc:chgData name="Amilcar Jose Rodriguez Barrios" userId="efa7753a-59bf-44f0-ad53-c3388f48cff0" providerId="ADAL" clId="{2B0C0FD6-3820-41E9-897F-3AE7A25CB7E2}" dt="2020-12-28T14:15:34.689" v="16448" actId="2696"/>
        <pc:sldMkLst>
          <pc:docMk/>
          <pc:sldMk cId="3811605275" sldId="4333"/>
        </pc:sldMkLst>
      </pc:sldChg>
      <pc:sldChg chg="del">
        <pc:chgData name="Amilcar Jose Rodriguez Barrios" userId="efa7753a-59bf-44f0-ad53-c3388f48cff0" providerId="ADAL" clId="{2B0C0FD6-3820-41E9-897F-3AE7A25CB7E2}" dt="2020-12-28T14:16:19.923" v="16455" actId="2696"/>
        <pc:sldMkLst>
          <pc:docMk/>
          <pc:sldMk cId="3318682441" sldId="4337"/>
        </pc:sldMkLst>
      </pc:sldChg>
      <pc:sldChg chg="del">
        <pc:chgData name="Amilcar Jose Rodriguez Barrios" userId="efa7753a-59bf-44f0-ad53-c3388f48cff0" providerId="ADAL" clId="{2B0C0FD6-3820-41E9-897F-3AE7A25CB7E2}" dt="2020-12-28T14:19:40.204" v="16469" actId="2696"/>
        <pc:sldMkLst>
          <pc:docMk/>
          <pc:sldMk cId="1753342848" sldId="4340"/>
        </pc:sldMkLst>
      </pc:sldChg>
      <pc:sldChg chg="del">
        <pc:chgData name="Amilcar Jose Rodriguez Barrios" userId="efa7753a-59bf-44f0-ad53-c3388f48cff0" providerId="ADAL" clId="{2B0C0FD6-3820-41E9-897F-3AE7A25CB7E2}" dt="2020-12-28T14:20:10.418" v="16478" actId="2696"/>
        <pc:sldMkLst>
          <pc:docMk/>
          <pc:sldMk cId="889825410" sldId="4342"/>
        </pc:sldMkLst>
      </pc:sldChg>
      <pc:sldChg chg="del">
        <pc:chgData name="Amilcar Jose Rodriguez Barrios" userId="efa7753a-59bf-44f0-ad53-c3388f48cff0" providerId="ADAL" clId="{2B0C0FD6-3820-41E9-897F-3AE7A25CB7E2}" dt="2020-12-28T14:20:58.944" v="16484" actId="2696"/>
        <pc:sldMkLst>
          <pc:docMk/>
          <pc:sldMk cId="1712946955" sldId="4343"/>
        </pc:sldMkLst>
      </pc:sldChg>
      <pc:sldChg chg="del">
        <pc:chgData name="Amilcar Jose Rodriguez Barrios" userId="efa7753a-59bf-44f0-ad53-c3388f48cff0" providerId="ADAL" clId="{2B0C0FD6-3820-41E9-897F-3AE7A25CB7E2}" dt="2020-12-28T14:18:36.989" v="16462" actId="2696"/>
        <pc:sldMkLst>
          <pc:docMk/>
          <pc:sldMk cId="157483651" sldId="2076136582"/>
        </pc:sldMkLst>
      </pc:sldChg>
      <pc:sldChg chg="modSp del">
        <pc:chgData name="Amilcar Jose Rodriguez Barrios" userId="efa7753a-59bf-44f0-ad53-c3388f48cff0" providerId="ADAL" clId="{2B0C0FD6-3820-41E9-897F-3AE7A25CB7E2}" dt="2020-12-28T13:38:06.643" v="15656" actId="2696"/>
        <pc:sldMkLst>
          <pc:docMk/>
          <pc:sldMk cId="3605071185" sldId="2076136601"/>
        </pc:sldMkLst>
        <pc:spChg chg="mod">
          <ac:chgData name="Amilcar Jose Rodriguez Barrios" userId="efa7753a-59bf-44f0-ad53-c3388f48cff0" providerId="ADAL" clId="{2B0C0FD6-3820-41E9-897F-3AE7A25CB7E2}" dt="2020-12-28T13:37:34.156" v="15654" actId="108"/>
          <ac:spMkLst>
            <pc:docMk/>
            <pc:sldMk cId="3605071185" sldId="2076136601"/>
            <ac:spMk id="19" creationId="{1D907421-4797-4BC5-98FB-49D04FCB98B3}"/>
          </ac:spMkLst>
        </pc:spChg>
      </pc:sldChg>
      <pc:sldChg chg="del">
        <pc:chgData name="Amilcar Jose Rodriguez Barrios" userId="efa7753a-59bf-44f0-ad53-c3388f48cff0" providerId="ADAL" clId="{2B0C0FD6-3820-41E9-897F-3AE7A25CB7E2}" dt="2020-12-28T13:55:02.614" v="16039" actId="2696"/>
        <pc:sldMkLst>
          <pc:docMk/>
          <pc:sldMk cId="1084239216" sldId="2076136606"/>
        </pc:sldMkLst>
      </pc:sldChg>
      <pc:sldChg chg="addSp delSp del">
        <pc:chgData name="Amilcar Jose Rodriguez Barrios" userId="efa7753a-59bf-44f0-ad53-c3388f48cff0" providerId="ADAL" clId="{2B0C0FD6-3820-41E9-897F-3AE7A25CB7E2}" dt="2020-12-28T13:56:00.439" v="16049" actId="2696"/>
        <pc:sldMkLst>
          <pc:docMk/>
          <pc:sldMk cId="3186516514" sldId="2076136607"/>
        </pc:sldMkLst>
        <pc:picChg chg="add del">
          <ac:chgData name="Amilcar Jose Rodriguez Barrios" userId="efa7753a-59bf-44f0-ad53-c3388f48cff0" providerId="ADAL" clId="{2B0C0FD6-3820-41E9-897F-3AE7A25CB7E2}" dt="2020-12-19T23:27:35.410" v="7414" actId="478"/>
          <ac:picMkLst>
            <pc:docMk/>
            <pc:sldMk cId="3186516514" sldId="2076136607"/>
            <ac:picMk id="92" creationId="{98B44C1E-F770-4213-8850-DB5A21249C1D}"/>
          </ac:picMkLst>
        </pc:picChg>
      </pc:sldChg>
      <pc:sldChg chg="del">
        <pc:chgData name="Amilcar Jose Rodriguez Barrios" userId="efa7753a-59bf-44f0-ad53-c3388f48cff0" providerId="ADAL" clId="{2B0C0FD6-3820-41E9-897F-3AE7A25CB7E2}" dt="2020-12-28T13:56:17.128" v="16051" actId="2696"/>
        <pc:sldMkLst>
          <pc:docMk/>
          <pc:sldMk cId="1195475652" sldId="2076136608"/>
        </pc:sldMkLst>
      </pc:sldChg>
      <pc:sldChg chg="addSp delSp del">
        <pc:chgData name="Amilcar Jose Rodriguez Barrios" userId="efa7753a-59bf-44f0-ad53-c3388f48cff0" providerId="ADAL" clId="{2B0C0FD6-3820-41E9-897F-3AE7A25CB7E2}" dt="2020-12-28T13:56:40.440" v="16069" actId="2696"/>
        <pc:sldMkLst>
          <pc:docMk/>
          <pc:sldMk cId="2084398434" sldId="2076136609"/>
        </pc:sldMkLst>
        <pc:picChg chg="add del">
          <ac:chgData name="Amilcar Jose Rodriguez Barrios" userId="efa7753a-59bf-44f0-ad53-c3388f48cff0" providerId="ADAL" clId="{2B0C0FD6-3820-41E9-897F-3AE7A25CB7E2}" dt="2020-12-19T23:28:01.159" v="7421" actId="478"/>
          <ac:picMkLst>
            <pc:docMk/>
            <pc:sldMk cId="2084398434" sldId="2076136609"/>
            <ac:picMk id="92" creationId="{BC8CB558-7C84-48F0-8057-F01EEAE3620D}"/>
          </ac:picMkLst>
        </pc:picChg>
      </pc:sldChg>
      <pc:sldChg chg="addSp del">
        <pc:chgData name="Amilcar Jose Rodriguez Barrios" userId="efa7753a-59bf-44f0-ad53-c3388f48cff0" providerId="ADAL" clId="{2B0C0FD6-3820-41E9-897F-3AE7A25CB7E2}" dt="2020-12-28T13:53:19.079" v="16023" actId="2696"/>
        <pc:sldMkLst>
          <pc:docMk/>
          <pc:sldMk cId="1551509644" sldId="2076136695"/>
        </pc:sldMkLst>
        <pc:picChg chg="add">
          <ac:chgData name="Amilcar Jose Rodriguez Barrios" userId="efa7753a-59bf-44f0-ad53-c3388f48cff0" providerId="ADAL" clId="{2B0C0FD6-3820-41E9-897F-3AE7A25CB7E2}" dt="2020-12-19T23:27:44.398" v="7418"/>
          <ac:picMkLst>
            <pc:docMk/>
            <pc:sldMk cId="1551509644" sldId="2076136695"/>
            <ac:picMk id="5" creationId="{7F569452-4284-4A3F-A33C-C8FB9972DCBC}"/>
          </ac:picMkLst>
        </pc:picChg>
      </pc:sldChg>
      <pc:sldChg chg="addSp delSp del">
        <pc:chgData name="Amilcar Jose Rodriguez Barrios" userId="efa7753a-59bf-44f0-ad53-c3388f48cff0" providerId="ADAL" clId="{2B0C0FD6-3820-41E9-897F-3AE7A25CB7E2}" dt="2020-12-28T14:30:34.233" v="16722" actId="2696"/>
        <pc:sldMkLst>
          <pc:docMk/>
          <pc:sldMk cId="3498197360" sldId="2076136762"/>
        </pc:sldMkLst>
        <pc:spChg chg="add del">
          <ac:chgData name="Amilcar Jose Rodriguez Barrios" userId="efa7753a-59bf-44f0-ad53-c3388f48cff0" providerId="ADAL" clId="{2B0C0FD6-3820-41E9-897F-3AE7A25CB7E2}" dt="2020-12-28T14:29:23.625" v="16693" actId="478"/>
          <ac:spMkLst>
            <pc:docMk/>
            <pc:sldMk cId="3498197360" sldId="2076136762"/>
            <ac:spMk id="6" creationId="{F82363B3-2C78-45C7-975A-58E884C13536}"/>
          </ac:spMkLst>
        </pc:spChg>
      </pc:sldChg>
      <pc:sldChg chg="del">
        <pc:chgData name="Amilcar Jose Rodriguez Barrios" userId="efa7753a-59bf-44f0-ad53-c3388f48cff0" providerId="ADAL" clId="{2B0C0FD6-3820-41E9-897F-3AE7A25CB7E2}" dt="2020-12-28T14:31:32.630" v="16736" actId="2696"/>
        <pc:sldMkLst>
          <pc:docMk/>
          <pc:sldMk cId="1384884872" sldId="2076136763"/>
        </pc:sldMkLst>
      </pc:sldChg>
      <pc:sldChg chg="addSp modSp add del ord">
        <pc:chgData name="Amilcar Jose Rodriguez Barrios" userId="efa7753a-59bf-44f0-ad53-c3388f48cff0" providerId="ADAL" clId="{2B0C0FD6-3820-41E9-897F-3AE7A25CB7E2}" dt="2020-12-28T14:03:36.861" v="16201" actId="2696"/>
        <pc:sldMkLst>
          <pc:docMk/>
          <pc:sldMk cId="3525879663" sldId="2076136787"/>
        </pc:sldMkLst>
        <pc:spChg chg="mod">
          <ac:chgData name="Amilcar Jose Rodriguez Barrios" userId="efa7753a-59bf-44f0-ad53-c3388f48cff0" providerId="ADAL" clId="{2B0C0FD6-3820-41E9-897F-3AE7A25CB7E2}" dt="2020-12-28T13:15:07.732" v="14478" actId="20577"/>
          <ac:spMkLst>
            <pc:docMk/>
            <pc:sldMk cId="3525879663" sldId="2076136787"/>
            <ac:spMk id="3" creationId="{F4E88250-78F5-42AE-AFC7-94E60F8A7FBA}"/>
          </ac:spMkLst>
        </pc:spChg>
        <pc:spChg chg="mod">
          <ac:chgData name="Amilcar Jose Rodriguez Barrios" userId="efa7753a-59bf-44f0-ad53-c3388f48cff0" providerId="ADAL" clId="{2B0C0FD6-3820-41E9-897F-3AE7A25CB7E2}" dt="2020-12-28T13:14:56.800" v="14476" actId="113"/>
          <ac:spMkLst>
            <pc:docMk/>
            <pc:sldMk cId="3525879663" sldId="2076136787"/>
            <ac:spMk id="8" creationId="{751B2FA0-6312-4593-AE37-7B61BC680027}"/>
          </ac:spMkLst>
        </pc:spChg>
        <pc:spChg chg="mod">
          <ac:chgData name="Amilcar Jose Rodriguez Barrios" userId="efa7753a-59bf-44f0-ad53-c3388f48cff0" providerId="ADAL" clId="{2B0C0FD6-3820-41E9-897F-3AE7A25CB7E2}" dt="2020-12-28T13:11:22.653" v="14344" actId="14100"/>
          <ac:spMkLst>
            <pc:docMk/>
            <pc:sldMk cId="3525879663" sldId="2076136787"/>
            <ac:spMk id="10" creationId="{CA57D0CC-8E86-4343-98E0-DCDCBE98B4A6}"/>
          </ac:spMkLst>
        </pc:spChg>
        <pc:spChg chg="mod">
          <ac:chgData name="Amilcar Jose Rodriguez Barrios" userId="efa7753a-59bf-44f0-ad53-c3388f48cff0" providerId="ADAL" clId="{2B0C0FD6-3820-41E9-897F-3AE7A25CB7E2}" dt="2020-12-28T13:11:22.653" v="14344" actId="14100"/>
          <ac:spMkLst>
            <pc:docMk/>
            <pc:sldMk cId="3525879663" sldId="2076136787"/>
            <ac:spMk id="13" creationId="{34827B6A-D126-4B9E-A287-D60CE49B931A}"/>
          </ac:spMkLst>
        </pc:spChg>
        <pc:spChg chg="mod">
          <ac:chgData name="Amilcar Jose Rodriguez Barrios" userId="efa7753a-59bf-44f0-ad53-c3388f48cff0" providerId="ADAL" clId="{2B0C0FD6-3820-41E9-897F-3AE7A25CB7E2}" dt="2020-12-28T13:11:10.542" v="14295" actId="1036"/>
          <ac:spMkLst>
            <pc:docMk/>
            <pc:sldMk cId="3525879663" sldId="2076136787"/>
            <ac:spMk id="21" creationId="{BA1E22E7-5696-4BB0-BE0B-EACE1208A57A}"/>
          </ac:spMkLst>
        </pc:spChg>
        <pc:spChg chg="mod">
          <ac:chgData name="Amilcar Jose Rodriguez Barrios" userId="efa7753a-59bf-44f0-ad53-c3388f48cff0" providerId="ADAL" clId="{2B0C0FD6-3820-41E9-897F-3AE7A25CB7E2}" dt="2020-12-28T13:05:45.367" v="13879" actId="13926"/>
          <ac:spMkLst>
            <pc:docMk/>
            <pc:sldMk cId="3525879663" sldId="2076136787"/>
            <ac:spMk id="22" creationId="{539BBE24-867E-4AF5-A55D-3C87EB8F65D8}"/>
          </ac:spMkLst>
        </pc:spChg>
        <pc:graphicFrameChg chg="mod">
          <ac:chgData name="Amilcar Jose Rodriguez Barrios" userId="efa7753a-59bf-44f0-ad53-c3388f48cff0" providerId="ADAL" clId="{2B0C0FD6-3820-41E9-897F-3AE7A25CB7E2}" dt="2020-12-28T13:11:22.653" v="14344" actId="14100"/>
          <ac:graphicFrameMkLst>
            <pc:docMk/>
            <pc:sldMk cId="3525879663" sldId="2076136787"/>
            <ac:graphicFrameMk id="24" creationId="{0E921477-F3F7-45B8-8F33-7A9A097D7B74}"/>
          </ac:graphicFrameMkLst>
        </pc:graphicFrameChg>
        <pc:picChg chg="add">
          <ac:chgData name="Amilcar Jose Rodriguez Barrios" userId="efa7753a-59bf-44f0-ad53-c3388f48cff0" providerId="ADAL" clId="{2B0C0FD6-3820-41E9-897F-3AE7A25CB7E2}" dt="2020-12-19T23:27:20.603" v="7407"/>
          <ac:picMkLst>
            <pc:docMk/>
            <pc:sldMk cId="3525879663" sldId="2076136787"/>
            <ac:picMk id="12" creationId="{062F1686-A5AC-4830-9DCB-F3BD52AB9616}"/>
          </ac:picMkLst>
        </pc:picChg>
      </pc:sldChg>
      <pc:sldChg chg="addSp delSp modSp">
        <pc:chgData name="Amilcar Jose Rodriguez Barrios" userId="efa7753a-59bf-44f0-ad53-c3388f48cff0" providerId="ADAL" clId="{2B0C0FD6-3820-41E9-897F-3AE7A25CB7E2}" dt="2020-12-28T14:26:53.008" v="16671" actId="1076"/>
        <pc:sldMkLst>
          <pc:docMk/>
          <pc:sldMk cId="271598542" sldId="2076136788"/>
        </pc:sldMkLst>
        <pc:spChg chg="del">
          <ac:chgData name="Amilcar Jose Rodriguez Barrios" userId="efa7753a-59bf-44f0-ad53-c3388f48cff0" providerId="ADAL" clId="{2B0C0FD6-3820-41E9-897F-3AE7A25CB7E2}" dt="2020-12-28T14:26:32.488" v="16652" actId="478"/>
          <ac:spMkLst>
            <pc:docMk/>
            <pc:sldMk cId="271598542" sldId="2076136788"/>
            <ac:spMk id="13" creationId="{AC808C7F-E474-4B5E-B040-745E1CAD9A44}"/>
          </ac:spMkLst>
        </pc:spChg>
        <pc:spChg chg="add del mod">
          <ac:chgData name="Amilcar Jose Rodriguez Barrios" userId="efa7753a-59bf-44f0-ad53-c3388f48cff0" providerId="ADAL" clId="{2B0C0FD6-3820-41E9-897F-3AE7A25CB7E2}" dt="2020-12-28T14:26:24.372" v="16649" actId="478"/>
          <ac:spMkLst>
            <pc:docMk/>
            <pc:sldMk cId="271598542" sldId="2076136788"/>
            <ac:spMk id="15" creationId="{2AA3D025-D83A-4D17-B64C-1DC35FC59D91}"/>
          </ac:spMkLst>
        </pc:spChg>
        <pc:spChg chg="del mod">
          <ac:chgData name="Amilcar Jose Rodriguez Barrios" userId="efa7753a-59bf-44f0-ad53-c3388f48cff0" providerId="ADAL" clId="{2B0C0FD6-3820-41E9-897F-3AE7A25CB7E2}" dt="2020-12-28T14:26:50.421" v="16669" actId="478"/>
          <ac:spMkLst>
            <pc:docMk/>
            <pc:sldMk cId="271598542" sldId="2076136788"/>
            <ac:spMk id="20" creationId="{7679C0EF-13C8-43C3-BFB0-3EBD6A45B1DB}"/>
          </ac:spMkLst>
        </pc:spChg>
        <pc:spChg chg="mod">
          <ac:chgData name="Amilcar Jose Rodriguez Barrios" userId="efa7753a-59bf-44f0-ad53-c3388f48cff0" providerId="ADAL" clId="{2B0C0FD6-3820-41E9-897F-3AE7A25CB7E2}" dt="2020-12-28T14:26:53.008" v="16671" actId="1076"/>
          <ac:spMkLst>
            <pc:docMk/>
            <pc:sldMk cId="271598542" sldId="2076136788"/>
            <ac:spMk id="21" creationId="{130AD15D-B7C8-4AED-A2A2-884EB66425AB}"/>
          </ac:spMkLst>
        </pc:spChg>
        <pc:spChg chg="add del">
          <ac:chgData name="Amilcar Jose Rodriguez Barrios" userId="efa7753a-59bf-44f0-ad53-c3388f48cff0" providerId="ADAL" clId="{2B0C0FD6-3820-41E9-897F-3AE7A25CB7E2}" dt="2020-12-28T14:26:25.897" v="16651"/>
          <ac:spMkLst>
            <pc:docMk/>
            <pc:sldMk cId="271598542" sldId="2076136788"/>
            <ac:spMk id="25" creationId="{72C62C87-9F86-4986-8313-F1CFEC060818}"/>
          </ac:spMkLst>
        </pc:spChg>
        <pc:spChg chg="add">
          <ac:chgData name="Amilcar Jose Rodriguez Barrios" userId="efa7753a-59bf-44f0-ad53-c3388f48cff0" providerId="ADAL" clId="{2B0C0FD6-3820-41E9-897F-3AE7A25CB7E2}" dt="2020-12-28T14:26:32.909" v="16653"/>
          <ac:spMkLst>
            <pc:docMk/>
            <pc:sldMk cId="271598542" sldId="2076136788"/>
            <ac:spMk id="28" creationId="{7000652C-7869-4312-8D45-FAA8B5284D58}"/>
          </ac:spMkLst>
        </pc:spChg>
        <pc:spChg chg="add">
          <ac:chgData name="Amilcar Jose Rodriguez Barrios" userId="efa7753a-59bf-44f0-ad53-c3388f48cff0" providerId="ADAL" clId="{2B0C0FD6-3820-41E9-897F-3AE7A25CB7E2}" dt="2020-12-28T14:26:50.651" v="16670"/>
          <ac:spMkLst>
            <pc:docMk/>
            <pc:sldMk cId="271598542" sldId="2076136788"/>
            <ac:spMk id="30" creationId="{7A2C5B36-CFEF-4BE4-9112-86C6CC6CACC5}"/>
          </ac:spMkLst>
        </pc:spChg>
        <pc:picChg chg="del">
          <ac:chgData name="Amilcar Jose Rodriguez Barrios" userId="efa7753a-59bf-44f0-ad53-c3388f48cff0" providerId="ADAL" clId="{2B0C0FD6-3820-41E9-897F-3AE7A25CB7E2}" dt="2020-12-28T14:26:32.488" v="16652" actId="478"/>
          <ac:picMkLst>
            <pc:docMk/>
            <pc:sldMk cId="271598542" sldId="2076136788"/>
            <ac:picMk id="17" creationId="{27900153-CE62-4B54-8613-C1977E17C036}"/>
          </ac:picMkLst>
        </pc:picChg>
        <pc:picChg chg="add del mod">
          <ac:chgData name="Amilcar Jose Rodriguez Barrios" userId="efa7753a-59bf-44f0-ad53-c3388f48cff0" providerId="ADAL" clId="{2B0C0FD6-3820-41E9-897F-3AE7A25CB7E2}" dt="2020-12-28T14:26:24.372" v="16649" actId="478"/>
          <ac:picMkLst>
            <pc:docMk/>
            <pc:sldMk cId="271598542" sldId="2076136788"/>
            <ac:picMk id="23" creationId="{FDE2EE85-E476-4927-8727-7B1AE0FF4EA3}"/>
          </ac:picMkLst>
        </pc:picChg>
        <pc:picChg chg="add del">
          <ac:chgData name="Amilcar Jose Rodriguez Barrios" userId="efa7753a-59bf-44f0-ad53-c3388f48cff0" providerId="ADAL" clId="{2B0C0FD6-3820-41E9-897F-3AE7A25CB7E2}" dt="2020-12-28T14:26:25.897" v="16651"/>
          <ac:picMkLst>
            <pc:docMk/>
            <pc:sldMk cId="271598542" sldId="2076136788"/>
            <ac:picMk id="26" creationId="{3306000C-7999-43B7-B5EE-496101726366}"/>
          </ac:picMkLst>
        </pc:picChg>
        <pc:picChg chg="add">
          <ac:chgData name="Amilcar Jose Rodriguez Barrios" userId="efa7753a-59bf-44f0-ad53-c3388f48cff0" providerId="ADAL" clId="{2B0C0FD6-3820-41E9-897F-3AE7A25CB7E2}" dt="2020-12-28T14:26:32.909" v="16653"/>
          <ac:picMkLst>
            <pc:docMk/>
            <pc:sldMk cId="271598542" sldId="2076136788"/>
            <ac:picMk id="29" creationId="{C0EF1F2B-DAB9-4029-B818-E8BBF3E4DE92}"/>
          </ac:picMkLst>
        </pc:picChg>
        <pc:cxnChg chg="del">
          <ac:chgData name="Amilcar Jose Rodriguez Barrios" userId="efa7753a-59bf-44f0-ad53-c3388f48cff0" providerId="ADAL" clId="{2B0C0FD6-3820-41E9-897F-3AE7A25CB7E2}" dt="2020-12-28T14:26:24.372" v="16649" actId="478"/>
          <ac:cxnSpMkLst>
            <pc:docMk/>
            <pc:sldMk cId="271598542" sldId="2076136788"/>
            <ac:cxnSpMk id="14" creationId="{04C484D3-04C1-4AC4-AC3A-C643F81C8EF9}"/>
          </ac:cxnSpMkLst>
        </pc:cxnChg>
        <pc:cxnChg chg="add del">
          <ac:chgData name="Amilcar Jose Rodriguez Barrios" userId="efa7753a-59bf-44f0-ad53-c3388f48cff0" providerId="ADAL" clId="{2B0C0FD6-3820-41E9-897F-3AE7A25CB7E2}" dt="2020-12-28T14:26:25.897" v="16651"/>
          <ac:cxnSpMkLst>
            <pc:docMk/>
            <pc:sldMk cId="271598542" sldId="2076136788"/>
            <ac:cxnSpMk id="24" creationId="{EF485897-5D3E-45F3-A26C-6C156A308BEE}"/>
          </ac:cxnSpMkLst>
        </pc:cxnChg>
        <pc:cxnChg chg="add">
          <ac:chgData name="Amilcar Jose Rodriguez Barrios" userId="efa7753a-59bf-44f0-ad53-c3388f48cff0" providerId="ADAL" clId="{2B0C0FD6-3820-41E9-897F-3AE7A25CB7E2}" dt="2020-12-28T14:26:32.909" v="16653"/>
          <ac:cxnSpMkLst>
            <pc:docMk/>
            <pc:sldMk cId="271598542" sldId="2076136788"/>
            <ac:cxnSpMk id="27" creationId="{1409AB33-1472-4A7F-B14E-85360B6390D1}"/>
          </ac:cxnSpMkLst>
        </pc:cxnChg>
      </pc:sldChg>
      <pc:sldChg chg="addSp delSp modSp">
        <pc:chgData name="Amilcar Jose Rodriguez Barrios" userId="efa7753a-59bf-44f0-ad53-c3388f48cff0" providerId="ADAL" clId="{2B0C0FD6-3820-41E9-897F-3AE7A25CB7E2}" dt="2020-12-28T14:24:09.307" v="16593"/>
        <pc:sldMkLst>
          <pc:docMk/>
          <pc:sldMk cId="2760041650" sldId="2076136803"/>
        </pc:sldMkLst>
        <pc:spChg chg="mod">
          <ac:chgData name="Amilcar Jose Rodriguez Barrios" userId="efa7753a-59bf-44f0-ad53-c3388f48cff0" providerId="ADAL" clId="{2B0C0FD6-3820-41E9-897F-3AE7A25CB7E2}" dt="2020-12-28T13:36:24.023" v="15625" actId="1076"/>
          <ac:spMkLst>
            <pc:docMk/>
            <pc:sldMk cId="2760041650" sldId="2076136803"/>
            <ac:spMk id="4" creationId="{C745D0EB-1020-4BDE-B3DE-5CF6BA5CE4BC}"/>
          </ac:spMkLst>
        </pc:spChg>
        <pc:spChg chg="del">
          <ac:chgData name="Amilcar Jose Rodriguez Barrios" userId="efa7753a-59bf-44f0-ad53-c3388f48cff0" providerId="ADAL" clId="{2B0C0FD6-3820-41E9-897F-3AE7A25CB7E2}" dt="2020-12-28T13:35:49.169" v="15612" actId="478"/>
          <ac:spMkLst>
            <pc:docMk/>
            <pc:sldMk cId="2760041650" sldId="2076136803"/>
            <ac:spMk id="8" creationId="{6F9929E7-F7A5-4962-AB48-44D91160599A}"/>
          </ac:spMkLst>
        </pc:spChg>
        <pc:spChg chg="del">
          <ac:chgData name="Amilcar Jose Rodriguez Barrios" userId="efa7753a-59bf-44f0-ad53-c3388f48cff0" providerId="ADAL" clId="{2B0C0FD6-3820-41E9-897F-3AE7A25CB7E2}" dt="2020-12-28T13:35:49.704" v="15613" actId="478"/>
          <ac:spMkLst>
            <pc:docMk/>
            <pc:sldMk cId="2760041650" sldId="2076136803"/>
            <ac:spMk id="10" creationId="{BC53FD76-B7EC-43B2-9D51-95D9D591ABC6}"/>
          </ac:spMkLst>
        </pc:spChg>
        <pc:spChg chg="del">
          <ac:chgData name="Amilcar Jose Rodriguez Barrios" userId="efa7753a-59bf-44f0-ad53-c3388f48cff0" providerId="ADAL" clId="{2B0C0FD6-3820-41E9-897F-3AE7A25CB7E2}" dt="2020-12-28T13:35:58.793" v="15615" actId="478"/>
          <ac:spMkLst>
            <pc:docMk/>
            <pc:sldMk cId="2760041650" sldId="2076136803"/>
            <ac:spMk id="11" creationId="{48CB94B8-E08B-47E0-99C4-64B2700E403F}"/>
          </ac:spMkLst>
        </pc:spChg>
        <pc:spChg chg="add">
          <ac:chgData name="Amilcar Jose Rodriguez Barrios" userId="efa7753a-59bf-44f0-ad53-c3388f48cff0" providerId="ADAL" clId="{2B0C0FD6-3820-41E9-897F-3AE7A25CB7E2}" dt="2020-12-28T13:35:50.485" v="15614"/>
          <ac:spMkLst>
            <pc:docMk/>
            <pc:sldMk cId="2760041650" sldId="2076136803"/>
            <ac:spMk id="14" creationId="{AF2CA4F3-AE63-4E86-A13A-918F48DDC065}"/>
          </ac:spMkLst>
        </pc:spChg>
        <pc:spChg chg="add">
          <ac:chgData name="Amilcar Jose Rodriguez Barrios" userId="efa7753a-59bf-44f0-ad53-c3388f48cff0" providerId="ADAL" clId="{2B0C0FD6-3820-41E9-897F-3AE7A25CB7E2}" dt="2020-12-28T13:35:50.485" v="15614"/>
          <ac:spMkLst>
            <pc:docMk/>
            <pc:sldMk cId="2760041650" sldId="2076136803"/>
            <ac:spMk id="15" creationId="{1690EC4C-5C5F-48C8-A723-E07AFEB93365}"/>
          </ac:spMkLst>
        </pc:spChg>
        <pc:spChg chg="add mod">
          <ac:chgData name="Amilcar Jose Rodriguez Barrios" userId="efa7753a-59bf-44f0-ad53-c3388f48cff0" providerId="ADAL" clId="{2B0C0FD6-3820-41E9-897F-3AE7A25CB7E2}" dt="2020-12-28T13:36:03.643" v="15619" actId="1076"/>
          <ac:spMkLst>
            <pc:docMk/>
            <pc:sldMk cId="2760041650" sldId="2076136803"/>
            <ac:spMk id="16" creationId="{0FA7C74A-3A0F-44B0-AD25-2D3822C75BD3}"/>
          </ac:spMkLst>
        </pc:spChg>
        <pc:spChg chg="add mod">
          <ac:chgData name="Amilcar Jose Rodriguez Barrios" userId="efa7753a-59bf-44f0-ad53-c3388f48cff0" providerId="ADAL" clId="{2B0C0FD6-3820-41E9-897F-3AE7A25CB7E2}" dt="2020-12-28T13:36:16.872" v="15624" actId="255"/>
          <ac:spMkLst>
            <pc:docMk/>
            <pc:sldMk cId="2760041650" sldId="2076136803"/>
            <ac:spMk id="17" creationId="{61AE8259-2964-498F-AA1E-3135DC1B9393}"/>
          </ac:spMkLst>
        </pc:spChg>
        <pc:picChg chg="del">
          <ac:chgData name="Amilcar Jose Rodriguez Barrios" userId="efa7753a-59bf-44f0-ad53-c3388f48cff0" providerId="ADAL" clId="{2B0C0FD6-3820-41E9-897F-3AE7A25CB7E2}" dt="2020-12-28T13:36:43.866" v="15626" actId="478"/>
          <ac:picMkLst>
            <pc:docMk/>
            <pc:sldMk cId="2760041650" sldId="2076136803"/>
            <ac:picMk id="13" creationId="{A2A3D72E-AD1B-4A60-BAF1-C6D099089F02}"/>
          </ac:picMkLst>
        </pc:picChg>
        <pc:picChg chg="add">
          <ac:chgData name="Amilcar Jose Rodriguez Barrios" userId="efa7753a-59bf-44f0-ad53-c3388f48cff0" providerId="ADAL" clId="{2B0C0FD6-3820-41E9-897F-3AE7A25CB7E2}" dt="2020-12-28T14:24:09.307" v="16593"/>
          <ac:picMkLst>
            <pc:docMk/>
            <pc:sldMk cId="2760041650" sldId="2076136803"/>
            <ac:picMk id="18" creationId="{A7383243-19EC-4C34-BBEB-04834954D24B}"/>
          </ac:picMkLst>
        </pc:picChg>
        <pc:cxnChg chg="mod">
          <ac:chgData name="Amilcar Jose Rodriguez Barrios" userId="efa7753a-59bf-44f0-ad53-c3388f48cff0" providerId="ADAL" clId="{2B0C0FD6-3820-41E9-897F-3AE7A25CB7E2}" dt="2020-12-28T13:36:06.940" v="15620" actId="1076"/>
          <ac:cxnSpMkLst>
            <pc:docMk/>
            <pc:sldMk cId="2760041650" sldId="2076136803"/>
            <ac:cxnSpMk id="12" creationId="{28510F7C-3DB9-467B-B6EE-4DB521332EB4}"/>
          </ac:cxnSpMkLst>
        </pc:cxnChg>
      </pc:sldChg>
      <pc:sldChg chg="ord">
        <pc:chgData name="Amilcar Jose Rodriguez Barrios" userId="efa7753a-59bf-44f0-ad53-c3388f48cff0" providerId="ADAL" clId="{2B0C0FD6-3820-41E9-897F-3AE7A25CB7E2}" dt="2020-12-28T13:56:43.391" v="16070"/>
        <pc:sldMkLst>
          <pc:docMk/>
          <pc:sldMk cId="954588423" sldId="2076136834"/>
        </pc:sldMkLst>
      </pc:sldChg>
      <pc:sldChg chg="addSp delSp modSp del">
        <pc:chgData name="Amilcar Jose Rodriguez Barrios" userId="efa7753a-59bf-44f0-ad53-c3388f48cff0" providerId="ADAL" clId="{2B0C0FD6-3820-41E9-897F-3AE7A25CB7E2}" dt="2020-12-28T13:43:22.861" v="15727" actId="2696"/>
        <pc:sldMkLst>
          <pc:docMk/>
          <pc:sldMk cId="4196624749" sldId="2076136894"/>
        </pc:sldMkLst>
        <pc:spChg chg="add del">
          <ac:chgData name="Amilcar Jose Rodriguez Barrios" userId="efa7753a-59bf-44f0-ad53-c3388f48cff0" providerId="ADAL" clId="{2B0C0FD6-3820-41E9-897F-3AE7A25CB7E2}" dt="2020-12-28T13:39:13.065" v="15677" actId="478"/>
          <ac:spMkLst>
            <pc:docMk/>
            <pc:sldMk cId="4196624749" sldId="2076136894"/>
            <ac:spMk id="4" creationId="{38D48D1D-C7D1-45C3-9C5F-C8AA7C1AB407}"/>
          </ac:spMkLst>
        </pc:spChg>
        <pc:spChg chg="mod">
          <ac:chgData name="Amilcar Jose Rodriguez Barrios" userId="efa7753a-59bf-44f0-ad53-c3388f48cff0" providerId="ADAL" clId="{2B0C0FD6-3820-41E9-897F-3AE7A25CB7E2}" dt="2020-12-21T20:14:28.338" v="12238" actId="20577"/>
          <ac:spMkLst>
            <pc:docMk/>
            <pc:sldMk cId="4196624749" sldId="2076136894"/>
            <ac:spMk id="19" creationId="{1D907421-4797-4BC5-98FB-49D04FCB98B3}"/>
          </ac:spMkLst>
        </pc:spChg>
        <pc:picChg chg="mod">
          <ac:chgData name="Amilcar Jose Rodriguez Barrios" userId="efa7753a-59bf-44f0-ad53-c3388f48cff0" providerId="ADAL" clId="{2B0C0FD6-3820-41E9-897F-3AE7A25CB7E2}" dt="2020-12-28T13:39:11.941" v="15676" actId="1076"/>
          <ac:picMkLst>
            <pc:docMk/>
            <pc:sldMk cId="4196624749" sldId="2076136894"/>
            <ac:picMk id="5" creationId="{A75981A6-C2F3-4102-ACE4-0A97A89D0CE2}"/>
          </ac:picMkLst>
        </pc:picChg>
      </pc:sldChg>
      <pc:sldChg chg="addSp modSp del">
        <pc:chgData name="Amilcar Jose Rodriguez Barrios" userId="efa7753a-59bf-44f0-ad53-c3388f48cff0" providerId="ADAL" clId="{2B0C0FD6-3820-41E9-897F-3AE7A25CB7E2}" dt="2020-12-28T13:57:50.177" v="16079" actId="2696"/>
        <pc:sldMkLst>
          <pc:docMk/>
          <pc:sldMk cId="3128135046" sldId="2076136902"/>
        </pc:sldMkLst>
        <pc:spChg chg="mod">
          <ac:chgData name="Amilcar Jose Rodriguez Barrios" userId="efa7753a-59bf-44f0-ad53-c3388f48cff0" providerId="ADAL" clId="{2B0C0FD6-3820-41E9-897F-3AE7A25CB7E2}" dt="2020-12-19T23:42:49.910" v="8127" actId="14100"/>
          <ac:spMkLst>
            <pc:docMk/>
            <pc:sldMk cId="3128135046" sldId="2076136902"/>
            <ac:spMk id="2" creationId="{9E9A6497-CA09-4CFE-9DCB-949FBDA8C1C0}"/>
          </ac:spMkLst>
        </pc:spChg>
        <pc:spChg chg="mod">
          <ac:chgData name="Amilcar Jose Rodriguez Barrios" userId="efa7753a-59bf-44f0-ad53-c3388f48cff0" providerId="ADAL" clId="{2B0C0FD6-3820-41E9-897F-3AE7A25CB7E2}" dt="2020-12-19T23:39:45.757" v="8027" actId="20577"/>
          <ac:spMkLst>
            <pc:docMk/>
            <pc:sldMk cId="3128135046" sldId="2076136902"/>
            <ac:spMk id="4" creationId="{38D48D1D-C7D1-45C3-9C5F-C8AA7C1AB407}"/>
          </ac:spMkLst>
        </pc:spChg>
        <pc:picChg chg="add">
          <ac:chgData name="Amilcar Jose Rodriguez Barrios" userId="efa7753a-59bf-44f0-ad53-c3388f48cff0" providerId="ADAL" clId="{2B0C0FD6-3820-41E9-897F-3AE7A25CB7E2}" dt="2020-12-19T23:27:26.382" v="7411"/>
          <ac:picMkLst>
            <pc:docMk/>
            <pc:sldMk cId="3128135046" sldId="2076136902"/>
            <ac:picMk id="6" creationId="{E0547965-3F40-49E1-A355-B1DC72DFEAAE}"/>
          </ac:picMkLst>
        </pc:picChg>
      </pc:sldChg>
      <pc:sldChg chg="addSp delSp modSp del">
        <pc:chgData name="Amilcar Jose Rodriguez Barrios" userId="efa7753a-59bf-44f0-ad53-c3388f48cff0" providerId="ADAL" clId="{2B0C0FD6-3820-41E9-897F-3AE7A25CB7E2}" dt="2020-12-28T13:46:50.866" v="15901" actId="2696"/>
        <pc:sldMkLst>
          <pc:docMk/>
          <pc:sldMk cId="1400477320" sldId="2076136904"/>
        </pc:sldMkLst>
        <pc:spChg chg="add del mod">
          <ac:chgData name="Amilcar Jose Rodriguez Barrios" userId="efa7753a-59bf-44f0-ad53-c3388f48cff0" providerId="ADAL" clId="{2B0C0FD6-3820-41E9-897F-3AE7A25CB7E2}" dt="2020-12-28T12:59:27.610" v="13444" actId="478"/>
          <ac:spMkLst>
            <pc:docMk/>
            <pc:sldMk cId="1400477320" sldId="2076136904"/>
            <ac:spMk id="2" creationId="{8D50F395-2BE6-4164-AF22-6FF38C6D367D}"/>
          </ac:spMkLst>
        </pc:spChg>
        <pc:spChg chg="mod">
          <ac:chgData name="Amilcar Jose Rodriguez Barrios" userId="efa7753a-59bf-44f0-ad53-c3388f48cff0" providerId="ADAL" clId="{2B0C0FD6-3820-41E9-897F-3AE7A25CB7E2}" dt="2020-12-19T22:12:31.832" v="157" actId="113"/>
          <ac:spMkLst>
            <pc:docMk/>
            <pc:sldMk cId="1400477320" sldId="2076136904"/>
            <ac:spMk id="4" creationId="{38D48D1D-C7D1-45C3-9C5F-C8AA7C1AB407}"/>
          </ac:spMkLst>
        </pc:spChg>
        <pc:spChg chg="del mod">
          <ac:chgData name="Amilcar Jose Rodriguez Barrios" userId="efa7753a-59bf-44f0-ad53-c3388f48cff0" providerId="ADAL" clId="{2B0C0FD6-3820-41E9-897F-3AE7A25CB7E2}" dt="2020-12-19T22:16:58.516" v="708" actId="478"/>
          <ac:spMkLst>
            <pc:docMk/>
            <pc:sldMk cId="1400477320" sldId="2076136904"/>
            <ac:spMk id="5" creationId="{41E12932-C79A-4A60-883D-AE87399A0590}"/>
          </ac:spMkLst>
        </pc:spChg>
        <pc:spChg chg="add mod">
          <ac:chgData name="Amilcar Jose Rodriguez Barrios" userId="efa7753a-59bf-44f0-ad53-c3388f48cff0" providerId="ADAL" clId="{2B0C0FD6-3820-41E9-897F-3AE7A25CB7E2}" dt="2020-12-28T13:00:21.351" v="13494" actId="20577"/>
          <ac:spMkLst>
            <pc:docMk/>
            <pc:sldMk cId="1400477320" sldId="2076136904"/>
            <ac:spMk id="6" creationId="{15509F96-7451-418E-A2FE-3F371E9864BF}"/>
          </ac:spMkLst>
        </pc:spChg>
        <pc:spChg chg="add del">
          <ac:chgData name="Amilcar Jose Rodriguez Barrios" userId="efa7753a-59bf-44f0-ad53-c3388f48cff0" providerId="ADAL" clId="{2B0C0FD6-3820-41E9-897F-3AE7A25CB7E2}" dt="2020-12-28T13:00:12.497" v="13492"/>
          <ac:spMkLst>
            <pc:docMk/>
            <pc:sldMk cId="1400477320" sldId="2076136904"/>
            <ac:spMk id="8" creationId="{52968819-9FFD-4B2B-8348-E6BBB3417A08}"/>
          </ac:spMkLst>
        </pc:spChg>
        <pc:picChg chg="add">
          <ac:chgData name="Amilcar Jose Rodriguez Barrios" userId="efa7753a-59bf-44f0-ad53-c3388f48cff0" providerId="ADAL" clId="{2B0C0FD6-3820-41E9-897F-3AE7A25CB7E2}" dt="2020-12-19T23:27:38.630" v="7415"/>
          <ac:picMkLst>
            <pc:docMk/>
            <pc:sldMk cId="1400477320" sldId="2076136904"/>
            <ac:picMk id="7" creationId="{4FAB7048-7B01-4EE2-A1AD-A061225208E5}"/>
          </ac:picMkLst>
        </pc:picChg>
      </pc:sldChg>
      <pc:sldChg chg="ord">
        <pc:chgData name="Amilcar Jose Rodriguez Barrios" userId="efa7753a-59bf-44f0-ad53-c3388f48cff0" providerId="ADAL" clId="{2B0C0FD6-3820-41E9-897F-3AE7A25CB7E2}" dt="2020-12-28T14:38:53.195" v="16783"/>
        <pc:sldMkLst>
          <pc:docMk/>
          <pc:sldMk cId="3427123547" sldId="2076136910"/>
        </pc:sldMkLst>
      </pc:sldChg>
      <pc:sldChg chg="del">
        <pc:chgData name="Amilcar Jose Rodriguez Barrios" userId="efa7753a-59bf-44f0-ad53-c3388f48cff0" providerId="ADAL" clId="{2B0C0FD6-3820-41E9-897F-3AE7A25CB7E2}" dt="2020-12-28T14:39:23.317" v="16793" actId="2696"/>
        <pc:sldMkLst>
          <pc:docMk/>
          <pc:sldMk cId="2156031833" sldId="2076136911"/>
        </pc:sldMkLst>
      </pc:sldChg>
      <pc:sldChg chg="del">
        <pc:chgData name="Amilcar Jose Rodriguez Barrios" userId="efa7753a-59bf-44f0-ad53-c3388f48cff0" providerId="ADAL" clId="{2B0C0FD6-3820-41E9-897F-3AE7A25CB7E2}" dt="2020-12-28T14:39:24.119" v="16794" actId="2696"/>
        <pc:sldMkLst>
          <pc:docMk/>
          <pc:sldMk cId="112584325" sldId="2076136912"/>
        </pc:sldMkLst>
      </pc:sldChg>
      <pc:sldChg chg="del">
        <pc:chgData name="Amilcar Jose Rodriguez Barrios" userId="efa7753a-59bf-44f0-ad53-c3388f48cff0" providerId="ADAL" clId="{2B0C0FD6-3820-41E9-897F-3AE7A25CB7E2}" dt="2020-12-28T14:39:37.749" v="16797" actId="2696"/>
        <pc:sldMkLst>
          <pc:docMk/>
          <pc:sldMk cId="1140877990" sldId="2076136913"/>
        </pc:sldMkLst>
      </pc:sldChg>
      <pc:sldChg chg="del">
        <pc:chgData name="Amilcar Jose Rodriguez Barrios" userId="efa7753a-59bf-44f0-ad53-c3388f48cff0" providerId="ADAL" clId="{2B0C0FD6-3820-41E9-897F-3AE7A25CB7E2}" dt="2020-12-28T14:39:54.783" v="16813" actId="2696"/>
        <pc:sldMkLst>
          <pc:docMk/>
          <pc:sldMk cId="1600785167" sldId="2076136914"/>
        </pc:sldMkLst>
      </pc:sldChg>
      <pc:sldChg chg="del">
        <pc:chgData name="Amilcar Jose Rodriguez Barrios" userId="efa7753a-59bf-44f0-ad53-c3388f48cff0" providerId="ADAL" clId="{2B0C0FD6-3820-41E9-897F-3AE7A25CB7E2}" dt="2020-12-28T14:40:05.728" v="16818" actId="2696"/>
        <pc:sldMkLst>
          <pc:docMk/>
          <pc:sldMk cId="4101849846" sldId="2076136915"/>
        </pc:sldMkLst>
      </pc:sldChg>
      <pc:sldChg chg="del">
        <pc:chgData name="Amilcar Jose Rodriguez Barrios" userId="efa7753a-59bf-44f0-ad53-c3388f48cff0" providerId="ADAL" clId="{2B0C0FD6-3820-41E9-897F-3AE7A25CB7E2}" dt="2020-12-28T14:40:16.834" v="16823" actId="2696"/>
        <pc:sldMkLst>
          <pc:docMk/>
          <pc:sldMk cId="2130114543" sldId="2076136916"/>
        </pc:sldMkLst>
      </pc:sldChg>
      <pc:sldChg chg="del">
        <pc:chgData name="Amilcar Jose Rodriguez Barrios" userId="efa7753a-59bf-44f0-ad53-c3388f48cff0" providerId="ADAL" clId="{2B0C0FD6-3820-41E9-897F-3AE7A25CB7E2}" dt="2020-12-28T14:40:27.084" v="16826" actId="2696"/>
        <pc:sldMkLst>
          <pc:docMk/>
          <pc:sldMk cId="689981511" sldId="2076136917"/>
        </pc:sldMkLst>
      </pc:sldChg>
      <pc:sldChg chg="del">
        <pc:chgData name="Amilcar Jose Rodriguez Barrios" userId="efa7753a-59bf-44f0-ad53-c3388f48cff0" providerId="ADAL" clId="{2B0C0FD6-3820-41E9-897F-3AE7A25CB7E2}" dt="2020-12-28T14:40:40.783" v="16835" actId="2696"/>
        <pc:sldMkLst>
          <pc:docMk/>
          <pc:sldMk cId="1366707477" sldId="2076136918"/>
        </pc:sldMkLst>
      </pc:sldChg>
      <pc:sldChg chg="del">
        <pc:chgData name="Amilcar Jose Rodriguez Barrios" userId="efa7753a-59bf-44f0-ad53-c3388f48cff0" providerId="ADAL" clId="{2B0C0FD6-3820-41E9-897F-3AE7A25CB7E2}" dt="2020-12-28T14:40:46.306" v="16837" actId="2696"/>
        <pc:sldMkLst>
          <pc:docMk/>
          <pc:sldMk cId="3601340441" sldId="2076136919"/>
        </pc:sldMkLst>
      </pc:sldChg>
      <pc:sldChg chg="del">
        <pc:chgData name="Amilcar Jose Rodriguez Barrios" userId="efa7753a-59bf-44f0-ad53-c3388f48cff0" providerId="ADAL" clId="{2B0C0FD6-3820-41E9-897F-3AE7A25CB7E2}" dt="2020-12-28T14:40:51.486" v="16839" actId="2696"/>
        <pc:sldMkLst>
          <pc:docMk/>
          <pc:sldMk cId="3041337270" sldId="2076136920"/>
        </pc:sldMkLst>
      </pc:sldChg>
      <pc:sldChg chg="del">
        <pc:chgData name="Amilcar Jose Rodriguez Barrios" userId="efa7753a-59bf-44f0-ad53-c3388f48cff0" providerId="ADAL" clId="{2B0C0FD6-3820-41E9-897F-3AE7A25CB7E2}" dt="2020-12-28T14:40:59.630" v="16842" actId="2696"/>
        <pc:sldMkLst>
          <pc:docMk/>
          <pc:sldMk cId="201280572" sldId="2076136921"/>
        </pc:sldMkLst>
      </pc:sldChg>
      <pc:sldChg chg="del">
        <pc:chgData name="Amilcar Jose Rodriguez Barrios" userId="efa7753a-59bf-44f0-ad53-c3388f48cff0" providerId="ADAL" clId="{2B0C0FD6-3820-41E9-897F-3AE7A25CB7E2}" dt="2020-12-28T14:41:07.824" v="16845" actId="2696"/>
        <pc:sldMkLst>
          <pc:docMk/>
          <pc:sldMk cId="13180797" sldId="2076136922"/>
        </pc:sldMkLst>
      </pc:sldChg>
      <pc:sldChg chg="ord">
        <pc:chgData name="Amilcar Jose Rodriguez Barrios" userId="efa7753a-59bf-44f0-ad53-c3388f48cff0" providerId="ADAL" clId="{2B0C0FD6-3820-41E9-897F-3AE7A25CB7E2}" dt="2020-12-28T14:38:34.137" v="16777"/>
        <pc:sldMkLst>
          <pc:docMk/>
          <pc:sldMk cId="3907258639" sldId="2076136925"/>
        </pc:sldMkLst>
      </pc:sldChg>
      <pc:sldChg chg="del">
        <pc:chgData name="Amilcar Jose Rodriguez Barrios" userId="efa7753a-59bf-44f0-ad53-c3388f48cff0" providerId="ADAL" clId="{2B0C0FD6-3820-41E9-897F-3AE7A25CB7E2}" dt="2020-12-28T14:37:22.370" v="16766" actId="2696"/>
        <pc:sldMkLst>
          <pc:docMk/>
          <pc:sldMk cId="613498893" sldId="2076136995"/>
        </pc:sldMkLst>
      </pc:sldChg>
      <pc:sldChg chg="ord">
        <pc:chgData name="Amilcar Jose Rodriguez Barrios" userId="efa7753a-59bf-44f0-ad53-c3388f48cff0" providerId="ADAL" clId="{2B0C0FD6-3820-41E9-897F-3AE7A25CB7E2}" dt="2020-12-28T13:56:53.727" v="16071"/>
        <pc:sldMkLst>
          <pc:docMk/>
          <pc:sldMk cId="4280765831" sldId="2076137030"/>
        </pc:sldMkLst>
      </pc:sldChg>
      <pc:sldChg chg="ord">
        <pc:chgData name="Amilcar Jose Rodriguez Barrios" userId="efa7753a-59bf-44f0-ad53-c3388f48cff0" providerId="ADAL" clId="{2B0C0FD6-3820-41E9-897F-3AE7A25CB7E2}" dt="2020-12-28T14:05:52.654" v="16285"/>
        <pc:sldMkLst>
          <pc:docMk/>
          <pc:sldMk cId="182999284" sldId="2076137067"/>
        </pc:sldMkLst>
      </pc:sldChg>
      <pc:sldChg chg="ord">
        <pc:chgData name="Amilcar Jose Rodriguez Barrios" userId="efa7753a-59bf-44f0-ad53-c3388f48cff0" providerId="ADAL" clId="{2B0C0FD6-3820-41E9-897F-3AE7A25CB7E2}" dt="2020-12-28T14:37:24.449" v="16767"/>
        <pc:sldMkLst>
          <pc:docMk/>
          <pc:sldMk cId="162642607" sldId="2076137123"/>
        </pc:sldMkLst>
      </pc:sldChg>
      <pc:sldChg chg="ord">
        <pc:chgData name="Amilcar Jose Rodriguez Barrios" userId="efa7753a-59bf-44f0-ad53-c3388f48cff0" providerId="ADAL" clId="{2B0C0FD6-3820-41E9-897F-3AE7A25CB7E2}" dt="2020-12-28T14:02:57.832" v="16188"/>
        <pc:sldMkLst>
          <pc:docMk/>
          <pc:sldMk cId="2973443127" sldId="2076137140"/>
        </pc:sldMkLst>
      </pc:sldChg>
      <pc:sldChg chg="del">
        <pc:chgData name="Amilcar Jose Rodriguez Barrios" userId="efa7753a-59bf-44f0-ad53-c3388f48cff0" providerId="ADAL" clId="{2B0C0FD6-3820-41E9-897F-3AE7A25CB7E2}" dt="2020-12-28T14:21:59.248" v="16493" actId="2696"/>
        <pc:sldMkLst>
          <pc:docMk/>
          <pc:sldMk cId="3391892854" sldId="2076137149"/>
        </pc:sldMkLst>
      </pc:sldChg>
      <pc:sldChg chg="addSp delSp modSp del">
        <pc:chgData name="Amilcar Jose Rodriguez Barrios" userId="efa7753a-59bf-44f0-ad53-c3388f48cff0" providerId="ADAL" clId="{2B0C0FD6-3820-41E9-897F-3AE7A25CB7E2}" dt="2020-12-28T14:01:27.965" v="16180" actId="2696"/>
        <pc:sldMkLst>
          <pc:docMk/>
          <pc:sldMk cId="736231238" sldId="2076137164"/>
        </pc:sldMkLst>
        <pc:spChg chg="del mod">
          <ac:chgData name="Amilcar Jose Rodriguez Barrios" userId="efa7753a-59bf-44f0-ad53-c3388f48cff0" providerId="ADAL" clId="{2B0C0FD6-3820-41E9-897F-3AE7A25CB7E2}" dt="2020-12-19T23:42:00.382" v="8118" actId="478"/>
          <ac:spMkLst>
            <pc:docMk/>
            <pc:sldMk cId="736231238" sldId="2076137164"/>
            <ac:spMk id="13" creationId="{E9231B4A-E4C4-482D-B4D4-EA0A99FFAE83}"/>
          </ac:spMkLst>
        </pc:spChg>
        <pc:spChg chg="add mod">
          <ac:chgData name="Amilcar Jose Rodriguez Barrios" userId="efa7753a-59bf-44f0-ad53-c3388f48cff0" providerId="ADAL" clId="{2B0C0FD6-3820-41E9-897F-3AE7A25CB7E2}" dt="2020-12-28T13:13:12.309" v="14407" actId="20577"/>
          <ac:spMkLst>
            <pc:docMk/>
            <pc:sldMk cId="736231238" sldId="2076137164"/>
            <ac:spMk id="14" creationId="{05C86A17-5F91-41D4-9411-B5325A181AED}"/>
          </ac:spMkLst>
        </pc:spChg>
        <pc:spChg chg="add del mod">
          <ac:chgData name="Amilcar Jose Rodriguez Barrios" userId="efa7753a-59bf-44f0-ad53-c3388f48cff0" providerId="ADAL" clId="{2B0C0FD6-3820-41E9-897F-3AE7A25CB7E2}" dt="2020-12-21T12:52:22.143" v="10900" actId="478"/>
          <ac:spMkLst>
            <pc:docMk/>
            <pc:sldMk cId="736231238" sldId="2076137164"/>
            <ac:spMk id="15" creationId="{65AB08E2-7B87-4429-81B5-2D0419267C0C}"/>
          </ac:spMkLst>
        </pc:spChg>
        <pc:spChg chg="del">
          <ac:chgData name="Amilcar Jose Rodriguez Barrios" userId="efa7753a-59bf-44f0-ad53-c3388f48cff0" providerId="ADAL" clId="{2B0C0FD6-3820-41E9-897F-3AE7A25CB7E2}" dt="2020-12-19T23:40:37.863" v="8054" actId="478"/>
          <ac:spMkLst>
            <pc:docMk/>
            <pc:sldMk cId="736231238" sldId="2076137164"/>
            <ac:spMk id="17" creationId="{6809DA42-686F-4801-9FB0-C80429FB4CB2}"/>
          </ac:spMkLst>
        </pc:spChg>
        <pc:spChg chg="del">
          <ac:chgData name="Amilcar Jose Rodriguez Barrios" userId="efa7753a-59bf-44f0-ad53-c3388f48cff0" providerId="ADAL" clId="{2B0C0FD6-3820-41E9-897F-3AE7A25CB7E2}" dt="2020-12-19T23:41:30.399" v="8107" actId="478"/>
          <ac:spMkLst>
            <pc:docMk/>
            <pc:sldMk cId="736231238" sldId="2076137164"/>
            <ac:spMk id="18" creationId="{BD676FF0-D2B1-4232-9AB6-56E7DC293FA7}"/>
          </ac:spMkLst>
        </pc:spChg>
        <pc:spChg chg="add mod">
          <ac:chgData name="Amilcar Jose Rodriguez Barrios" userId="efa7753a-59bf-44f0-ad53-c3388f48cff0" providerId="ADAL" clId="{2B0C0FD6-3820-41E9-897F-3AE7A25CB7E2}" dt="2020-12-28T13:04:46.622" v="13874" actId="13926"/>
          <ac:spMkLst>
            <pc:docMk/>
            <pc:sldMk cId="736231238" sldId="2076137164"/>
            <ac:spMk id="19" creationId="{4D620081-858C-422D-A8EC-9E9691AB8E1D}"/>
          </ac:spMkLst>
        </pc:spChg>
        <pc:spChg chg="add del mod">
          <ac:chgData name="Amilcar Jose Rodriguez Barrios" userId="efa7753a-59bf-44f0-ad53-c3388f48cff0" providerId="ADAL" clId="{2B0C0FD6-3820-41E9-897F-3AE7A25CB7E2}" dt="2020-12-21T12:52:22.143" v="10900" actId="478"/>
          <ac:spMkLst>
            <pc:docMk/>
            <pc:sldMk cId="736231238" sldId="2076137164"/>
            <ac:spMk id="20" creationId="{A9A420A2-AA16-40C7-ADE0-E6A934AD8CD7}"/>
          </ac:spMkLst>
        </pc:spChg>
        <pc:spChg chg="add">
          <ac:chgData name="Amilcar Jose Rodriguez Barrios" userId="efa7753a-59bf-44f0-ad53-c3388f48cff0" providerId="ADAL" clId="{2B0C0FD6-3820-41E9-897F-3AE7A25CB7E2}" dt="2020-12-21T12:55:27.152" v="11484"/>
          <ac:spMkLst>
            <pc:docMk/>
            <pc:sldMk cId="736231238" sldId="2076137164"/>
            <ac:spMk id="21" creationId="{A0491D72-FB93-4721-BA8F-8308E4672B83}"/>
          </ac:spMkLst>
        </pc:spChg>
        <pc:spChg chg="del">
          <ac:chgData name="Amilcar Jose Rodriguez Barrios" userId="efa7753a-59bf-44f0-ad53-c3388f48cff0" providerId="ADAL" clId="{2B0C0FD6-3820-41E9-897F-3AE7A25CB7E2}" dt="2020-12-19T23:41:11.446" v="8101" actId="478"/>
          <ac:spMkLst>
            <pc:docMk/>
            <pc:sldMk cId="736231238" sldId="2076137164"/>
            <ac:spMk id="28" creationId="{DDA7FE4E-CE6B-4875-856D-EB001B54E443}"/>
          </ac:spMkLst>
        </pc:spChg>
        <pc:picChg chg="add">
          <ac:chgData name="Amilcar Jose Rodriguez Barrios" userId="efa7753a-59bf-44f0-ad53-c3388f48cff0" providerId="ADAL" clId="{2B0C0FD6-3820-41E9-897F-3AE7A25CB7E2}" dt="2020-12-19T23:27:21.903" v="7408"/>
          <ac:picMkLst>
            <pc:docMk/>
            <pc:sldMk cId="736231238" sldId="2076137164"/>
            <ac:picMk id="12" creationId="{51DDBE5A-A68F-4F55-AE94-17724D992511}"/>
          </ac:picMkLst>
        </pc:picChg>
      </pc:sldChg>
      <pc:sldChg chg="addSp delSp modSp ord">
        <pc:chgData name="Amilcar Jose Rodriguez Barrios" userId="efa7753a-59bf-44f0-ad53-c3388f48cff0" providerId="ADAL" clId="{2B0C0FD6-3820-41E9-897F-3AE7A25CB7E2}" dt="2020-12-28T14:50:54.557" v="16912"/>
        <pc:sldMkLst>
          <pc:docMk/>
          <pc:sldMk cId="419799954" sldId="2076137166"/>
        </pc:sldMkLst>
        <pc:spChg chg="mod">
          <ac:chgData name="Amilcar Jose Rodriguez Barrios" userId="efa7753a-59bf-44f0-ad53-c3388f48cff0" providerId="ADAL" clId="{2B0C0FD6-3820-41E9-897F-3AE7A25CB7E2}" dt="2020-12-19T23:49:19.222" v="8212" actId="14100"/>
          <ac:spMkLst>
            <pc:docMk/>
            <pc:sldMk cId="419799954" sldId="2076137166"/>
            <ac:spMk id="13" creationId="{926D77D5-ADE6-4811-817C-BC22867D2F07}"/>
          </ac:spMkLst>
        </pc:spChg>
        <pc:spChg chg="del">
          <ac:chgData name="Amilcar Jose Rodriguez Barrios" userId="efa7753a-59bf-44f0-ad53-c3388f48cff0" providerId="ADAL" clId="{2B0C0FD6-3820-41E9-897F-3AE7A25CB7E2}" dt="2020-12-28T14:07:48.838" v="16288" actId="478"/>
          <ac:spMkLst>
            <pc:docMk/>
            <pc:sldMk cId="419799954" sldId="2076137166"/>
            <ac:spMk id="21" creationId="{7CBE6C11-34B1-41B0-87A7-2F40D13A275D}"/>
          </ac:spMkLst>
        </pc:spChg>
        <pc:spChg chg="del mod">
          <ac:chgData name="Amilcar Jose Rodriguez Barrios" userId="efa7753a-59bf-44f0-ad53-c3388f48cff0" providerId="ADAL" clId="{2B0C0FD6-3820-41E9-897F-3AE7A25CB7E2}" dt="2020-12-28T14:07:48.081" v="16287" actId="478"/>
          <ac:spMkLst>
            <pc:docMk/>
            <pc:sldMk cId="419799954" sldId="2076137166"/>
            <ac:spMk id="23" creationId="{8A048DEB-FCB3-4578-950F-7C1F472DE345}"/>
          </ac:spMkLst>
        </pc:spChg>
        <pc:spChg chg="del">
          <ac:chgData name="Amilcar Jose Rodriguez Barrios" userId="efa7753a-59bf-44f0-ad53-c3388f48cff0" providerId="ADAL" clId="{2B0C0FD6-3820-41E9-897F-3AE7A25CB7E2}" dt="2020-12-19T23:32:22.715" v="7611" actId="478"/>
          <ac:spMkLst>
            <pc:docMk/>
            <pc:sldMk cId="419799954" sldId="2076137166"/>
            <ac:spMk id="28" creationId="{E827CA09-3AD9-400B-B96B-3C9A6DC7C185}"/>
          </ac:spMkLst>
        </pc:spChg>
        <pc:spChg chg="mod topLvl">
          <ac:chgData name="Amilcar Jose Rodriguez Barrios" userId="efa7753a-59bf-44f0-ad53-c3388f48cff0" providerId="ADAL" clId="{2B0C0FD6-3820-41E9-897F-3AE7A25CB7E2}" dt="2020-12-28T13:18:26.838" v="14524" actId="1037"/>
          <ac:spMkLst>
            <pc:docMk/>
            <pc:sldMk cId="419799954" sldId="2076137166"/>
            <ac:spMk id="29" creationId="{9682E5E3-D3F5-4AD3-BD2D-9C16099ABAC5}"/>
          </ac:spMkLst>
        </pc:spChg>
        <pc:spChg chg="mod topLvl">
          <ac:chgData name="Amilcar Jose Rodriguez Barrios" userId="efa7753a-59bf-44f0-ad53-c3388f48cff0" providerId="ADAL" clId="{2B0C0FD6-3820-41E9-897F-3AE7A25CB7E2}" dt="2020-12-28T13:18:09.880" v="14512" actId="165"/>
          <ac:spMkLst>
            <pc:docMk/>
            <pc:sldMk cId="419799954" sldId="2076137166"/>
            <ac:spMk id="30" creationId="{7025A9E4-6ADF-46E5-86AB-7FE7FB85A292}"/>
          </ac:spMkLst>
        </pc:spChg>
        <pc:spChg chg="del mod">
          <ac:chgData name="Amilcar Jose Rodriguez Barrios" userId="efa7753a-59bf-44f0-ad53-c3388f48cff0" providerId="ADAL" clId="{2B0C0FD6-3820-41E9-897F-3AE7A25CB7E2}" dt="2020-12-19T23:49:13.659" v="8210" actId="478"/>
          <ac:spMkLst>
            <pc:docMk/>
            <pc:sldMk cId="419799954" sldId="2076137166"/>
            <ac:spMk id="31" creationId="{91968D97-BF31-4171-8A81-A04BAEF23E35}"/>
          </ac:spMkLst>
        </pc:spChg>
        <pc:spChg chg="del mod">
          <ac:chgData name="Amilcar Jose Rodriguez Barrios" userId="efa7753a-59bf-44f0-ad53-c3388f48cff0" providerId="ADAL" clId="{2B0C0FD6-3820-41E9-897F-3AE7A25CB7E2}" dt="2020-12-19T23:45:45.498" v="8131" actId="478"/>
          <ac:spMkLst>
            <pc:docMk/>
            <pc:sldMk cId="419799954" sldId="2076137166"/>
            <ac:spMk id="37" creationId="{4E5B5B69-1416-482B-BD9F-8708DE007997}"/>
          </ac:spMkLst>
        </pc:spChg>
        <pc:spChg chg="add mod">
          <ac:chgData name="Amilcar Jose Rodriguez Barrios" userId="efa7753a-59bf-44f0-ad53-c3388f48cff0" providerId="ADAL" clId="{2B0C0FD6-3820-41E9-897F-3AE7A25CB7E2}" dt="2020-12-28T13:19:10.496" v="14542" actId="1076"/>
          <ac:spMkLst>
            <pc:docMk/>
            <pc:sldMk cId="419799954" sldId="2076137166"/>
            <ac:spMk id="38" creationId="{D54E4070-480C-412B-87FA-AC0492958FFE}"/>
          </ac:spMkLst>
        </pc:spChg>
        <pc:spChg chg="add mod">
          <ac:chgData name="Amilcar Jose Rodriguez Barrios" userId="efa7753a-59bf-44f0-ad53-c3388f48cff0" providerId="ADAL" clId="{2B0C0FD6-3820-41E9-897F-3AE7A25CB7E2}" dt="2020-12-28T14:08:14.539" v="16322" actId="207"/>
          <ac:spMkLst>
            <pc:docMk/>
            <pc:sldMk cId="419799954" sldId="2076137166"/>
            <ac:spMk id="51" creationId="{D68040C9-9034-4B29-AC10-CADED7A7BBC9}"/>
          </ac:spMkLst>
        </pc:spChg>
        <pc:spChg chg="add">
          <ac:chgData name="Amilcar Jose Rodriguez Barrios" userId="efa7753a-59bf-44f0-ad53-c3388f48cff0" providerId="ADAL" clId="{2B0C0FD6-3820-41E9-897F-3AE7A25CB7E2}" dt="2020-12-28T14:07:51.523" v="16289"/>
          <ac:spMkLst>
            <pc:docMk/>
            <pc:sldMk cId="419799954" sldId="2076137166"/>
            <ac:spMk id="52" creationId="{BDF12A44-0A1B-4B32-A839-D312F0072714}"/>
          </ac:spMkLst>
        </pc:spChg>
        <pc:spChg chg="add">
          <ac:chgData name="Amilcar Jose Rodriguez Barrios" userId="efa7753a-59bf-44f0-ad53-c3388f48cff0" providerId="ADAL" clId="{2B0C0FD6-3820-41E9-897F-3AE7A25CB7E2}" dt="2020-12-28T14:08:31.901" v="16325"/>
          <ac:spMkLst>
            <pc:docMk/>
            <pc:sldMk cId="419799954" sldId="2076137166"/>
            <ac:spMk id="54" creationId="{464BDAE6-F161-463D-879E-AB772418995F}"/>
          </ac:spMkLst>
        </pc:spChg>
        <pc:spChg chg="del">
          <ac:chgData name="Amilcar Jose Rodriguez Barrios" userId="efa7753a-59bf-44f0-ad53-c3388f48cff0" providerId="ADAL" clId="{2B0C0FD6-3820-41E9-897F-3AE7A25CB7E2}" dt="2020-12-19T23:46:22.613" v="8152" actId="478"/>
          <ac:spMkLst>
            <pc:docMk/>
            <pc:sldMk cId="419799954" sldId="2076137166"/>
            <ac:spMk id="68" creationId="{A2F88DB8-E643-4CC9-B0FF-208A96B456BB}"/>
          </ac:spMkLst>
        </pc:spChg>
        <pc:spChg chg="del topLvl">
          <ac:chgData name="Amilcar Jose Rodriguez Barrios" userId="efa7753a-59bf-44f0-ad53-c3388f48cff0" providerId="ADAL" clId="{2B0C0FD6-3820-41E9-897F-3AE7A25CB7E2}" dt="2020-12-19T23:47:53.077" v="8165" actId="478"/>
          <ac:spMkLst>
            <pc:docMk/>
            <pc:sldMk cId="419799954" sldId="2076137166"/>
            <ac:spMk id="74" creationId="{735CC737-83FD-4D88-BE6F-42ADFC0DE67B}"/>
          </ac:spMkLst>
        </pc:spChg>
        <pc:spChg chg="add mod">
          <ac:chgData name="Amilcar Jose Rodriguez Barrios" userId="efa7753a-59bf-44f0-ad53-c3388f48cff0" providerId="ADAL" clId="{2B0C0FD6-3820-41E9-897F-3AE7A25CB7E2}" dt="2020-12-19T23:47:59.695" v="8168" actId="164"/>
          <ac:spMkLst>
            <pc:docMk/>
            <pc:sldMk cId="419799954" sldId="2076137166"/>
            <ac:spMk id="75" creationId="{A13C1EB4-3104-4401-A702-4746772B4480}"/>
          </ac:spMkLst>
        </pc:spChg>
        <pc:spChg chg="add mod">
          <ac:chgData name="Amilcar Jose Rodriguez Barrios" userId="efa7753a-59bf-44f0-ad53-c3388f48cff0" providerId="ADAL" clId="{2B0C0FD6-3820-41E9-897F-3AE7A25CB7E2}" dt="2020-12-28T14:23:10.896" v="16530" actId="14100"/>
          <ac:spMkLst>
            <pc:docMk/>
            <pc:sldMk cId="419799954" sldId="2076137166"/>
            <ac:spMk id="86" creationId="{FD9E8AB3-B712-4C00-B152-DCDB7D5853C0}"/>
          </ac:spMkLst>
        </pc:spChg>
        <pc:grpChg chg="add del mod">
          <ac:chgData name="Amilcar Jose Rodriguez Barrios" userId="efa7753a-59bf-44f0-ad53-c3388f48cff0" providerId="ADAL" clId="{2B0C0FD6-3820-41E9-897F-3AE7A25CB7E2}" dt="2020-12-21T20:58:40.324" v="12531" actId="165"/>
          <ac:grpSpMkLst>
            <pc:docMk/>
            <pc:sldMk cId="419799954" sldId="2076137166"/>
            <ac:grpSpMk id="4" creationId="{FBF81854-0D01-4006-A2CB-E44E6C2CA6AB}"/>
          </ac:grpSpMkLst>
        </pc:grpChg>
        <pc:grpChg chg="add mod">
          <ac:chgData name="Amilcar Jose Rodriguez Barrios" userId="efa7753a-59bf-44f0-ad53-c3388f48cff0" providerId="ADAL" clId="{2B0C0FD6-3820-41E9-897F-3AE7A25CB7E2}" dt="2020-12-19T23:48:50.707" v="8203" actId="1076"/>
          <ac:grpSpMkLst>
            <pc:docMk/>
            <pc:sldMk cId="419799954" sldId="2076137166"/>
            <ac:grpSpMk id="5" creationId="{371FA651-C8A0-424D-A9AF-184B8C7CEAB2}"/>
          </ac:grpSpMkLst>
        </pc:grpChg>
        <pc:grpChg chg="add mod">
          <ac:chgData name="Amilcar Jose Rodriguez Barrios" userId="efa7753a-59bf-44f0-ad53-c3388f48cff0" providerId="ADAL" clId="{2B0C0FD6-3820-41E9-897F-3AE7A25CB7E2}" dt="2020-12-28T13:18:36.854" v="14527" actId="1076"/>
          <ac:grpSpMkLst>
            <pc:docMk/>
            <pc:sldMk cId="419799954" sldId="2076137166"/>
            <ac:grpSpMk id="6" creationId="{E6915C7B-7154-4226-A558-DAF2EC24A364}"/>
          </ac:grpSpMkLst>
        </pc:grpChg>
        <pc:grpChg chg="add mod">
          <ac:chgData name="Amilcar Jose Rodriguez Barrios" userId="efa7753a-59bf-44f0-ad53-c3388f48cff0" providerId="ADAL" clId="{2B0C0FD6-3820-41E9-897F-3AE7A25CB7E2}" dt="2020-12-19T23:50:08.569" v="8230" actId="1076"/>
          <ac:grpSpMkLst>
            <pc:docMk/>
            <pc:sldMk cId="419799954" sldId="2076137166"/>
            <ac:grpSpMk id="9" creationId="{37D632B8-0F36-4DFB-B412-97160E84EF10}"/>
          </ac:grpSpMkLst>
        </pc:grpChg>
        <pc:grpChg chg="add del mod topLvl">
          <ac:chgData name="Amilcar Jose Rodriguez Barrios" userId="efa7753a-59bf-44f0-ad53-c3388f48cff0" providerId="ADAL" clId="{2B0C0FD6-3820-41E9-897F-3AE7A25CB7E2}" dt="2020-12-28T13:18:09.880" v="14512" actId="165"/>
          <ac:grpSpMkLst>
            <pc:docMk/>
            <pc:sldMk cId="419799954" sldId="2076137166"/>
            <ac:grpSpMk id="14" creationId="{0C884410-BFEA-4928-A69A-0B10ADC4745E}"/>
          </ac:grpSpMkLst>
        </pc:grpChg>
        <pc:grpChg chg="add del">
          <ac:chgData name="Amilcar Jose Rodriguez Barrios" userId="efa7753a-59bf-44f0-ad53-c3388f48cff0" providerId="ADAL" clId="{2B0C0FD6-3820-41E9-897F-3AE7A25CB7E2}" dt="2020-12-19T23:45:43.480" v="8130"/>
          <ac:grpSpMkLst>
            <pc:docMk/>
            <pc:sldMk cId="419799954" sldId="2076137166"/>
            <ac:grpSpMk id="34" creationId="{CDE444A5-2501-4725-AEF4-80B92DD25D04}"/>
          </ac:grpSpMkLst>
        </pc:grpChg>
        <pc:grpChg chg="add mod">
          <ac:chgData name="Amilcar Jose Rodriguez Barrios" userId="efa7753a-59bf-44f0-ad53-c3388f48cff0" providerId="ADAL" clId="{2B0C0FD6-3820-41E9-897F-3AE7A25CB7E2}" dt="2020-12-19T23:48:09.835" v="8190" actId="1076"/>
          <ac:grpSpMkLst>
            <pc:docMk/>
            <pc:sldMk cId="419799954" sldId="2076137166"/>
            <ac:grpSpMk id="42" creationId="{3824F0D9-4A19-4BE3-97E6-42511F162FDE}"/>
          </ac:grpSpMkLst>
        </pc:grpChg>
        <pc:grpChg chg="add del">
          <ac:chgData name="Amilcar Jose Rodriguez Barrios" userId="efa7753a-59bf-44f0-ad53-c3388f48cff0" providerId="ADAL" clId="{2B0C0FD6-3820-41E9-897F-3AE7A25CB7E2}" dt="2020-12-19T23:46:04.324" v="8136"/>
          <ac:grpSpMkLst>
            <pc:docMk/>
            <pc:sldMk cId="419799954" sldId="2076137166"/>
            <ac:grpSpMk id="48" creationId="{2B5A5290-AC80-4805-A6D0-36DF968ADC2F}"/>
          </ac:grpSpMkLst>
        </pc:grpChg>
        <pc:grpChg chg="add del mod">
          <ac:chgData name="Amilcar Jose Rodriguez Barrios" userId="efa7753a-59bf-44f0-ad53-c3388f48cff0" providerId="ADAL" clId="{2B0C0FD6-3820-41E9-897F-3AE7A25CB7E2}" dt="2020-12-19T23:46:24.410" v="8153" actId="478"/>
          <ac:grpSpMkLst>
            <pc:docMk/>
            <pc:sldMk cId="419799954" sldId="2076137166"/>
            <ac:grpSpMk id="59" creationId="{F9F2B74C-182E-4D49-8FFC-10B8106E7ECB}"/>
          </ac:grpSpMkLst>
        </pc:grpChg>
        <pc:grpChg chg="add del mod">
          <ac:chgData name="Amilcar Jose Rodriguez Barrios" userId="efa7753a-59bf-44f0-ad53-c3388f48cff0" providerId="ADAL" clId="{2B0C0FD6-3820-41E9-897F-3AE7A25CB7E2}" dt="2020-12-19T23:47:53.077" v="8165" actId="478"/>
          <ac:grpSpMkLst>
            <pc:docMk/>
            <pc:sldMk cId="419799954" sldId="2076137166"/>
            <ac:grpSpMk id="72" creationId="{B0ADF114-ED73-4EAE-9A0F-A01AD5EC8199}"/>
          </ac:grpSpMkLst>
        </pc:grpChg>
        <pc:grpChg chg="add mod">
          <ac:chgData name="Amilcar Jose Rodriguez Barrios" userId="efa7753a-59bf-44f0-ad53-c3388f48cff0" providerId="ADAL" clId="{2B0C0FD6-3820-41E9-897F-3AE7A25CB7E2}" dt="2020-12-19T23:50:05.475" v="8229" actId="164"/>
          <ac:grpSpMkLst>
            <pc:docMk/>
            <pc:sldMk cId="419799954" sldId="2076137166"/>
            <ac:grpSpMk id="82" creationId="{424B9D48-2063-4735-9FB9-33D89F460A76}"/>
          </ac:grpSpMkLst>
        </pc:grpChg>
        <pc:picChg chg="del">
          <ac:chgData name="Amilcar Jose Rodriguez Barrios" userId="efa7753a-59bf-44f0-ad53-c3388f48cff0" providerId="ADAL" clId="{2B0C0FD6-3820-41E9-897F-3AE7A25CB7E2}" dt="2020-12-19T23:46:14.583" v="8143" actId="478"/>
          <ac:picMkLst>
            <pc:docMk/>
            <pc:sldMk cId="419799954" sldId="2076137166"/>
            <ac:picMk id="15" creationId="{29997978-B314-4A98-B113-A04B23E6F72F}"/>
          </ac:picMkLst>
        </pc:picChg>
        <pc:picChg chg="del">
          <ac:chgData name="Amilcar Jose Rodriguez Barrios" userId="efa7753a-59bf-44f0-ad53-c3388f48cff0" providerId="ADAL" clId="{2B0C0FD6-3820-41E9-897F-3AE7A25CB7E2}" dt="2020-12-19T23:32:20.876" v="7610" actId="478"/>
          <ac:picMkLst>
            <pc:docMk/>
            <pc:sldMk cId="419799954" sldId="2076137166"/>
            <ac:picMk id="16" creationId="{013EFDF2-07E5-4203-BA1A-F66FA0767D37}"/>
          </ac:picMkLst>
        </pc:picChg>
        <pc:picChg chg="mod topLvl">
          <ac:chgData name="Amilcar Jose Rodriguez Barrios" userId="efa7753a-59bf-44f0-ad53-c3388f48cff0" providerId="ADAL" clId="{2B0C0FD6-3820-41E9-897F-3AE7A25CB7E2}" dt="2020-12-28T13:18:09.880" v="14512" actId="165"/>
          <ac:picMkLst>
            <pc:docMk/>
            <pc:sldMk cId="419799954" sldId="2076137166"/>
            <ac:picMk id="17" creationId="{6242729B-E84D-4C01-A848-43AF996E3459}"/>
          </ac:picMkLst>
        </pc:picChg>
        <pc:picChg chg="del mod">
          <ac:chgData name="Amilcar Jose Rodriguez Barrios" userId="efa7753a-59bf-44f0-ad53-c3388f48cff0" providerId="ADAL" clId="{2B0C0FD6-3820-41E9-897F-3AE7A25CB7E2}" dt="2020-12-19T23:46:02.095" v="8134" actId="478"/>
          <ac:picMkLst>
            <pc:docMk/>
            <pc:sldMk cId="419799954" sldId="2076137166"/>
            <ac:picMk id="20" creationId="{358DE886-4414-4BF8-8833-795A6F50C3BC}"/>
          </ac:picMkLst>
        </pc:picChg>
        <pc:picChg chg="add del">
          <ac:chgData name="Amilcar Jose Rodriguez Barrios" userId="efa7753a-59bf-44f0-ad53-c3388f48cff0" providerId="ADAL" clId="{2B0C0FD6-3820-41E9-897F-3AE7A25CB7E2}" dt="2020-12-19T23:27:16.507" v="7406" actId="478"/>
          <ac:picMkLst>
            <pc:docMk/>
            <pc:sldMk cId="419799954" sldId="2076137166"/>
            <ac:picMk id="26" creationId="{27F5DEA6-725D-4258-AC4E-08AD9BAB023E}"/>
          </ac:picMkLst>
        </pc:picChg>
        <pc:picChg chg="add del">
          <ac:chgData name="Amilcar Jose Rodriguez Barrios" userId="efa7753a-59bf-44f0-ad53-c3388f48cff0" providerId="ADAL" clId="{2B0C0FD6-3820-41E9-897F-3AE7A25CB7E2}" dt="2020-12-28T14:50:53.912" v="16911" actId="478"/>
          <ac:picMkLst>
            <pc:docMk/>
            <pc:sldMk cId="419799954" sldId="2076137166"/>
            <ac:picMk id="32" creationId="{25981922-2EA3-492E-A2D1-F75FD1388A53}"/>
          </ac:picMkLst>
        </pc:picChg>
        <pc:picChg chg="del mod">
          <ac:chgData name="Amilcar Jose Rodriguez Barrios" userId="efa7753a-59bf-44f0-ad53-c3388f48cff0" providerId="ADAL" clId="{2B0C0FD6-3820-41E9-897F-3AE7A25CB7E2}" dt="2020-12-19T23:45:38.235" v="8128" actId="478"/>
          <ac:picMkLst>
            <pc:docMk/>
            <pc:sldMk cId="419799954" sldId="2076137166"/>
            <ac:picMk id="33" creationId="{8719CA9C-0414-4FF9-A27F-317C12EF6A95}"/>
          </ac:picMkLst>
        </pc:picChg>
        <pc:picChg chg="mod">
          <ac:chgData name="Amilcar Jose Rodriguez Barrios" userId="efa7753a-59bf-44f0-ad53-c3388f48cff0" providerId="ADAL" clId="{2B0C0FD6-3820-41E9-897F-3AE7A25CB7E2}" dt="2020-12-19T23:49:33.860" v="8217" actId="1076"/>
          <ac:picMkLst>
            <pc:docMk/>
            <pc:sldMk cId="419799954" sldId="2076137166"/>
            <ac:picMk id="36" creationId="{E4D4237E-599F-40DB-8206-632A7B477F85}"/>
          </ac:picMkLst>
        </pc:picChg>
        <pc:picChg chg="add mod">
          <ac:chgData name="Amilcar Jose Rodriguez Barrios" userId="efa7753a-59bf-44f0-ad53-c3388f48cff0" providerId="ADAL" clId="{2B0C0FD6-3820-41E9-897F-3AE7A25CB7E2}" dt="2020-12-28T13:19:06.952" v="14541" actId="1076"/>
          <ac:picMkLst>
            <pc:docMk/>
            <pc:sldMk cId="419799954" sldId="2076137166"/>
            <ac:picMk id="37" creationId="{4AE43853-4D3C-4C30-8FD9-4109D9394868}"/>
          </ac:picMkLst>
        </pc:picChg>
        <pc:picChg chg="add del">
          <ac:chgData name="Amilcar Jose Rodriguez Barrios" userId="efa7753a-59bf-44f0-ad53-c3388f48cff0" providerId="ADAL" clId="{2B0C0FD6-3820-41E9-897F-3AE7A25CB7E2}" dt="2020-12-19T23:45:43.480" v="8130"/>
          <ac:picMkLst>
            <pc:docMk/>
            <pc:sldMk cId="419799954" sldId="2076137166"/>
            <ac:picMk id="39" creationId="{8D5C71A6-8043-44FC-BA80-FEB76E7A9F8B}"/>
          </ac:picMkLst>
        </pc:picChg>
        <pc:picChg chg="add del">
          <ac:chgData name="Amilcar Jose Rodriguez Barrios" userId="efa7753a-59bf-44f0-ad53-c3388f48cff0" providerId="ADAL" clId="{2B0C0FD6-3820-41E9-897F-3AE7A25CB7E2}" dt="2020-12-19T23:45:43.480" v="8130"/>
          <ac:picMkLst>
            <pc:docMk/>
            <pc:sldMk cId="419799954" sldId="2076137166"/>
            <ac:picMk id="40" creationId="{5B2973C9-2509-4090-B472-126A50E99BC7}"/>
          </ac:picMkLst>
        </pc:picChg>
        <pc:picChg chg="add del">
          <ac:chgData name="Amilcar Jose Rodriguez Barrios" userId="efa7753a-59bf-44f0-ad53-c3388f48cff0" providerId="ADAL" clId="{2B0C0FD6-3820-41E9-897F-3AE7A25CB7E2}" dt="2020-12-19T23:45:43.480" v="8130"/>
          <ac:picMkLst>
            <pc:docMk/>
            <pc:sldMk cId="419799954" sldId="2076137166"/>
            <ac:picMk id="41" creationId="{85838DB4-B342-4267-B13E-694137A9516E}"/>
          </ac:picMkLst>
        </pc:picChg>
        <pc:picChg chg="mod">
          <ac:chgData name="Amilcar Jose Rodriguez Barrios" userId="efa7753a-59bf-44f0-ad53-c3388f48cff0" providerId="ADAL" clId="{2B0C0FD6-3820-41E9-897F-3AE7A25CB7E2}" dt="2020-12-19T23:47:35.622" v="8161" actId="207"/>
          <ac:picMkLst>
            <pc:docMk/>
            <pc:sldMk cId="419799954" sldId="2076137166"/>
            <ac:picMk id="43" creationId="{DD17AEF9-5130-4706-BB16-C785D853379A}"/>
          </ac:picMkLst>
        </pc:picChg>
        <pc:picChg chg="add del">
          <ac:chgData name="Amilcar Jose Rodriguez Barrios" userId="efa7753a-59bf-44f0-ad53-c3388f48cff0" providerId="ADAL" clId="{2B0C0FD6-3820-41E9-897F-3AE7A25CB7E2}" dt="2020-12-19T23:47:39.957" v="8162" actId="478"/>
          <ac:picMkLst>
            <pc:docMk/>
            <pc:sldMk cId="419799954" sldId="2076137166"/>
            <ac:picMk id="45" creationId="{1393BABC-E691-4E21-89C6-FAC9970F7CF9}"/>
          </ac:picMkLst>
        </pc:picChg>
        <pc:picChg chg="add mod">
          <ac:chgData name="Amilcar Jose Rodriguez Barrios" userId="efa7753a-59bf-44f0-ad53-c3388f48cff0" providerId="ADAL" clId="{2B0C0FD6-3820-41E9-897F-3AE7A25CB7E2}" dt="2020-12-19T23:49:04.798" v="8209" actId="1076"/>
          <ac:picMkLst>
            <pc:docMk/>
            <pc:sldMk cId="419799954" sldId="2076137166"/>
            <ac:picMk id="46" creationId="{545D6597-0E38-4165-8311-2E0DF6D7C888}"/>
          </ac:picMkLst>
        </pc:picChg>
        <pc:picChg chg="add mod">
          <ac:chgData name="Amilcar Jose Rodriguez Barrios" userId="efa7753a-59bf-44f0-ad53-c3388f48cff0" providerId="ADAL" clId="{2B0C0FD6-3820-41E9-897F-3AE7A25CB7E2}" dt="2020-12-19T23:50:14.365" v="8232" actId="1076"/>
          <ac:picMkLst>
            <pc:docMk/>
            <pc:sldMk cId="419799954" sldId="2076137166"/>
            <ac:picMk id="47" creationId="{9E683A92-2D28-4420-BC51-BB31A9EED5B4}"/>
          </ac:picMkLst>
        </pc:picChg>
        <pc:picChg chg="add">
          <ac:chgData name="Amilcar Jose Rodriguez Barrios" userId="efa7753a-59bf-44f0-ad53-c3388f48cff0" providerId="ADAL" clId="{2B0C0FD6-3820-41E9-897F-3AE7A25CB7E2}" dt="2020-12-28T14:50:54.557" v="16912"/>
          <ac:picMkLst>
            <pc:docMk/>
            <pc:sldMk cId="419799954" sldId="2076137166"/>
            <ac:picMk id="48" creationId="{5E81593D-86E8-4C03-B4C7-CB80160ED9E1}"/>
          </ac:picMkLst>
        </pc:picChg>
        <pc:picChg chg="add">
          <ac:chgData name="Amilcar Jose Rodriguez Barrios" userId="efa7753a-59bf-44f0-ad53-c3388f48cff0" providerId="ADAL" clId="{2B0C0FD6-3820-41E9-897F-3AE7A25CB7E2}" dt="2020-12-28T14:23:02.950" v="16527"/>
          <ac:picMkLst>
            <pc:docMk/>
            <pc:sldMk cId="419799954" sldId="2076137166"/>
            <ac:picMk id="55" creationId="{02FAFE56-D975-4ADF-80CF-15E22C98E75F}"/>
          </ac:picMkLst>
        </pc:picChg>
        <pc:picChg chg="add del">
          <ac:chgData name="Amilcar Jose Rodriguez Barrios" userId="efa7753a-59bf-44f0-ad53-c3388f48cff0" providerId="ADAL" clId="{2B0C0FD6-3820-41E9-897F-3AE7A25CB7E2}" dt="2020-12-19T23:46:04.324" v="8136"/>
          <ac:picMkLst>
            <pc:docMk/>
            <pc:sldMk cId="419799954" sldId="2076137166"/>
            <ac:picMk id="58" creationId="{DA18DBFC-B925-4192-A52C-ED4E43C6FFF0}"/>
          </ac:picMkLst>
        </pc:picChg>
        <pc:picChg chg="mod">
          <ac:chgData name="Amilcar Jose Rodriguez Barrios" userId="efa7753a-59bf-44f0-ad53-c3388f48cff0" providerId="ADAL" clId="{2B0C0FD6-3820-41E9-897F-3AE7A25CB7E2}" dt="2020-12-19T23:46:20.803" v="8151" actId="1038"/>
          <ac:picMkLst>
            <pc:docMk/>
            <pc:sldMk cId="419799954" sldId="2076137166"/>
            <ac:picMk id="60" creationId="{E687B2AF-AE64-4634-BF29-1B073C682315}"/>
          </ac:picMkLst>
        </pc:picChg>
        <pc:picChg chg="add del mod">
          <ac:chgData name="Amilcar Jose Rodriguez Barrios" userId="efa7753a-59bf-44f0-ad53-c3388f48cff0" providerId="ADAL" clId="{2B0C0FD6-3820-41E9-897F-3AE7A25CB7E2}" dt="2020-12-19T23:49:15.255" v="8211" actId="478"/>
          <ac:picMkLst>
            <pc:docMk/>
            <pc:sldMk cId="419799954" sldId="2076137166"/>
            <ac:picMk id="69" creationId="{917179DB-D9B9-4E2B-83AD-7F4C0C7D33E9}"/>
          </ac:picMkLst>
        </pc:picChg>
        <pc:picChg chg="add mod">
          <ac:chgData name="Amilcar Jose Rodriguez Barrios" userId="efa7753a-59bf-44f0-ad53-c3388f48cff0" providerId="ADAL" clId="{2B0C0FD6-3820-41E9-897F-3AE7A25CB7E2}" dt="2020-12-28T13:18:26.838" v="14524" actId="1037"/>
          <ac:picMkLst>
            <pc:docMk/>
            <pc:sldMk cId="419799954" sldId="2076137166"/>
            <ac:picMk id="70" creationId="{616A11E9-D471-4B50-AE53-DB54611B1F48}"/>
          </ac:picMkLst>
        </pc:picChg>
        <pc:picChg chg="add mod topLvl">
          <ac:chgData name="Amilcar Jose Rodriguez Barrios" userId="efa7753a-59bf-44f0-ad53-c3388f48cff0" providerId="ADAL" clId="{2B0C0FD6-3820-41E9-897F-3AE7A25CB7E2}" dt="2020-12-21T20:58:40.324" v="12531" actId="165"/>
          <ac:picMkLst>
            <pc:docMk/>
            <pc:sldMk cId="419799954" sldId="2076137166"/>
            <ac:picMk id="71" creationId="{9E109477-1351-446C-B9C3-9036E1E80576}"/>
          </ac:picMkLst>
        </pc:picChg>
        <pc:picChg chg="mod topLvl">
          <ac:chgData name="Amilcar Jose Rodriguez Barrios" userId="efa7753a-59bf-44f0-ad53-c3388f48cff0" providerId="ADAL" clId="{2B0C0FD6-3820-41E9-897F-3AE7A25CB7E2}" dt="2020-12-19T23:47:59.695" v="8168" actId="164"/>
          <ac:picMkLst>
            <pc:docMk/>
            <pc:sldMk cId="419799954" sldId="2076137166"/>
            <ac:picMk id="73" creationId="{AB192FCB-72F2-4EDE-A687-4488FEDA3FCF}"/>
          </ac:picMkLst>
        </pc:picChg>
        <pc:picChg chg="add mod">
          <ac:chgData name="Amilcar Jose Rodriguez Barrios" userId="efa7753a-59bf-44f0-ad53-c3388f48cff0" providerId="ADAL" clId="{2B0C0FD6-3820-41E9-897F-3AE7A25CB7E2}" dt="2020-12-19T23:49:38.224" v="8219" actId="1076"/>
          <ac:picMkLst>
            <pc:docMk/>
            <pc:sldMk cId="419799954" sldId="2076137166"/>
            <ac:picMk id="79" creationId="{C56F5692-0CEB-4248-916F-808699DB1679}"/>
          </ac:picMkLst>
        </pc:picChg>
        <pc:cxnChg chg="add del mod">
          <ac:chgData name="Amilcar Jose Rodriguez Barrios" userId="efa7753a-59bf-44f0-ad53-c3388f48cff0" providerId="ADAL" clId="{2B0C0FD6-3820-41E9-897F-3AE7A25CB7E2}" dt="2020-12-19T23:32:51.947" v="7623" actId="478"/>
          <ac:cxnSpMkLst>
            <pc:docMk/>
            <pc:sldMk cId="419799954" sldId="2076137166"/>
            <ac:cxnSpMk id="22" creationId="{D6876DF3-2875-4EA9-8BB6-11019BB2E74F}"/>
          </ac:cxnSpMkLst>
        </pc:cxnChg>
        <pc:cxnChg chg="del">
          <ac:chgData name="Amilcar Jose Rodriguez Barrios" userId="efa7753a-59bf-44f0-ad53-c3388f48cff0" providerId="ADAL" clId="{2B0C0FD6-3820-41E9-897F-3AE7A25CB7E2}" dt="2020-12-19T23:32:38.198" v="7617" actId="478"/>
          <ac:cxnSpMkLst>
            <pc:docMk/>
            <pc:sldMk cId="419799954" sldId="2076137166"/>
            <ac:cxnSpMk id="24" creationId="{6E3DE7D6-215A-4689-92E8-8BA8CBA82773}"/>
          </ac:cxnSpMkLst>
        </pc:cxnChg>
        <pc:cxnChg chg="del">
          <ac:chgData name="Amilcar Jose Rodriguez Barrios" userId="efa7753a-59bf-44f0-ad53-c3388f48cff0" providerId="ADAL" clId="{2B0C0FD6-3820-41E9-897F-3AE7A25CB7E2}" dt="2020-12-19T23:32:34.153" v="7614" actId="478"/>
          <ac:cxnSpMkLst>
            <pc:docMk/>
            <pc:sldMk cId="419799954" sldId="2076137166"/>
            <ac:cxnSpMk id="25" creationId="{26C67168-6D36-44B8-98E1-76DBCF355DC5}"/>
          </ac:cxnSpMkLst>
        </pc:cxnChg>
        <pc:cxnChg chg="mod topLvl">
          <ac:chgData name="Amilcar Jose Rodriguez Barrios" userId="efa7753a-59bf-44f0-ad53-c3388f48cff0" providerId="ADAL" clId="{2B0C0FD6-3820-41E9-897F-3AE7A25CB7E2}" dt="2020-12-28T13:18:09.880" v="14512" actId="165"/>
          <ac:cxnSpMkLst>
            <pc:docMk/>
            <pc:sldMk cId="419799954" sldId="2076137166"/>
            <ac:cxnSpMk id="27" creationId="{ED8B60AD-A0C1-4FC4-B4D7-BDB67FE3A67D}"/>
          </ac:cxnSpMkLst>
        </pc:cxnChg>
        <pc:cxnChg chg="add mod">
          <ac:chgData name="Amilcar Jose Rodriguez Barrios" userId="efa7753a-59bf-44f0-ad53-c3388f48cff0" providerId="ADAL" clId="{2B0C0FD6-3820-41E9-897F-3AE7A25CB7E2}" dt="2020-12-28T13:18:52.232" v="14535" actId="14100"/>
          <ac:cxnSpMkLst>
            <pc:docMk/>
            <pc:sldMk cId="419799954" sldId="2076137166"/>
            <ac:cxnSpMk id="39" creationId="{F016359D-D886-4775-A29C-C37E041B688B}"/>
          </ac:cxnSpMkLst>
        </pc:cxnChg>
        <pc:cxnChg chg="add mod">
          <ac:chgData name="Amilcar Jose Rodriguez Barrios" userId="efa7753a-59bf-44f0-ad53-c3388f48cff0" providerId="ADAL" clId="{2B0C0FD6-3820-41E9-897F-3AE7A25CB7E2}" dt="2020-12-28T13:18:56.039" v="14537" actId="14100"/>
          <ac:cxnSpMkLst>
            <pc:docMk/>
            <pc:sldMk cId="419799954" sldId="2076137166"/>
            <ac:cxnSpMk id="45" creationId="{B7283EA4-DC90-4BA4-87F1-00A611A50BBB}"/>
          </ac:cxnSpMkLst>
        </pc:cxnChg>
        <pc:cxnChg chg="add mod">
          <ac:chgData name="Amilcar Jose Rodriguez Barrios" userId="efa7753a-59bf-44f0-ad53-c3388f48cff0" providerId="ADAL" clId="{2B0C0FD6-3820-41E9-897F-3AE7A25CB7E2}" dt="2020-12-28T13:19:00.928" v="14539" actId="1076"/>
          <ac:cxnSpMkLst>
            <pc:docMk/>
            <pc:sldMk cId="419799954" sldId="2076137166"/>
            <ac:cxnSpMk id="50" creationId="{6F5614AA-BF23-41AE-846E-8E2C27375A9B}"/>
          </ac:cxnSpMkLst>
        </pc:cxnChg>
        <pc:cxnChg chg="add">
          <ac:chgData name="Amilcar Jose Rodriguez Barrios" userId="efa7753a-59bf-44f0-ad53-c3388f48cff0" providerId="ADAL" clId="{2B0C0FD6-3820-41E9-897F-3AE7A25CB7E2}" dt="2020-12-28T14:08:31.901" v="16325"/>
          <ac:cxnSpMkLst>
            <pc:docMk/>
            <pc:sldMk cId="419799954" sldId="2076137166"/>
            <ac:cxnSpMk id="53" creationId="{42E807E2-EB64-485C-A770-6FE4A0952B63}"/>
          </ac:cxnSpMkLst>
        </pc:cxnChg>
        <pc:cxnChg chg="add mod">
          <ac:chgData name="Amilcar Jose Rodriguez Barrios" userId="efa7753a-59bf-44f0-ad53-c3388f48cff0" providerId="ADAL" clId="{2B0C0FD6-3820-41E9-897F-3AE7A25CB7E2}" dt="2020-12-19T23:49:01.390" v="8208" actId="14100"/>
          <ac:cxnSpMkLst>
            <pc:docMk/>
            <pc:sldMk cId="419799954" sldId="2076137166"/>
            <ac:cxnSpMk id="76" creationId="{94453BC4-F235-4AA8-8D72-F216E5C79FE9}"/>
          </ac:cxnSpMkLst>
        </pc:cxnChg>
        <pc:cxnChg chg="add mod">
          <ac:chgData name="Amilcar Jose Rodriguez Barrios" userId="efa7753a-59bf-44f0-ad53-c3388f48cff0" providerId="ADAL" clId="{2B0C0FD6-3820-41E9-897F-3AE7A25CB7E2}" dt="2020-12-19T23:48:43.254" v="8200" actId="1076"/>
          <ac:cxnSpMkLst>
            <pc:docMk/>
            <pc:sldMk cId="419799954" sldId="2076137166"/>
            <ac:cxnSpMk id="77" creationId="{067382E5-407C-4300-A4DD-A6E117D7D9E7}"/>
          </ac:cxnSpMkLst>
        </pc:cxnChg>
        <pc:cxnChg chg="add mod">
          <ac:chgData name="Amilcar Jose Rodriguez Barrios" userId="efa7753a-59bf-44f0-ad53-c3388f48cff0" providerId="ADAL" clId="{2B0C0FD6-3820-41E9-897F-3AE7A25CB7E2}" dt="2020-12-19T23:48:58.562" v="8207" actId="1076"/>
          <ac:cxnSpMkLst>
            <pc:docMk/>
            <pc:sldMk cId="419799954" sldId="2076137166"/>
            <ac:cxnSpMk id="78" creationId="{7FD6222E-AC78-41C4-A5E2-BCEE04A59018}"/>
          </ac:cxnSpMkLst>
        </pc:cxnChg>
        <pc:cxnChg chg="add mod">
          <ac:chgData name="Amilcar Jose Rodriguez Barrios" userId="efa7753a-59bf-44f0-ad53-c3388f48cff0" providerId="ADAL" clId="{2B0C0FD6-3820-41E9-897F-3AE7A25CB7E2}" dt="2020-12-19T23:50:05.475" v="8229" actId="164"/>
          <ac:cxnSpMkLst>
            <pc:docMk/>
            <pc:sldMk cId="419799954" sldId="2076137166"/>
            <ac:cxnSpMk id="80" creationId="{4171C156-1457-4DB1-8F8B-912D3ECCB863}"/>
          </ac:cxnSpMkLst>
        </pc:cxnChg>
        <pc:cxnChg chg="add mod">
          <ac:chgData name="Amilcar Jose Rodriguez Barrios" userId="efa7753a-59bf-44f0-ad53-c3388f48cff0" providerId="ADAL" clId="{2B0C0FD6-3820-41E9-897F-3AE7A25CB7E2}" dt="2020-12-19T23:50:05.475" v="8229" actId="164"/>
          <ac:cxnSpMkLst>
            <pc:docMk/>
            <pc:sldMk cId="419799954" sldId="2076137166"/>
            <ac:cxnSpMk id="81" creationId="{FAE558E6-2DC7-4F44-A186-84E6D502B31F}"/>
          </ac:cxnSpMkLst>
        </pc:cxnChg>
        <pc:cxnChg chg="add mod">
          <ac:chgData name="Amilcar Jose Rodriguez Barrios" userId="efa7753a-59bf-44f0-ad53-c3388f48cff0" providerId="ADAL" clId="{2B0C0FD6-3820-41E9-897F-3AE7A25CB7E2}" dt="2020-12-19T23:50:19.235" v="8234" actId="1076"/>
          <ac:cxnSpMkLst>
            <pc:docMk/>
            <pc:sldMk cId="419799954" sldId="2076137166"/>
            <ac:cxnSpMk id="85" creationId="{AA052E61-AF26-4DB7-8406-EBA2C646EEE8}"/>
          </ac:cxnSpMkLst>
        </pc:cxnChg>
      </pc:sldChg>
      <pc:sldChg chg="ord">
        <pc:chgData name="Amilcar Jose Rodriguez Barrios" userId="efa7753a-59bf-44f0-ad53-c3388f48cff0" providerId="ADAL" clId="{2B0C0FD6-3820-41E9-897F-3AE7A25CB7E2}" dt="2020-12-28T14:08:48.018" v="16331"/>
        <pc:sldMkLst>
          <pc:docMk/>
          <pc:sldMk cId="3993116041" sldId="2076137175"/>
        </pc:sldMkLst>
      </pc:sldChg>
      <pc:sldChg chg="modSp del">
        <pc:chgData name="Amilcar Jose Rodriguez Barrios" userId="efa7753a-59bf-44f0-ad53-c3388f48cff0" providerId="ADAL" clId="{2B0C0FD6-3820-41E9-897F-3AE7A25CB7E2}" dt="2020-12-28T14:28:28.610" v="16690" actId="2696"/>
        <pc:sldMkLst>
          <pc:docMk/>
          <pc:sldMk cId="1261441932" sldId="2076137179"/>
        </pc:sldMkLst>
        <pc:spChg chg="mod">
          <ac:chgData name="Amilcar Jose Rodriguez Barrios" userId="efa7753a-59bf-44f0-ad53-c3388f48cff0" providerId="ADAL" clId="{2B0C0FD6-3820-41E9-897F-3AE7A25CB7E2}" dt="2020-12-28T14:27:40.171" v="16676" actId="255"/>
          <ac:spMkLst>
            <pc:docMk/>
            <pc:sldMk cId="1261441932" sldId="2076137179"/>
            <ac:spMk id="23" creationId="{8A048DEB-FCB3-4578-950F-7C1F472DE345}"/>
          </ac:spMkLst>
        </pc:spChg>
        <pc:spChg chg="mod">
          <ac:chgData name="Amilcar Jose Rodriguez Barrios" userId="efa7753a-59bf-44f0-ad53-c3388f48cff0" providerId="ADAL" clId="{2B0C0FD6-3820-41E9-897F-3AE7A25CB7E2}" dt="2020-12-28T14:27:33.994" v="16675" actId="14100"/>
          <ac:spMkLst>
            <pc:docMk/>
            <pc:sldMk cId="1261441932" sldId="2076137179"/>
            <ac:spMk id="26" creationId="{9415FBE7-2A37-40A2-80BA-C6E5F1A4DF06}"/>
          </ac:spMkLst>
        </pc:spChg>
      </pc:sldChg>
      <pc:sldChg chg="addSp modSp del">
        <pc:chgData name="Amilcar Jose Rodriguez Barrios" userId="efa7753a-59bf-44f0-ad53-c3388f48cff0" providerId="ADAL" clId="{2B0C0FD6-3820-41E9-897F-3AE7A25CB7E2}" dt="2020-12-28T13:44:07.291" v="15758" actId="2696"/>
        <pc:sldMkLst>
          <pc:docMk/>
          <pc:sldMk cId="2769416638" sldId="2076137181"/>
        </pc:sldMkLst>
        <pc:spChg chg="add mod">
          <ac:chgData name="Amilcar Jose Rodriguez Barrios" userId="efa7753a-59bf-44f0-ad53-c3388f48cff0" providerId="ADAL" clId="{2B0C0FD6-3820-41E9-897F-3AE7A25CB7E2}" dt="2020-12-28T13:03:15.600" v="13799" actId="20577"/>
          <ac:spMkLst>
            <pc:docMk/>
            <pc:sldMk cId="2769416638" sldId="2076137181"/>
            <ac:spMk id="8" creationId="{8A3B7EFF-D1CB-4804-A8C9-CDC373354EAB}"/>
          </ac:spMkLst>
        </pc:spChg>
        <pc:spChg chg="mod">
          <ac:chgData name="Amilcar Jose Rodriguez Barrios" userId="efa7753a-59bf-44f0-ad53-c3388f48cff0" providerId="ADAL" clId="{2B0C0FD6-3820-41E9-897F-3AE7A25CB7E2}" dt="2020-12-28T13:33:53.914" v="15608" actId="13926"/>
          <ac:spMkLst>
            <pc:docMk/>
            <pc:sldMk cId="2769416638" sldId="2076137181"/>
            <ac:spMk id="19" creationId="{1D907421-4797-4BC5-98FB-49D04FCB98B3}"/>
          </ac:spMkLst>
        </pc:spChg>
      </pc:sldChg>
      <pc:sldChg chg="ord">
        <pc:chgData name="Amilcar Jose Rodriguez Barrios" userId="efa7753a-59bf-44f0-ad53-c3388f48cff0" providerId="ADAL" clId="{2B0C0FD6-3820-41E9-897F-3AE7A25CB7E2}" dt="2020-12-28T14:32:54.886" v="16752"/>
        <pc:sldMkLst>
          <pc:docMk/>
          <pc:sldMk cId="1692379245" sldId="2076137232"/>
        </pc:sldMkLst>
      </pc:sldChg>
      <pc:sldChg chg="add del">
        <pc:chgData name="Amilcar Jose Rodriguez Barrios" userId="efa7753a-59bf-44f0-ad53-c3388f48cff0" providerId="ADAL" clId="{2B0C0FD6-3820-41E9-897F-3AE7A25CB7E2}" dt="2020-12-28T14:37:08.819" v="16759" actId="2696"/>
        <pc:sldMkLst>
          <pc:docMk/>
          <pc:sldMk cId="3126215310" sldId="2076137233"/>
        </pc:sldMkLst>
      </pc:sldChg>
      <pc:sldChg chg="modSp del ord">
        <pc:chgData name="Amilcar Jose Rodriguez Barrios" userId="efa7753a-59bf-44f0-ad53-c3388f48cff0" providerId="ADAL" clId="{2B0C0FD6-3820-41E9-897F-3AE7A25CB7E2}" dt="2020-12-28T14:38:31.739" v="16776" actId="2696"/>
        <pc:sldMkLst>
          <pc:docMk/>
          <pc:sldMk cId="144948316" sldId="2076137237"/>
        </pc:sldMkLst>
        <pc:spChg chg="mod">
          <ac:chgData name="Amilcar Jose Rodriguez Barrios" userId="efa7753a-59bf-44f0-ad53-c3388f48cff0" providerId="ADAL" clId="{2B0C0FD6-3820-41E9-897F-3AE7A25CB7E2}" dt="2020-12-28T14:37:32.426" v="16769" actId="14100"/>
          <ac:spMkLst>
            <pc:docMk/>
            <pc:sldMk cId="144948316" sldId="2076137237"/>
            <ac:spMk id="2" creationId="{9E259BAE-A52B-429C-B4AE-B4C2122CA133}"/>
          </ac:spMkLst>
        </pc:spChg>
      </pc:sldChg>
      <pc:sldChg chg="del ord">
        <pc:chgData name="Amilcar Jose Rodriguez Barrios" userId="efa7753a-59bf-44f0-ad53-c3388f48cff0" providerId="ADAL" clId="{2B0C0FD6-3820-41E9-897F-3AE7A25CB7E2}" dt="2020-12-28T14:38:49.980" v="16780" actId="2696"/>
        <pc:sldMkLst>
          <pc:docMk/>
          <pc:sldMk cId="2365514192" sldId="2076137238"/>
        </pc:sldMkLst>
      </pc:sldChg>
      <pc:sldChg chg="del ord">
        <pc:chgData name="Amilcar Jose Rodriguez Barrios" userId="efa7753a-59bf-44f0-ad53-c3388f48cff0" providerId="ADAL" clId="{2B0C0FD6-3820-41E9-897F-3AE7A25CB7E2}" dt="2020-12-28T14:38:50.832" v="16781" actId="2696"/>
        <pc:sldMkLst>
          <pc:docMk/>
          <pc:sldMk cId="2917066725" sldId="2076137239"/>
        </pc:sldMkLst>
      </pc:sldChg>
      <pc:sldChg chg="addSp delSp modSp ord">
        <pc:chgData name="Amilcar Jose Rodriguez Barrios" userId="efa7753a-59bf-44f0-ad53-c3388f48cff0" providerId="ADAL" clId="{2B0C0FD6-3820-41E9-897F-3AE7A25CB7E2}" dt="2020-12-28T14:25:33.050" v="16627"/>
        <pc:sldMkLst>
          <pc:docMk/>
          <pc:sldMk cId="3424238124" sldId="2076137240"/>
        </pc:sldMkLst>
        <pc:spChg chg="del mod">
          <ac:chgData name="Amilcar Jose Rodriguez Barrios" userId="efa7753a-59bf-44f0-ad53-c3388f48cff0" providerId="ADAL" clId="{2B0C0FD6-3820-41E9-897F-3AE7A25CB7E2}" dt="2020-12-28T14:25:26.373" v="16623" actId="478"/>
          <ac:spMkLst>
            <pc:docMk/>
            <pc:sldMk cId="3424238124" sldId="2076137240"/>
            <ac:spMk id="13" creationId="{AC808C7F-E474-4B5E-B040-745E1CAD9A44}"/>
          </ac:spMkLst>
        </pc:spChg>
        <pc:spChg chg="add del">
          <ac:chgData name="Amilcar Jose Rodriguez Barrios" userId="efa7753a-59bf-44f0-ad53-c3388f48cff0" providerId="ADAL" clId="{2B0C0FD6-3820-41E9-897F-3AE7A25CB7E2}" dt="2020-12-28T14:25:25.096" v="16621" actId="478"/>
          <ac:spMkLst>
            <pc:docMk/>
            <pc:sldMk cId="3424238124" sldId="2076137240"/>
            <ac:spMk id="15" creationId="{33C8950A-F4C0-4F01-A81F-57FC43B4FFDE}"/>
          </ac:spMkLst>
        </pc:spChg>
        <pc:spChg chg="del">
          <ac:chgData name="Amilcar Jose Rodriguez Barrios" userId="efa7753a-59bf-44f0-ad53-c3388f48cff0" providerId="ADAL" clId="{2B0C0FD6-3820-41E9-897F-3AE7A25CB7E2}" dt="2020-12-28T14:24:48.352" v="16599" actId="478"/>
          <ac:spMkLst>
            <pc:docMk/>
            <pc:sldMk cId="3424238124" sldId="2076137240"/>
            <ac:spMk id="18" creationId="{E2433FFC-72AE-456F-9F6E-1E62B215D765}"/>
          </ac:spMkLst>
        </pc:spChg>
        <pc:spChg chg="del">
          <ac:chgData name="Amilcar Jose Rodriguez Barrios" userId="efa7753a-59bf-44f0-ad53-c3388f48cff0" providerId="ADAL" clId="{2B0C0FD6-3820-41E9-897F-3AE7A25CB7E2}" dt="2020-12-28T14:25:06.862" v="16603" actId="478"/>
          <ac:spMkLst>
            <pc:docMk/>
            <pc:sldMk cId="3424238124" sldId="2076137240"/>
            <ac:spMk id="20" creationId="{7679C0EF-13C8-43C3-BFB0-3EBD6A45B1DB}"/>
          </ac:spMkLst>
        </pc:spChg>
        <pc:spChg chg="add del mod">
          <ac:chgData name="Amilcar Jose Rodriguez Barrios" userId="efa7753a-59bf-44f0-ad53-c3388f48cff0" providerId="ADAL" clId="{2B0C0FD6-3820-41E9-897F-3AE7A25CB7E2}" dt="2020-12-28T14:25:13.733" v="16616" actId="255"/>
          <ac:spMkLst>
            <pc:docMk/>
            <pc:sldMk cId="3424238124" sldId="2076137240"/>
            <ac:spMk id="21" creationId="{130AD15D-B7C8-4AED-A2A2-884EB66425AB}"/>
          </ac:spMkLst>
        </pc:spChg>
        <pc:spChg chg="add">
          <ac:chgData name="Amilcar Jose Rodriguez Barrios" userId="efa7753a-59bf-44f0-ad53-c3388f48cff0" providerId="ADAL" clId="{2B0C0FD6-3820-41E9-897F-3AE7A25CB7E2}" dt="2020-12-28T14:25:07.426" v="16604"/>
          <ac:spMkLst>
            <pc:docMk/>
            <pc:sldMk cId="3424238124" sldId="2076137240"/>
            <ac:spMk id="23" creationId="{0BD25573-C084-4265-94F3-9983CDD3620B}"/>
          </ac:spMkLst>
        </pc:spChg>
        <pc:spChg chg="add">
          <ac:chgData name="Amilcar Jose Rodriguez Barrios" userId="efa7753a-59bf-44f0-ad53-c3388f48cff0" providerId="ADAL" clId="{2B0C0FD6-3820-41E9-897F-3AE7A25CB7E2}" dt="2020-12-28T14:25:07.426" v="16604"/>
          <ac:spMkLst>
            <pc:docMk/>
            <pc:sldMk cId="3424238124" sldId="2076137240"/>
            <ac:spMk id="25" creationId="{E1AF04D9-1960-45E0-8AF8-3FE77BE5D92B}"/>
          </ac:spMkLst>
        </pc:spChg>
        <pc:spChg chg="add">
          <ac:chgData name="Amilcar Jose Rodriguez Barrios" userId="efa7753a-59bf-44f0-ad53-c3388f48cff0" providerId="ADAL" clId="{2B0C0FD6-3820-41E9-897F-3AE7A25CB7E2}" dt="2020-12-28T14:25:33.050" v="16627"/>
          <ac:spMkLst>
            <pc:docMk/>
            <pc:sldMk cId="3424238124" sldId="2076137240"/>
            <ac:spMk id="28" creationId="{F428FD6C-35BA-47D4-9068-9F9E13DA2BCC}"/>
          </ac:spMkLst>
        </pc:spChg>
        <pc:picChg chg="del">
          <ac:chgData name="Amilcar Jose Rodriguez Barrios" userId="efa7753a-59bf-44f0-ad53-c3388f48cff0" providerId="ADAL" clId="{2B0C0FD6-3820-41E9-897F-3AE7A25CB7E2}" dt="2020-12-28T14:24:49.704" v="16600" actId="478"/>
          <ac:picMkLst>
            <pc:docMk/>
            <pc:sldMk cId="3424238124" sldId="2076137240"/>
            <ac:picMk id="17" creationId="{27900153-CE62-4B54-8613-C1977E17C036}"/>
          </ac:picMkLst>
        </pc:picChg>
        <pc:picChg chg="del">
          <ac:chgData name="Amilcar Jose Rodriguez Barrios" userId="efa7753a-59bf-44f0-ad53-c3388f48cff0" providerId="ADAL" clId="{2B0C0FD6-3820-41E9-897F-3AE7A25CB7E2}" dt="2020-12-28T14:24:47.608" v="16598" actId="478"/>
          <ac:picMkLst>
            <pc:docMk/>
            <pc:sldMk cId="3424238124" sldId="2076137240"/>
            <ac:picMk id="19" creationId="{EFADFF1A-CD02-4752-BB91-4AEDFAA32167}"/>
          </ac:picMkLst>
        </pc:picChg>
        <pc:picChg chg="add">
          <ac:chgData name="Amilcar Jose Rodriguez Barrios" userId="efa7753a-59bf-44f0-ad53-c3388f48cff0" providerId="ADAL" clId="{2B0C0FD6-3820-41E9-897F-3AE7A25CB7E2}" dt="2020-12-28T14:25:07.426" v="16604"/>
          <ac:picMkLst>
            <pc:docMk/>
            <pc:sldMk cId="3424238124" sldId="2076137240"/>
            <ac:picMk id="24" creationId="{0228596D-ED70-431D-B6A9-57B11B996B09}"/>
          </ac:picMkLst>
        </pc:picChg>
        <pc:picChg chg="add del">
          <ac:chgData name="Amilcar Jose Rodriguez Barrios" userId="efa7753a-59bf-44f0-ad53-c3388f48cff0" providerId="ADAL" clId="{2B0C0FD6-3820-41E9-897F-3AE7A25CB7E2}" dt="2020-12-28T14:25:26.850" v="16624" actId="478"/>
          <ac:picMkLst>
            <pc:docMk/>
            <pc:sldMk cId="3424238124" sldId="2076137240"/>
            <ac:picMk id="26" creationId="{E987B3AE-9476-4F3E-BC3D-8950A491D9AA}"/>
          </ac:picMkLst>
        </pc:picChg>
        <pc:picChg chg="add">
          <ac:chgData name="Amilcar Jose Rodriguez Barrios" userId="efa7753a-59bf-44f0-ad53-c3388f48cff0" providerId="ADAL" clId="{2B0C0FD6-3820-41E9-897F-3AE7A25CB7E2}" dt="2020-12-28T14:25:33.050" v="16627"/>
          <ac:picMkLst>
            <pc:docMk/>
            <pc:sldMk cId="3424238124" sldId="2076137240"/>
            <ac:picMk id="29" creationId="{3B5A2E51-93EC-4DA7-B666-87B280FE1C10}"/>
          </ac:picMkLst>
        </pc:picChg>
        <pc:cxnChg chg="add del">
          <ac:chgData name="Amilcar Jose Rodriguez Barrios" userId="efa7753a-59bf-44f0-ad53-c3388f48cff0" providerId="ADAL" clId="{2B0C0FD6-3820-41E9-897F-3AE7A25CB7E2}" dt="2020-12-28T14:25:27.474" v="16625" actId="478"/>
          <ac:cxnSpMkLst>
            <pc:docMk/>
            <pc:sldMk cId="3424238124" sldId="2076137240"/>
            <ac:cxnSpMk id="12" creationId="{566FBA92-D3DE-4EF3-9A94-4910A7DD668C}"/>
          </ac:cxnSpMkLst>
        </pc:cxnChg>
        <pc:cxnChg chg="add del">
          <ac:chgData name="Amilcar Jose Rodriguez Barrios" userId="efa7753a-59bf-44f0-ad53-c3388f48cff0" providerId="ADAL" clId="{2B0C0FD6-3820-41E9-897F-3AE7A25CB7E2}" dt="2020-12-28T14:25:27.805" v="16626" actId="478"/>
          <ac:cxnSpMkLst>
            <pc:docMk/>
            <pc:sldMk cId="3424238124" sldId="2076137240"/>
            <ac:cxnSpMk id="14" creationId="{04C484D3-04C1-4AC4-AC3A-C643F81C8EF9}"/>
          </ac:cxnSpMkLst>
        </pc:cxnChg>
        <pc:cxnChg chg="add">
          <ac:chgData name="Amilcar Jose Rodriguez Barrios" userId="efa7753a-59bf-44f0-ad53-c3388f48cff0" providerId="ADAL" clId="{2B0C0FD6-3820-41E9-897F-3AE7A25CB7E2}" dt="2020-12-28T14:25:33.050" v="16627"/>
          <ac:cxnSpMkLst>
            <pc:docMk/>
            <pc:sldMk cId="3424238124" sldId="2076137240"/>
            <ac:cxnSpMk id="27" creationId="{D51704F1-8537-497D-8B37-5F8AE8A9A8A3}"/>
          </ac:cxnSpMkLst>
        </pc:cxnChg>
      </pc:sldChg>
      <pc:sldChg chg="addSp delSp modSp ord">
        <pc:chgData name="Amilcar Jose Rodriguez Barrios" userId="efa7753a-59bf-44f0-ad53-c3388f48cff0" providerId="ADAL" clId="{2B0C0FD6-3820-41E9-897F-3AE7A25CB7E2}" dt="2020-12-28T14:26:08.502" v="16646" actId="1036"/>
        <pc:sldMkLst>
          <pc:docMk/>
          <pc:sldMk cId="867126895" sldId="2076137241"/>
        </pc:sldMkLst>
        <pc:spChg chg="mod">
          <ac:chgData name="Amilcar Jose Rodriguez Barrios" userId="efa7753a-59bf-44f0-ad53-c3388f48cff0" providerId="ADAL" clId="{2B0C0FD6-3820-41E9-897F-3AE7A25CB7E2}" dt="2020-12-28T14:26:08.502" v="16646" actId="1036"/>
          <ac:spMkLst>
            <pc:docMk/>
            <pc:sldMk cId="867126895" sldId="2076137241"/>
            <ac:spMk id="25" creationId="{AF32D3AA-268A-4A24-9785-4B56ECFD7CD8}"/>
          </ac:spMkLst>
        </pc:spChg>
        <pc:spChg chg="add">
          <ac:chgData name="Amilcar Jose Rodriguez Barrios" userId="efa7753a-59bf-44f0-ad53-c3388f48cff0" providerId="ADAL" clId="{2B0C0FD6-3820-41E9-897F-3AE7A25CB7E2}" dt="2020-12-28T14:25:43.927" v="16629"/>
          <ac:spMkLst>
            <pc:docMk/>
            <pc:sldMk cId="867126895" sldId="2076137241"/>
            <ac:spMk id="26" creationId="{C5902B4B-631F-447A-BA36-A7CC5117DC13}"/>
          </ac:spMkLst>
        </pc:spChg>
        <pc:spChg chg="add">
          <ac:chgData name="Amilcar Jose Rodriguez Barrios" userId="efa7753a-59bf-44f0-ad53-c3388f48cff0" providerId="ADAL" clId="{2B0C0FD6-3820-41E9-897F-3AE7A25CB7E2}" dt="2020-12-28T14:25:48.455" v="16630"/>
          <ac:spMkLst>
            <pc:docMk/>
            <pc:sldMk cId="867126895" sldId="2076137241"/>
            <ac:spMk id="29" creationId="{E2DA4419-9992-4460-AE02-20B1BAED9834}"/>
          </ac:spMkLst>
        </pc:spChg>
        <pc:spChg chg="add del mod">
          <ac:chgData name="Amilcar Jose Rodriguez Barrios" userId="efa7753a-59bf-44f0-ad53-c3388f48cff0" providerId="ADAL" clId="{2B0C0FD6-3820-41E9-897F-3AE7A25CB7E2}" dt="2020-12-28T14:26:08.502" v="16646" actId="1036"/>
          <ac:spMkLst>
            <pc:docMk/>
            <pc:sldMk cId="867126895" sldId="2076137241"/>
            <ac:spMk id="32" creationId="{BEE3628B-482E-4D48-8195-E608FC1E8713}"/>
          </ac:spMkLst>
        </pc:spChg>
        <pc:picChg chg="add">
          <ac:chgData name="Amilcar Jose Rodriguez Barrios" userId="efa7753a-59bf-44f0-ad53-c3388f48cff0" providerId="ADAL" clId="{2B0C0FD6-3820-41E9-897F-3AE7A25CB7E2}" dt="2020-12-28T14:25:43.927" v="16629"/>
          <ac:picMkLst>
            <pc:docMk/>
            <pc:sldMk cId="867126895" sldId="2076137241"/>
            <ac:picMk id="27" creationId="{F77656ED-B2C6-459F-B29E-79C5F3640CD0}"/>
          </ac:picMkLst>
        </pc:picChg>
        <pc:picChg chg="add">
          <ac:chgData name="Amilcar Jose Rodriguez Barrios" userId="efa7753a-59bf-44f0-ad53-c3388f48cff0" providerId="ADAL" clId="{2B0C0FD6-3820-41E9-897F-3AE7A25CB7E2}" dt="2020-12-28T14:25:48.455" v="16630"/>
          <ac:picMkLst>
            <pc:docMk/>
            <pc:sldMk cId="867126895" sldId="2076137241"/>
            <ac:picMk id="30" creationId="{9E698E8E-CA45-4761-9E14-2C5F32C5AB0B}"/>
          </ac:picMkLst>
        </pc:picChg>
        <pc:cxnChg chg="add">
          <ac:chgData name="Amilcar Jose Rodriguez Barrios" userId="efa7753a-59bf-44f0-ad53-c3388f48cff0" providerId="ADAL" clId="{2B0C0FD6-3820-41E9-897F-3AE7A25CB7E2}" dt="2020-12-28T14:25:48.455" v="16630"/>
          <ac:cxnSpMkLst>
            <pc:docMk/>
            <pc:sldMk cId="867126895" sldId="2076137241"/>
            <ac:cxnSpMk id="28" creationId="{D8B1EE38-5125-4D88-A5BF-F9C026F19B19}"/>
          </ac:cxnSpMkLst>
        </pc:cxnChg>
      </pc:sldChg>
      <pc:sldChg chg="addSp delSp modSp del">
        <pc:chgData name="Amilcar Jose Rodriguez Barrios" userId="efa7753a-59bf-44f0-ad53-c3388f48cff0" providerId="ADAL" clId="{2B0C0FD6-3820-41E9-897F-3AE7A25CB7E2}" dt="2020-12-19T23:13:01.395" v="6058" actId="2696"/>
        <pc:sldMkLst>
          <pc:docMk/>
          <pc:sldMk cId="2181945621" sldId="2076137243"/>
        </pc:sldMkLst>
        <pc:spChg chg="add del">
          <ac:chgData name="Amilcar Jose Rodriguez Barrios" userId="efa7753a-59bf-44f0-ad53-c3388f48cff0" providerId="ADAL" clId="{2B0C0FD6-3820-41E9-897F-3AE7A25CB7E2}" dt="2020-12-19T22:12:08.541" v="128" actId="478"/>
          <ac:spMkLst>
            <pc:docMk/>
            <pc:sldMk cId="2181945621" sldId="2076137243"/>
            <ac:spMk id="4" creationId="{38D48D1D-C7D1-45C3-9C5F-C8AA7C1AB407}"/>
          </ac:spMkLst>
        </pc:spChg>
        <pc:spChg chg="add del mod">
          <ac:chgData name="Amilcar Jose Rodriguez Barrios" userId="efa7753a-59bf-44f0-ad53-c3388f48cff0" providerId="ADAL" clId="{2B0C0FD6-3820-41E9-897F-3AE7A25CB7E2}" dt="2020-12-19T22:12:03.283" v="126"/>
          <ac:spMkLst>
            <pc:docMk/>
            <pc:sldMk cId="2181945621" sldId="2076137243"/>
            <ac:spMk id="6" creationId="{F2FD4AB9-6739-4ED1-8297-264E5D78FB97}"/>
          </ac:spMkLst>
        </pc:spChg>
        <pc:spChg chg="add mod">
          <ac:chgData name="Amilcar Jose Rodriguez Barrios" userId="efa7753a-59bf-44f0-ad53-c3388f48cff0" providerId="ADAL" clId="{2B0C0FD6-3820-41E9-897F-3AE7A25CB7E2}" dt="2020-12-19T22:12:27.360" v="156" actId="20577"/>
          <ac:spMkLst>
            <pc:docMk/>
            <pc:sldMk cId="2181945621" sldId="2076137243"/>
            <ac:spMk id="7" creationId="{E9D2039D-E5A2-4BE7-8C45-A40044E8F46A}"/>
          </ac:spMkLst>
        </pc:spChg>
      </pc:sldChg>
      <pc:sldChg chg="addSp delSp modSp del">
        <pc:chgData name="Amilcar Jose Rodriguez Barrios" userId="efa7753a-59bf-44f0-ad53-c3388f48cff0" providerId="ADAL" clId="{2B0C0FD6-3820-41E9-897F-3AE7A25CB7E2}" dt="2020-12-28T14:00:21.135" v="16148" actId="2696"/>
        <pc:sldMkLst>
          <pc:docMk/>
          <pc:sldMk cId="3706024886" sldId="2076137244"/>
        </pc:sldMkLst>
        <pc:spChg chg="add mod">
          <ac:chgData name="Amilcar Jose Rodriguez Barrios" userId="efa7753a-59bf-44f0-ad53-c3388f48cff0" providerId="ADAL" clId="{2B0C0FD6-3820-41E9-897F-3AE7A25CB7E2}" dt="2020-12-21T12:55:15.895" v="11483" actId="20577"/>
          <ac:spMkLst>
            <pc:docMk/>
            <pc:sldMk cId="3706024886" sldId="2076137244"/>
            <ac:spMk id="2" creationId="{CA4A5509-2FBF-489E-BF92-BFDE20B030E7}"/>
          </ac:spMkLst>
        </pc:spChg>
        <pc:spChg chg="mod">
          <ac:chgData name="Amilcar Jose Rodriguez Barrios" userId="efa7753a-59bf-44f0-ad53-c3388f48cff0" providerId="ADAL" clId="{2B0C0FD6-3820-41E9-897F-3AE7A25CB7E2}" dt="2020-12-21T12:55:57.969" v="11489" actId="20577"/>
          <ac:spMkLst>
            <pc:docMk/>
            <pc:sldMk cId="3706024886" sldId="2076137244"/>
            <ac:spMk id="26" creationId="{BBC2E951-31E1-42D7-A763-CF5BBAA4D8EC}"/>
          </ac:spMkLst>
        </pc:spChg>
        <pc:spChg chg="mod">
          <ac:chgData name="Amilcar Jose Rodriguez Barrios" userId="efa7753a-59bf-44f0-ad53-c3388f48cff0" providerId="ADAL" clId="{2B0C0FD6-3820-41E9-897F-3AE7A25CB7E2}" dt="2020-12-28T13:04:50.768" v="13875" actId="13926"/>
          <ac:spMkLst>
            <pc:docMk/>
            <pc:sldMk cId="3706024886" sldId="2076137244"/>
            <ac:spMk id="30" creationId="{FD5C8F92-BFA3-4CDB-B731-56ED55BC8B6B}"/>
          </ac:spMkLst>
        </pc:spChg>
        <pc:picChg chg="add del">
          <ac:chgData name="Amilcar Jose Rodriguez Barrios" userId="efa7753a-59bf-44f0-ad53-c3388f48cff0" providerId="ADAL" clId="{2B0C0FD6-3820-41E9-897F-3AE7A25CB7E2}" dt="2020-12-19T23:27:25.195" v="7410"/>
          <ac:picMkLst>
            <pc:docMk/>
            <pc:sldMk cId="3706024886" sldId="2076137244"/>
            <ac:picMk id="10" creationId="{7CE2FB57-3807-40F4-97F9-1830C13F81EB}"/>
          </ac:picMkLst>
        </pc:picChg>
      </pc:sldChg>
      <pc:sldChg chg="modSp del">
        <pc:chgData name="Amilcar Jose Rodriguez Barrios" userId="efa7753a-59bf-44f0-ad53-c3388f48cff0" providerId="ADAL" clId="{2B0C0FD6-3820-41E9-897F-3AE7A25CB7E2}" dt="2020-12-28T13:58:43.150" v="16098" actId="2696"/>
        <pc:sldMkLst>
          <pc:docMk/>
          <pc:sldMk cId="983108659" sldId="2076137246"/>
        </pc:sldMkLst>
        <pc:spChg chg="mod">
          <ac:chgData name="Amilcar Jose Rodriguez Barrios" userId="efa7753a-59bf-44f0-ad53-c3388f48cff0" providerId="ADAL" clId="{2B0C0FD6-3820-41E9-897F-3AE7A25CB7E2}" dt="2020-12-28T13:13:22.260" v="14421" actId="20577"/>
          <ac:spMkLst>
            <pc:docMk/>
            <pc:sldMk cId="983108659" sldId="2076137246"/>
            <ac:spMk id="26" creationId="{BBC2E951-31E1-42D7-A763-CF5BBAA4D8EC}"/>
          </ac:spMkLst>
        </pc:spChg>
        <pc:spChg chg="mod">
          <ac:chgData name="Amilcar Jose Rodriguez Barrios" userId="efa7753a-59bf-44f0-ad53-c3388f48cff0" providerId="ADAL" clId="{2B0C0FD6-3820-41E9-897F-3AE7A25CB7E2}" dt="2020-12-19T23:35:38.047" v="7835" actId="1035"/>
          <ac:spMkLst>
            <pc:docMk/>
            <pc:sldMk cId="983108659" sldId="2076137246"/>
            <ac:spMk id="58" creationId="{334AC970-5E03-4C70-8E74-F9A3E7DBF22A}"/>
          </ac:spMkLst>
        </pc:spChg>
      </pc:sldChg>
      <pc:sldChg chg="delSp modSp del ord">
        <pc:chgData name="Amilcar Jose Rodriguez Barrios" userId="efa7753a-59bf-44f0-ad53-c3388f48cff0" providerId="ADAL" clId="{2B0C0FD6-3820-41E9-897F-3AE7A25CB7E2}" dt="2020-12-28T14:09:57.083" v="16394" actId="2696"/>
        <pc:sldMkLst>
          <pc:docMk/>
          <pc:sldMk cId="3322822494" sldId="2076137247"/>
        </pc:sldMkLst>
        <pc:spChg chg="del mod">
          <ac:chgData name="Amilcar Jose Rodriguez Barrios" userId="efa7753a-59bf-44f0-ad53-c3388f48cff0" providerId="ADAL" clId="{2B0C0FD6-3820-41E9-897F-3AE7A25CB7E2}" dt="2020-12-28T13:20:14.003" v="14568" actId="478"/>
          <ac:spMkLst>
            <pc:docMk/>
            <pc:sldMk cId="3322822494" sldId="2076137247"/>
            <ac:spMk id="8" creationId="{70EF0EB2-6930-44B5-AE9F-BB1E56ED6F91}"/>
          </ac:spMkLst>
        </pc:spChg>
        <pc:spChg chg="mod">
          <ac:chgData name="Amilcar Jose Rodriguez Barrios" userId="efa7753a-59bf-44f0-ad53-c3388f48cff0" providerId="ADAL" clId="{2B0C0FD6-3820-41E9-897F-3AE7A25CB7E2}" dt="2020-12-19T23:20:12.230" v="6343" actId="20577"/>
          <ac:spMkLst>
            <pc:docMk/>
            <pc:sldMk cId="3322822494" sldId="2076137247"/>
            <ac:spMk id="23" creationId="{8A048DEB-FCB3-4578-950F-7C1F472DE345}"/>
          </ac:spMkLst>
        </pc:spChg>
        <pc:spChg chg="mod">
          <ac:chgData name="Amilcar Jose Rodriguez Barrios" userId="efa7753a-59bf-44f0-ad53-c3388f48cff0" providerId="ADAL" clId="{2B0C0FD6-3820-41E9-897F-3AE7A25CB7E2}" dt="2020-12-28T13:31:18.029" v="15607" actId="255"/>
          <ac:spMkLst>
            <pc:docMk/>
            <pc:sldMk cId="3322822494" sldId="2076137247"/>
            <ac:spMk id="26" creationId="{9415FBE7-2A37-40A2-80BA-C6E5F1A4DF06}"/>
          </ac:spMkLst>
        </pc:spChg>
      </pc:sldChg>
      <pc:sldChg chg="modSp del">
        <pc:chgData name="Amilcar Jose Rodriguez Barrios" userId="efa7753a-59bf-44f0-ad53-c3388f48cff0" providerId="ADAL" clId="{2B0C0FD6-3820-41E9-897F-3AE7A25CB7E2}" dt="2020-12-19T23:26:39.577" v="7404" actId="2696"/>
        <pc:sldMkLst>
          <pc:docMk/>
          <pc:sldMk cId="2754725733" sldId="2076137248"/>
        </pc:sldMkLst>
        <pc:spChg chg="mod">
          <ac:chgData name="Amilcar Jose Rodriguez Barrios" userId="efa7753a-59bf-44f0-ad53-c3388f48cff0" providerId="ADAL" clId="{2B0C0FD6-3820-41E9-897F-3AE7A25CB7E2}" dt="2020-12-19T23:21:03.004" v="6374" actId="20577"/>
          <ac:spMkLst>
            <pc:docMk/>
            <pc:sldMk cId="2754725733" sldId="2076137248"/>
            <ac:spMk id="23" creationId="{8A048DEB-FCB3-4578-950F-7C1F472DE345}"/>
          </ac:spMkLst>
        </pc:spChg>
      </pc:sldChg>
      <pc:sldChg chg="addSp delSp modSp add del">
        <pc:chgData name="Amilcar Jose Rodriguez Barrios" userId="efa7753a-59bf-44f0-ad53-c3388f48cff0" providerId="ADAL" clId="{2B0C0FD6-3820-41E9-897F-3AE7A25CB7E2}" dt="2020-12-28T13:50:04.442" v="15955" actId="2696"/>
        <pc:sldMkLst>
          <pc:docMk/>
          <pc:sldMk cId="3059500696" sldId="2076137252"/>
        </pc:sldMkLst>
        <pc:spChg chg="add mod">
          <ac:chgData name="Amilcar Jose Rodriguez Barrios" userId="efa7753a-59bf-44f0-ad53-c3388f48cff0" providerId="ADAL" clId="{2B0C0FD6-3820-41E9-897F-3AE7A25CB7E2}" dt="2020-12-19T22:24:30.641" v="1753" actId="20577"/>
          <ac:spMkLst>
            <pc:docMk/>
            <pc:sldMk cId="3059500696" sldId="2076137252"/>
            <ac:spMk id="2" creationId="{4569BAC8-DD8C-4946-B26C-ED230FAD0AC0}"/>
          </ac:spMkLst>
        </pc:spChg>
        <pc:spChg chg="add del">
          <ac:chgData name="Amilcar Jose Rodriguez Barrios" userId="efa7753a-59bf-44f0-ad53-c3388f48cff0" providerId="ADAL" clId="{2B0C0FD6-3820-41E9-897F-3AE7A25CB7E2}" dt="2020-12-19T22:24:36.636" v="1755"/>
          <ac:spMkLst>
            <pc:docMk/>
            <pc:sldMk cId="3059500696" sldId="2076137252"/>
            <ac:spMk id="3" creationId="{7EE50744-08AE-41C5-A131-E45755B48576}"/>
          </ac:spMkLst>
        </pc:spChg>
        <pc:spChg chg="add del mod">
          <ac:chgData name="Amilcar Jose Rodriguez Barrios" userId="efa7753a-59bf-44f0-ad53-c3388f48cff0" providerId="ADAL" clId="{2B0C0FD6-3820-41E9-897F-3AE7A25CB7E2}" dt="2020-12-19T22:24:50.115" v="1758" actId="478"/>
          <ac:spMkLst>
            <pc:docMk/>
            <pc:sldMk cId="3059500696" sldId="2076137252"/>
            <ac:spMk id="4" creationId="{7B8C34CC-CB78-4882-AE4A-B2BF1B4985B2}"/>
          </ac:spMkLst>
        </pc:spChg>
        <pc:spChg chg="add mod">
          <ac:chgData name="Amilcar Jose Rodriguez Barrios" userId="efa7753a-59bf-44f0-ad53-c3388f48cff0" providerId="ADAL" clId="{2B0C0FD6-3820-41E9-897F-3AE7A25CB7E2}" dt="2020-12-28T13:13:37.123" v="14435" actId="20577"/>
          <ac:spMkLst>
            <pc:docMk/>
            <pc:sldMk cId="3059500696" sldId="2076137252"/>
            <ac:spMk id="5" creationId="{40E4F927-2EAA-4F05-994C-6870A61C4B77}"/>
          </ac:spMkLst>
        </pc:spChg>
        <pc:spChg chg="add del mod">
          <ac:chgData name="Amilcar Jose Rodriguez Barrios" userId="efa7753a-59bf-44f0-ad53-c3388f48cff0" providerId="ADAL" clId="{2B0C0FD6-3820-41E9-897F-3AE7A25CB7E2}" dt="2020-12-28T12:59:24.367" v="13442" actId="478"/>
          <ac:spMkLst>
            <pc:docMk/>
            <pc:sldMk cId="3059500696" sldId="2076137252"/>
            <ac:spMk id="6" creationId="{16400A69-BBF3-4E9F-9DEF-A0E73A879EBE}"/>
          </ac:spMkLst>
        </pc:spChg>
        <pc:spChg chg="add">
          <ac:chgData name="Amilcar Jose Rodriguez Barrios" userId="efa7753a-59bf-44f0-ad53-c3388f48cff0" providerId="ADAL" clId="{2B0C0FD6-3820-41E9-897F-3AE7A25CB7E2}" dt="2020-12-28T12:59:24.731" v="13443"/>
          <ac:spMkLst>
            <pc:docMk/>
            <pc:sldMk cId="3059500696" sldId="2076137252"/>
            <ac:spMk id="8" creationId="{A0750CAA-7B20-471F-9810-97F5CA5245A2}"/>
          </ac:spMkLst>
        </pc:spChg>
        <pc:picChg chg="add">
          <ac:chgData name="Amilcar Jose Rodriguez Barrios" userId="efa7753a-59bf-44f0-ad53-c3388f48cff0" providerId="ADAL" clId="{2B0C0FD6-3820-41E9-897F-3AE7A25CB7E2}" dt="2020-12-19T23:27:40.544" v="7416"/>
          <ac:picMkLst>
            <pc:docMk/>
            <pc:sldMk cId="3059500696" sldId="2076137252"/>
            <ac:picMk id="7" creationId="{D400C7E4-6501-4032-AA32-8ED869E43603}"/>
          </ac:picMkLst>
        </pc:picChg>
      </pc:sldChg>
      <pc:sldChg chg="addSp modSp add del">
        <pc:chgData name="Amilcar Jose Rodriguez Barrios" userId="efa7753a-59bf-44f0-ad53-c3388f48cff0" providerId="ADAL" clId="{2B0C0FD6-3820-41E9-897F-3AE7A25CB7E2}" dt="2020-12-28T13:51:23.237" v="15981" actId="2696"/>
        <pc:sldMkLst>
          <pc:docMk/>
          <pc:sldMk cId="1553611828" sldId="2076137253"/>
        </pc:sldMkLst>
        <pc:spChg chg="add">
          <ac:chgData name="Amilcar Jose Rodriguez Barrios" userId="efa7753a-59bf-44f0-ad53-c3388f48cff0" providerId="ADAL" clId="{2B0C0FD6-3820-41E9-897F-3AE7A25CB7E2}" dt="2020-12-19T22:58:55.677" v="4793"/>
          <ac:spMkLst>
            <pc:docMk/>
            <pc:sldMk cId="1553611828" sldId="2076137253"/>
            <ac:spMk id="2" creationId="{F50C9989-C2B5-47CD-AC45-BC2EE0D2EC8E}"/>
          </ac:spMkLst>
        </pc:spChg>
        <pc:spChg chg="add mod">
          <ac:chgData name="Amilcar Jose Rodriguez Barrios" userId="efa7753a-59bf-44f0-ad53-c3388f48cff0" providerId="ADAL" clId="{2B0C0FD6-3820-41E9-897F-3AE7A25CB7E2}" dt="2020-12-28T13:13:29.258" v="14428" actId="20577"/>
          <ac:spMkLst>
            <pc:docMk/>
            <pc:sldMk cId="1553611828" sldId="2076137253"/>
            <ac:spMk id="3" creationId="{BDC7F9E7-5F98-4798-8D3E-31F0D15694F0}"/>
          </ac:spMkLst>
        </pc:spChg>
        <pc:spChg chg="add mod">
          <ac:chgData name="Amilcar Jose Rodriguez Barrios" userId="efa7753a-59bf-44f0-ad53-c3388f48cff0" providerId="ADAL" clId="{2B0C0FD6-3820-41E9-897F-3AE7A25CB7E2}" dt="2020-12-28T12:59:20.171" v="13441" actId="255"/>
          <ac:spMkLst>
            <pc:docMk/>
            <pc:sldMk cId="1553611828" sldId="2076137253"/>
            <ac:spMk id="4" creationId="{8D84BC9C-A89D-4033-947E-2789518033E3}"/>
          </ac:spMkLst>
        </pc:spChg>
        <pc:picChg chg="add">
          <ac:chgData name="Amilcar Jose Rodriguez Barrios" userId="efa7753a-59bf-44f0-ad53-c3388f48cff0" providerId="ADAL" clId="{2B0C0FD6-3820-41E9-897F-3AE7A25CB7E2}" dt="2020-12-19T23:27:41.823" v="7417"/>
          <ac:picMkLst>
            <pc:docMk/>
            <pc:sldMk cId="1553611828" sldId="2076137253"/>
            <ac:picMk id="5" creationId="{001CD9B7-4957-46EB-BBC6-26AF91B43E3A}"/>
          </ac:picMkLst>
        </pc:picChg>
      </pc:sldChg>
      <pc:sldChg chg="add del">
        <pc:chgData name="Amilcar Jose Rodriguez Barrios" userId="efa7753a-59bf-44f0-ad53-c3388f48cff0" providerId="ADAL" clId="{2B0C0FD6-3820-41E9-897F-3AE7A25CB7E2}" dt="2020-12-19T23:29:28.824" v="7480" actId="2696"/>
        <pc:sldMkLst>
          <pc:docMk/>
          <pc:sldMk cId="2329458902" sldId="2076137254"/>
        </pc:sldMkLst>
      </pc:sldChg>
      <pc:sldChg chg="addSp delSp modSp add del">
        <pc:chgData name="Amilcar Jose Rodriguez Barrios" userId="efa7753a-59bf-44f0-ad53-c3388f48cff0" providerId="ADAL" clId="{2B0C0FD6-3820-41E9-897F-3AE7A25CB7E2}" dt="2020-12-28T14:05:51.019" v="16258" actId="2696"/>
        <pc:sldMkLst>
          <pc:docMk/>
          <pc:sldMk cId="3604053068" sldId="2076137254"/>
        </pc:sldMkLst>
        <pc:spChg chg="mod">
          <ac:chgData name="Amilcar Jose Rodriguez Barrios" userId="efa7753a-59bf-44f0-ad53-c3388f48cff0" providerId="ADAL" clId="{2B0C0FD6-3820-41E9-897F-3AE7A25CB7E2}" dt="2020-12-28T13:15:37.273" v="14498" actId="1036"/>
          <ac:spMkLst>
            <pc:docMk/>
            <pc:sldMk cId="3604053068" sldId="2076137254"/>
            <ac:spMk id="3" creationId="{F4E88250-78F5-42AE-AFC7-94E60F8A7FBA}"/>
          </ac:spMkLst>
        </pc:spChg>
        <pc:spChg chg="mod">
          <ac:chgData name="Amilcar Jose Rodriguez Barrios" userId="efa7753a-59bf-44f0-ad53-c3388f48cff0" providerId="ADAL" clId="{2B0C0FD6-3820-41E9-897F-3AE7A25CB7E2}" dt="2020-12-28T13:15:23.852" v="14480" actId="113"/>
          <ac:spMkLst>
            <pc:docMk/>
            <pc:sldMk cId="3604053068" sldId="2076137254"/>
            <ac:spMk id="8" creationId="{751B2FA0-6312-4593-AE37-7B61BC680027}"/>
          </ac:spMkLst>
        </pc:spChg>
        <pc:spChg chg="mod">
          <ac:chgData name="Amilcar Jose Rodriguez Barrios" userId="efa7753a-59bf-44f0-ad53-c3388f48cff0" providerId="ADAL" clId="{2B0C0FD6-3820-41E9-897F-3AE7A25CB7E2}" dt="2020-12-28T13:15:37.273" v="14498" actId="1036"/>
          <ac:spMkLst>
            <pc:docMk/>
            <pc:sldMk cId="3604053068" sldId="2076137254"/>
            <ac:spMk id="10" creationId="{CA57D0CC-8E86-4343-98E0-DCDCBE98B4A6}"/>
          </ac:spMkLst>
        </pc:spChg>
        <pc:spChg chg="mod">
          <ac:chgData name="Amilcar Jose Rodriguez Barrios" userId="efa7753a-59bf-44f0-ad53-c3388f48cff0" providerId="ADAL" clId="{2B0C0FD6-3820-41E9-897F-3AE7A25CB7E2}" dt="2020-12-28T13:15:37.273" v="14498" actId="1036"/>
          <ac:spMkLst>
            <pc:docMk/>
            <pc:sldMk cId="3604053068" sldId="2076137254"/>
            <ac:spMk id="13" creationId="{34827B6A-D126-4B9E-A287-D60CE49B931A}"/>
          </ac:spMkLst>
        </pc:spChg>
        <pc:spChg chg="add del">
          <ac:chgData name="Amilcar Jose Rodriguez Barrios" userId="efa7753a-59bf-44f0-ad53-c3388f48cff0" providerId="ADAL" clId="{2B0C0FD6-3820-41E9-897F-3AE7A25CB7E2}" dt="2020-12-28T13:07:33.103" v="14115" actId="478"/>
          <ac:spMkLst>
            <pc:docMk/>
            <pc:sldMk cId="3604053068" sldId="2076137254"/>
            <ac:spMk id="14" creationId="{FD92FB1D-6436-40E1-BBB8-D59859FA4225}"/>
          </ac:spMkLst>
        </pc:spChg>
        <pc:spChg chg="add mod">
          <ac:chgData name="Amilcar Jose Rodriguez Barrios" userId="efa7753a-59bf-44f0-ad53-c3388f48cff0" providerId="ADAL" clId="{2B0C0FD6-3820-41E9-897F-3AE7A25CB7E2}" dt="2020-12-28T13:15:31.521" v="14482" actId="1076"/>
          <ac:spMkLst>
            <pc:docMk/>
            <pc:sldMk cId="3604053068" sldId="2076137254"/>
            <ac:spMk id="15" creationId="{E01ECDC9-F8C3-4080-AEED-91291ABD2B8B}"/>
          </ac:spMkLst>
        </pc:spChg>
        <pc:spChg chg="del">
          <ac:chgData name="Amilcar Jose Rodriguez Barrios" userId="efa7753a-59bf-44f0-ad53-c3388f48cff0" providerId="ADAL" clId="{2B0C0FD6-3820-41E9-897F-3AE7A25CB7E2}" dt="2020-12-21T21:10:55.800" v="13256" actId="478"/>
          <ac:spMkLst>
            <pc:docMk/>
            <pc:sldMk cId="3604053068" sldId="2076137254"/>
            <ac:spMk id="21" creationId="{BA1E22E7-5696-4BB0-BE0B-EACE1208A57A}"/>
          </ac:spMkLst>
        </pc:spChg>
        <pc:spChg chg="mod">
          <ac:chgData name="Amilcar Jose Rodriguez Barrios" userId="efa7753a-59bf-44f0-ad53-c3388f48cff0" providerId="ADAL" clId="{2B0C0FD6-3820-41E9-897F-3AE7A25CB7E2}" dt="2020-12-28T13:08:49.547" v="14136" actId="13926"/>
          <ac:spMkLst>
            <pc:docMk/>
            <pc:sldMk cId="3604053068" sldId="2076137254"/>
            <ac:spMk id="22" creationId="{539BBE24-867E-4AF5-A55D-3C87EB8F65D8}"/>
          </ac:spMkLst>
        </pc:spChg>
        <pc:graphicFrameChg chg="mod">
          <ac:chgData name="Amilcar Jose Rodriguez Barrios" userId="efa7753a-59bf-44f0-ad53-c3388f48cff0" providerId="ADAL" clId="{2B0C0FD6-3820-41E9-897F-3AE7A25CB7E2}" dt="2020-12-28T13:15:37.273" v="14498" actId="1036"/>
          <ac:graphicFrameMkLst>
            <pc:docMk/>
            <pc:sldMk cId="3604053068" sldId="2076137254"/>
            <ac:graphicFrameMk id="24" creationId="{0E921477-F3F7-45B8-8F33-7A9A097D7B74}"/>
          </ac:graphicFrameMkLst>
        </pc:graphicFrameChg>
      </pc:sldChg>
      <pc:sldChg chg="addSp modSp add del">
        <pc:chgData name="Amilcar Jose Rodriguez Barrios" userId="efa7753a-59bf-44f0-ad53-c3388f48cff0" providerId="ADAL" clId="{2B0C0FD6-3820-41E9-897F-3AE7A25CB7E2}" dt="2020-12-19T23:34:26.666" v="7683" actId="2696"/>
        <pc:sldMkLst>
          <pc:docMk/>
          <pc:sldMk cId="1835299331" sldId="2076137255"/>
        </pc:sldMkLst>
        <pc:spChg chg="add mod">
          <ac:chgData name="Amilcar Jose Rodriguez Barrios" userId="efa7753a-59bf-44f0-ad53-c3388f48cff0" providerId="ADAL" clId="{2B0C0FD6-3820-41E9-897F-3AE7A25CB7E2}" dt="2020-12-19T23:34:18.653" v="7682" actId="20577"/>
          <ac:spMkLst>
            <pc:docMk/>
            <pc:sldMk cId="1835299331" sldId="2076137255"/>
            <ac:spMk id="2" creationId="{850ABD3C-DAA7-4D52-9C23-9351E8170DC0}"/>
          </ac:spMkLst>
        </pc:spChg>
      </pc:sldChg>
      <pc:sldChg chg="addSp modSp add del">
        <pc:chgData name="Amilcar Jose Rodriguez Barrios" userId="efa7753a-59bf-44f0-ad53-c3388f48cff0" providerId="ADAL" clId="{2B0C0FD6-3820-41E9-897F-3AE7A25CB7E2}" dt="2020-12-28T14:02:55.948" v="16187" actId="2696"/>
        <pc:sldMkLst>
          <pc:docMk/>
          <pc:sldMk cId="1929967915" sldId="2076137255"/>
        </pc:sldMkLst>
        <pc:spChg chg="add mod">
          <ac:chgData name="Amilcar Jose Rodriguez Barrios" userId="efa7753a-59bf-44f0-ad53-c3388f48cff0" providerId="ADAL" clId="{2B0C0FD6-3820-41E9-897F-3AE7A25CB7E2}" dt="2020-12-28T13:13:07.910" v="14393" actId="20577"/>
          <ac:spMkLst>
            <pc:docMk/>
            <pc:sldMk cId="1929967915" sldId="2076137255"/>
            <ac:spMk id="2" creationId="{FB0AF3E9-B82D-4A1D-8765-0C3B1340266E}"/>
          </ac:spMkLst>
        </pc:spChg>
        <pc:spChg chg="add mod">
          <ac:chgData name="Amilcar Jose Rodriguez Barrios" userId="efa7753a-59bf-44f0-ad53-c3388f48cff0" providerId="ADAL" clId="{2B0C0FD6-3820-41E9-897F-3AE7A25CB7E2}" dt="2020-12-28T13:04:37.925" v="13871" actId="13926"/>
          <ac:spMkLst>
            <pc:docMk/>
            <pc:sldMk cId="1929967915" sldId="2076137255"/>
            <ac:spMk id="3" creationId="{E1C6F366-D2ED-4D4F-A0D7-634346D0BFDC}"/>
          </ac:spMkLst>
        </pc:spChg>
        <pc:spChg chg="add">
          <ac:chgData name="Amilcar Jose Rodriguez Barrios" userId="efa7753a-59bf-44f0-ad53-c3388f48cff0" providerId="ADAL" clId="{2B0C0FD6-3820-41E9-897F-3AE7A25CB7E2}" dt="2020-12-21T12:55:44.434" v="11485"/>
          <ac:spMkLst>
            <pc:docMk/>
            <pc:sldMk cId="1929967915" sldId="2076137255"/>
            <ac:spMk id="4" creationId="{EAF7DDD6-E0D5-4E0A-866E-BFCCFDC86CA8}"/>
          </ac:spMkLst>
        </pc:spChg>
        <pc:spChg chg="add">
          <ac:chgData name="Amilcar Jose Rodriguez Barrios" userId="efa7753a-59bf-44f0-ad53-c3388f48cff0" providerId="ADAL" clId="{2B0C0FD6-3820-41E9-897F-3AE7A25CB7E2}" dt="2020-12-21T12:55:44.434" v="11485"/>
          <ac:spMkLst>
            <pc:docMk/>
            <pc:sldMk cId="1929967915" sldId="2076137255"/>
            <ac:spMk id="5" creationId="{088BBD7C-A648-4344-8110-1E489C48880F}"/>
          </ac:spMkLst>
        </pc:spChg>
        <pc:spChg chg="add mod">
          <ac:chgData name="Amilcar Jose Rodriguez Barrios" userId="efa7753a-59bf-44f0-ad53-c3388f48cff0" providerId="ADAL" clId="{2B0C0FD6-3820-41E9-897F-3AE7A25CB7E2}" dt="2020-12-21T20:43:34.458" v="12262" actId="20577"/>
          <ac:spMkLst>
            <pc:docMk/>
            <pc:sldMk cId="1929967915" sldId="2076137255"/>
            <ac:spMk id="6" creationId="{2F2EE162-0C82-465C-BB2C-CB292800717F}"/>
          </ac:spMkLst>
        </pc:spChg>
      </pc:sldChg>
      <pc:sldChg chg="addSp delSp modSp add del">
        <pc:chgData name="Amilcar Jose Rodriguez Barrios" userId="efa7753a-59bf-44f0-ad53-c3388f48cff0" providerId="ADAL" clId="{2B0C0FD6-3820-41E9-897F-3AE7A25CB7E2}" dt="2020-12-28T14:11:49.273" v="16402" actId="2696"/>
        <pc:sldMkLst>
          <pc:docMk/>
          <pc:sldMk cId="3632136409" sldId="2076137256"/>
        </pc:sldMkLst>
        <pc:spChg chg="add del mod">
          <ac:chgData name="Amilcar Jose Rodriguez Barrios" userId="efa7753a-59bf-44f0-ad53-c3388f48cff0" providerId="ADAL" clId="{2B0C0FD6-3820-41E9-897F-3AE7A25CB7E2}" dt="2020-12-28T13:31:13.736" v="15606" actId="1076"/>
          <ac:spMkLst>
            <pc:docMk/>
            <pc:sldMk cId="3632136409" sldId="2076137256"/>
            <ac:spMk id="8" creationId="{70EF0EB2-6930-44B5-AE9F-BB1E56ED6F91}"/>
          </ac:spMkLst>
        </pc:spChg>
        <pc:spChg chg="mod">
          <ac:chgData name="Amilcar Jose Rodriguez Barrios" userId="efa7753a-59bf-44f0-ad53-c3388f48cff0" providerId="ADAL" clId="{2B0C0FD6-3820-41E9-897F-3AE7A25CB7E2}" dt="2020-12-28T13:31:10.840" v="15605" actId="255"/>
          <ac:spMkLst>
            <pc:docMk/>
            <pc:sldMk cId="3632136409" sldId="2076137256"/>
            <ac:spMk id="26" creationId="{9415FBE7-2A37-40A2-80BA-C6E5F1A4DF06}"/>
          </ac:spMkLst>
        </pc:spChg>
      </pc:sldChg>
      <pc:sldChg chg="add del">
        <pc:chgData name="Amilcar Jose Rodriguez Barrios" userId="efa7753a-59bf-44f0-ad53-c3388f48cff0" providerId="ADAL" clId="{2B0C0FD6-3820-41E9-897F-3AE7A25CB7E2}" dt="2020-12-28T13:20:03.687" v="14564"/>
        <pc:sldMkLst>
          <pc:docMk/>
          <pc:sldMk cId="3993211746" sldId="2076137256"/>
        </pc:sldMkLst>
      </pc:sldChg>
      <pc:sldChg chg="addSp delSp modSp add">
        <pc:chgData name="Amilcar Jose Rodriguez Barrios" userId="efa7753a-59bf-44f0-ad53-c3388f48cff0" providerId="ADAL" clId="{2B0C0FD6-3820-41E9-897F-3AE7A25CB7E2}" dt="2020-12-28T14:24:07.891" v="16592"/>
        <pc:sldMkLst>
          <pc:docMk/>
          <pc:sldMk cId="2327509814" sldId="2076137257"/>
        </pc:sldMkLst>
        <pc:spChg chg="del">
          <ac:chgData name="Amilcar Jose Rodriguez Barrios" userId="efa7753a-59bf-44f0-ad53-c3388f48cff0" providerId="ADAL" clId="{2B0C0FD6-3820-41E9-897F-3AE7A25CB7E2}" dt="2020-12-28T13:36:53.914" v="15628" actId="478"/>
          <ac:spMkLst>
            <pc:docMk/>
            <pc:sldMk cId="2327509814" sldId="2076137257"/>
            <ac:spMk id="4" creationId="{C745D0EB-1020-4BDE-B3DE-5CF6BA5CE4BC}"/>
          </ac:spMkLst>
        </pc:spChg>
        <pc:spChg chg="add mod">
          <ac:chgData name="Amilcar Jose Rodriguez Barrios" userId="efa7753a-59bf-44f0-ad53-c3388f48cff0" providerId="ADAL" clId="{2B0C0FD6-3820-41E9-897F-3AE7A25CB7E2}" dt="2020-12-28T13:44:47.488" v="15781" actId="255"/>
          <ac:spMkLst>
            <pc:docMk/>
            <pc:sldMk cId="2327509814" sldId="2076137257"/>
            <ac:spMk id="10" creationId="{F0FEDC90-ED8E-4F90-AFE7-6CE5CFE5A5C9}"/>
          </ac:spMkLst>
        </pc:spChg>
        <pc:spChg chg="mod">
          <ac:chgData name="Amilcar Jose Rodriguez Barrios" userId="efa7753a-59bf-44f0-ad53-c3388f48cff0" providerId="ADAL" clId="{2B0C0FD6-3820-41E9-897F-3AE7A25CB7E2}" dt="2020-12-28T13:37:20.732" v="15652" actId="20577"/>
          <ac:spMkLst>
            <pc:docMk/>
            <pc:sldMk cId="2327509814" sldId="2076137257"/>
            <ac:spMk id="15" creationId="{1690EC4C-5C5F-48C8-A723-E07AFEB93365}"/>
          </ac:spMkLst>
        </pc:spChg>
        <pc:picChg chg="add">
          <ac:chgData name="Amilcar Jose Rodriguez Barrios" userId="efa7753a-59bf-44f0-ad53-c3388f48cff0" providerId="ADAL" clId="{2B0C0FD6-3820-41E9-897F-3AE7A25CB7E2}" dt="2020-12-28T14:24:07.891" v="16592"/>
          <ac:picMkLst>
            <pc:docMk/>
            <pc:sldMk cId="2327509814" sldId="2076137257"/>
            <ac:picMk id="11" creationId="{991526E2-587A-4A1C-831B-61399C8719F9}"/>
          </ac:picMkLst>
        </pc:picChg>
      </pc:sldChg>
      <pc:sldChg chg="addSp delSp add del">
        <pc:chgData name="Amilcar Jose Rodriguez Barrios" userId="efa7753a-59bf-44f0-ad53-c3388f48cff0" providerId="ADAL" clId="{2B0C0FD6-3820-41E9-897F-3AE7A25CB7E2}" dt="2020-12-28T13:39:10.956" v="15675"/>
        <pc:sldMkLst>
          <pc:docMk/>
          <pc:sldMk cId="1063967963" sldId="2076137258"/>
        </pc:sldMkLst>
        <pc:spChg chg="add del">
          <ac:chgData name="Amilcar Jose Rodriguez Barrios" userId="efa7753a-59bf-44f0-ad53-c3388f48cff0" providerId="ADAL" clId="{2B0C0FD6-3820-41E9-897F-3AE7A25CB7E2}" dt="2020-12-28T13:39:10.203" v="15674" actId="478"/>
          <ac:spMkLst>
            <pc:docMk/>
            <pc:sldMk cId="1063967963" sldId="2076137258"/>
            <ac:spMk id="10" creationId="{F0FEDC90-ED8E-4F90-AFE7-6CE5CFE5A5C9}"/>
          </ac:spMkLst>
        </pc:spChg>
        <pc:spChg chg="add del">
          <ac:chgData name="Amilcar Jose Rodriguez Barrios" userId="efa7753a-59bf-44f0-ad53-c3388f48cff0" providerId="ADAL" clId="{2B0C0FD6-3820-41E9-897F-3AE7A25CB7E2}" dt="2020-12-28T13:39:09.767" v="15673" actId="478"/>
          <ac:spMkLst>
            <pc:docMk/>
            <pc:sldMk cId="1063967963" sldId="2076137258"/>
            <ac:spMk id="15" creationId="{1690EC4C-5C5F-48C8-A723-E07AFEB93365}"/>
          </ac:spMkLst>
        </pc:spChg>
      </pc:sldChg>
      <pc:sldChg chg="addSp delSp modSp add">
        <pc:chgData name="Amilcar Jose Rodriguez Barrios" userId="efa7753a-59bf-44f0-ad53-c3388f48cff0" providerId="ADAL" clId="{2B0C0FD6-3820-41E9-897F-3AE7A25CB7E2}" dt="2020-12-28T13:43:08.575" v="15726"/>
        <pc:sldMkLst>
          <pc:docMk/>
          <pc:sldMk cId="2751298803" sldId="2076137258"/>
        </pc:sldMkLst>
        <pc:spChg chg="del">
          <ac:chgData name="Amilcar Jose Rodriguez Barrios" userId="efa7753a-59bf-44f0-ad53-c3388f48cff0" providerId="ADAL" clId="{2B0C0FD6-3820-41E9-897F-3AE7A25CB7E2}" dt="2020-12-28T13:43:07.824" v="15725" actId="478"/>
          <ac:spMkLst>
            <pc:docMk/>
            <pc:sldMk cId="2751298803" sldId="2076137258"/>
            <ac:spMk id="7" creationId="{08D8CBA0-E10F-4282-9707-17E75623C1FC}"/>
          </ac:spMkLst>
        </pc:spChg>
        <pc:spChg chg="del">
          <ac:chgData name="Amilcar Jose Rodriguez Barrios" userId="efa7753a-59bf-44f0-ad53-c3388f48cff0" providerId="ADAL" clId="{2B0C0FD6-3820-41E9-897F-3AE7A25CB7E2}" dt="2020-12-28T13:40:53.940" v="15681" actId="478"/>
          <ac:spMkLst>
            <pc:docMk/>
            <pc:sldMk cId="2751298803" sldId="2076137258"/>
            <ac:spMk id="10" creationId="{F0FEDC90-ED8E-4F90-AFE7-6CE5CFE5A5C9}"/>
          </ac:spMkLst>
        </pc:spChg>
        <pc:spChg chg="add mod">
          <ac:chgData name="Amilcar Jose Rodriguez Barrios" userId="efa7753a-59bf-44f0-ad53-c3388f48cff0" providerId="ADAL" clId="{2B0C0FD6-3820-41E9-897F-3AE7A25CB7E2}" dt="2020-12-28T13:42:00.332" v="15712" actId="207"/>
          <ac:spMkLst>
            <pc:docMk/>
            <pc:sldMk cId="2751298803" sldId="2076137258"/>
            <ac:spMk id="11" creationId="{EA191070-D3FB-474A-9325-D1BFB4118387}"/>
          </ac:spMkLst>
        </pc:spChg>
        <pc:spChg chg="add">
          <ac:chgData name="Amilcar Jose Rodriguez Barrios" userId="efa7753a-59bf-44f0-ad53-c3388f48cff0" providerId="ADAL" clId="{2B0C0FD6-3820-41E9-897F-3AE7A25CB7E2}" dt="2020-12-28T13:42:11.643" v="15713"/>
          <ac:spMkLst>
            <pc:docMk/>
            <pc:sldMk cId="2751298803" sldId="2076137258"/>
            <ac:spMk id="13" creationId="{C14D2BA4-116D-43B1-BCC1-AC647172BCB6}"/>
          </ac:spMkLst>
        </pc:spChg>
        <pc:spChg chg="del">
          <ac:chgData name="Amilcar Jose Rodriguez Barrios" userId="efa7753a-59bf-44f0-ad53-c3388f48cff0" providerId="ADAL" clId="{2B0C0FD6-3820-41E9-897F-3AE7A25CB7E2}" dt="2020-12-28T13:40:52.659" v="15680" actId="478"/>
          <ac:spMkLst>
            <pc:docMk/>
            <pc:sldMk cId="2751298803" sldId="2076137258"/>
            <ac:spMk id="15" creationId="{1690EC4C-5C5F-48C8-A723-E07AFEB93365}"/>
          </ac:spMkLst>
        </pc:spChg>
        <pc:spChg chg="del">
          <ac:chgData name="Amilcar Jose Rodriguez Barrios" userId="efa7753a-59bf-44f0-ad53-c3388f48cff0" providerId="ADAL" clId="{2B0C0FD6-3820-41E9-897F-3AE7A25CB7E2}" dt="2020-12-28T13:40:55.461" v="15682" actId="478"/>
          <ac:spMkLst>
            <pc:docMk/>
            <pc:sldMk cId="2751298803" sldId="2076137258"/>
            <ac:spMk id="17" creationId="{61AE8259-2964-498F-AA1E-3135DC1B9393}"/>
          </ac:spMkLst>
        </pc:spChg>
        <pc:spChg chg="add del">
          <ac:chgData name="Amilcar Jose Rodriguez Barrios" userId="efa7753a-59bf-44f0-ad53-c3388f48cff0" providerId="ADAL" clId="{2B0C0FD6-3820-41E9-897F-3AE7A25CB7E2}" dt="2020-12-28T13:43:06.434" v="15724" actId="478"/>
          <ac:spMkLst>
            <pc:docMk/>
            <pc:sldMk cId="2751298803" sldId="2076137258"/>
            <ac:spMk id="19" creationId="{B891F620-8FB5-45A9-AEEA-0D95158EFE1B}"/>
          </ac:spMkLst>
        </pc:spChg>
        <pc:spChg chg="add">
          <ac:chgData name="Amilcar Jose Rodriguez Barrios" userId="efa7753a-59bf-44f0-ad53-c3388f48cff0" providerId="ADAL" clId="{2B0C0FD6-3820-41E9-897F-3AE7A25CB7E2}" dt="2020-12-28T13:43:08.575" v="15726"/>
          <ac:spMkLst>
            <pc:docMk/>
            <pc:sldMk cId="2751298803" sldId="2076137258"/>
            <ac:spMk id="21" creationId="{18C5FCE7-1A8D-4C0F-BDB0-D528AA0F1D64}"/>
          </ac:spMkLst>
        </pc:spChg>
        <pc:picChg chg="del">
          <ac:chgData name="Amilcar Jose Rodriguez Barrios" userId="efa7753a-59bf-44f0-ad53-c3388f48cff0" providerId="ADAL" clId="{2B0C0FD6-3820-41E9-897F-3AE7A25CB7E2}" dt="2020-12-28T13:43:01.227" v="15721" actId="478"/>
          <ac:picMkLst>
            <pc:docMk/>
            <pc:sldMk cId="2751298803" sldId="2076137258"/>
            <ac:picMk id="9" creationId="{A4E4ABE1-130E-41E9-8463-0495BAF38520}"/>
          </ac:picMkLst>
        </pc:picChg>
        <pc:picChg chg="add del mod ord">
          <ac:chgData name="Amilcar Jose Rodriguez Barrios" userId="efa7753a-59bf-44f0-ad53-c3388f48cff0" providerId="ADAL" clId="{2B0C0FD6-3820-41E9-897F-3AE7A25CB7E2}" dt="2020-12-28T13:43:03.087" v="15723" actId="478"/>
          <ac:picMkLst>
            <pc:docMk/>
            <pc:sldMk cId="2751298803" sldId="2076137258"/>
            <ac:picMk id="18" creationId="{F345DCC3-6C3E-441D-AEC6-EBEB4A11B496}"/>
          </ac:picMkLst>
        </pc:picChg>
        <pc:picChg chg="add del">
          <ac:chgData name="Amilcar Jose Rodriguez Barrios" userId="efa7753a-59bf-44f0-ad53-c3388f48cff0" providerId="ADAL" clId="{2B0C0FD6-3820-41E9-897F-3AE7A25CB7E2}" dt="2020-12-28T13:43:00.765" v="15720" actId="478"/>
          <ac:picMkLst>
            <pc:docMk/>
            <pc:sldMk cId="2751298803" sldId="2076137258"/>
            <ac:picMk id="20" creationId="{0F6AA436-75A5-47F3-9EE7-3AFF8A3BC25A}"/>
          </ac:picMkLst>
        </pc:picChg>
        <pc:picChg chg="add">
          <ac:chgData name="Amilcar Jose Rodriguez Barrios" userId="efa7753a-59bf-44f0-ad53-c3388f48cff0" providerId="ADAL" clId="{2B0C0FD6-3820-41E9-897F-3AE7A25CB7E2}" dt="2020-12-28T13:43:08.575" v="15726"/>
          <ac:picMkLst>
            <pc:docMk/>
            <pc:sldMk cId="2751298803" sldId="2076137258"/>
            <ac:picMk id="22" creationId="{012F2C63-86F9-415D-936D-7EB81B21CD42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14.317" v="16897" actId="1076"/>
        <pc:sldMkLst>
          <pc:docMk/>
          <pc:sldMk cId="4277745458" sldId="2076137259"/>
        </pc:sldMkLst>
        <pc:spChg chg="del">
          <ac:chgData name="Amilcar Jose Rodriguez Barrios" userId="efa7753a-59bf-44f0-ad53-c3388f48cff0" providerId="ADAL" clId="{2B0C0FD6-3820-41E9-897F-3AE7A25CB7E2}" dt="2020-12-28T13:43:31.286" v="15729" actId="478"/>
          <ac:spMkLst>
            <pc:docMk/>
            <pc:sldMk cId="4277745458" sldId="2076137259"/>
            <ac:spMk id="10" creationId="{F0FEDC90-ED8E-4F90-AFE7-6CE5CFE5A5C9}"/>
          </ac:spMkLst>
        </pc:spChg>
        <pc:spChg chg="add mod">
          <ac:chgData name="Amilcar Jose Rodriguez Barrios" userId="efa7753a-59bf-44f0-ad53-c3388f48cff0" providerId="ADAL" clId="{2B0C0FD6-3820-41E9-897F-3AE7A25CB7E2}" dt="2020-12-28T13:43:43.819" v="15754" actId="20577"/>
          <ac:spMkLst>
            <pc:docMk/>
            <pc:sldMk cId="4277745458" sldId="2076137259"/>
            <ac:spMk id="11" creationId="{30F2668C-37D5-4A23-9867-C594D5B1BE0C}"/>
          </ac:spMkLst>
        </pc:spChg>
        <pc:spChg chg="add mod">
          <ac:chgData name="Amilcar Jose Rodriguez Barrios" userId="efa7753a-59bf-44f0-ad53-c3388f48cff0" providerId="ADAL" clId="{2B0C0FD6-3820-41E9-897F-3AE7A25CB7E2}" dt="2020-12-28T13:44:39.998" v="15780" actId="255"/>
          <ac:spMkLst>
            <pc:docMk/>
            <pc:sldMk cId="4277745458" sldId="2076137259"/>
            <ac:spMk id="13" creationId="{DD20745D-D92C-4D0A-BA24-C65F7F00BC04}"/>
          </ac:spMkLst>
        </pc:spChg>
        <pc:spChg chg="del">
          <ac:chgData name="Amilcar Jose Rodriguez Barrios" userId="efa7753a-59bf-44f0-ad53-c3388f48cff0" providerId="ADAL" clId="{2B0C0FD6-3820-41E9-897F-3AE7A25CB7E2}" dt="2020-12-28T13:43:32.172" v="15730" actId="478"/>
          <ac:spMkLst>
            <pc:docMk/>
            <pc:sldMk cId="4277745458" sldId="2076137259"/>
            <ac:spMk id="15" creationId="{1690EC4C-5C5F-48C8-A723-E07AFEB93365}"/>
          </ac:spMkLst>
        </pc:spChg>
        <pc:spChg chg="del">
          <ac:chgData name="Amilcar Jose Rodriguez Barrios" userId="efa7753a-59bf-44f0-ad53-c3388f48cff0" providerId="ADAL" clId="{2B0C0FD6-3820-41E9-897F-3AE7A25CB7E2}" dt="2020-12-28T13:43:46.615" v="15755" actId="478"/>
          <ac:spMkLst>
            <pc:docMk/>
            <pc:sldMk cId="4277745458" sldId="2076137259"/>
            <ac:spMk id="17" creationId="{61AE8259-2964-498F-AA1E-3135DC1B9393}"/>
          </ac:spMkLst>
        </pc:spChg>
        <pc:picChg chg="add mod">
          <ac:chgData name="Amilcar Jose Rodriguez Barrios" userId="efa7753a-59bf-44f0-ad53-c3388f48cff0" providerId="ADAL" clId="{2B0C0FD6-3820-41E9-897F-3AE7A25CB7E2}" dt="2020-12-28T14:50:14.317" v="16897" actId="1076"/>
          <ac:picMkLst>
            <pc:docMk/>
            <pc:sldMk cId="4277745458" sldId="2076137259"/>
            <ac:picMk id="10" creationId="{0E475C18-D67D-4B3B-9BFA-02F227C26CF4}"/>
          </ac:picMkLst>
        </pc:picChg>
        <pc:picChg chg="add">
          <ac:chgData name="Amilcar Jose Rodriguez Barrios" userId="efa7753a-59bf-44f0-ad53-c3388f48cff0" providerId="ADAL" clId="{2B0C0FD6-3820-41E9-897F-3AE7A25CB7E2}" dt="2020-12-28T14:24:05.066" v="16591"/>
          <ac:picMkLst>
            <pc:docMk/>
            <pc:sldMk cId="4277745458" sldId="2076137259"/>
            <ac:picMk id="18" creationId="{1F6421FA-B8F7-4E98-A6D8-9F432418FDC8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18.883" v="16898"/>
        <pc:sldMkLst>
          <pc:docMk/>
          <pc:sldMk cId="253190498" sldId="2076137260"/>
        </pc:sldMkLst>
        <pc:spChg chg="add mod">
          <ac:chgData name="Amilcar Jose Rodriguez Barrios" userId="efa7753a-59bf-44f0-ad53-c3388f48cff0" providerId="ADAL" clId="{2B0C0FD6-3820-41E9-897F-3AE7A25CB7E2}" dt="2020-12-28T13:49:35.635" v="15947"/>
          <ac:spMkLst>
            <pc:docMk/>
            <pc:sldMk cId="253190498" sldId="2076137260"/>
            <ac:spMk id="10" creationId="{E0B97783-8B3E-4E10-B48D-394599E1512B}"/>
          </ac:spMkLst>
        </pc:spChg>
        <pc:spChg chg="add del mod">
          <ac:chgData name="Amilcar Jose Rodriguez Barrios" userId="efa7753a-59bf-44f0-ad53-c3388f48cff0" providerId="ADAL" clId="{2B0C0FD6-3820-41E9-897F-3AE7A25CB7E2}" dt="2020-12-28T13:46:37.318" v="15899" actId="113"/>
          <ac:spMkLst>
            <pc:docMk/>
            <pc:sldMk cId="253190498" sldId="2076137260"/>
            <ac:spMk id="11" creationId="{30F2668C-37D5-4A23-9867-C594D5B1BE0C}"/>
          </ac:spMkLst>
        </pc:spChg>
        <pc:spChg chg="del">
          <ac:chgData name="Amilcar Jose Rodriguez Barrios" userId="efa7753a-59bf-44f0-ad53-c3388f48cff0" providerId="ADAL" clId="{2B0C0FD6-3820-41E9-897F-3AE7A25CB7E2}" dt="2020-12-28T13:45:16.816" v="15783" actId="478"/>
          <ac:spMkLst>
            <pc:docMk/>
            <pc:sldMk cId="253190498" sldId="2076137260"/>
            <ac:spMk id="13" creationId="{DD20745D-D92C-4D0A-BA24-C65F7F00BC04}"/>
          </ac:spMkLst>
        </pc:spChg>
        <pc:picChg chg="add">
          <ac:chgData name="Amilcar Jose Rodriguez Barrios" userId="efa7753a-59bf-44f0-ad53-c3388f48cff0" providerId="ADAL" clId="{2B0C0FD6-3820-41E9-897F-3AE7A25CB7E2}" dt="2020-12-28T14:50:18.883" v="16898"/>
          <ac:picMkLst>
            <pc:docMk/>
            <pc:sldMk cId="253190498" sldId="2076137260"/>
            <ac:picMk id="13" creationId="{5D06B5AF-3A12-4A10-B3B9-8826E67C97D7}"/>
          </ac:picMkLst>
        </pc:picChg>
        <pc:picChg chg="add">
          <ac:chgData name="Amilcar Jose Rodriguez Barrios" userId="efa7753a-59bf-44f0-ad53-c3388f48cff0" providerId="ADAL" clId="{2B0C0FD6-3820-41E9-897F-3AE7A25CB7E2}" dt="2020-12-28T14:24:02.899" v="16590"/>
          <ac:picMkLst>
            <pc:docMk/>
            <pc:sldMk cId="253190498" sldId="2076137260"/>
            <ac:picMk id="15" creationId="{E5BEF6EC-A992-49D4-9CAC-9615BF03AE34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21.579" v="16899"/>
        <pc:sldMkLst>
          <pc:docMk/>
          <pc:sldMk cId="1759667370" sldId="2076137261"/>
        </pc:sldMkLst>
        <pc:spChg chg="del">
          <ac:chgData name="Amilcar Jose Rodriguez Barrios" userId="efa7753a-59bf-44f0-ad53-c3388f48cff0" providerId="ADAL" clId="{2B0C0FD6-3820-41E9-897F-3AE7A25CB7E2}" dt="2020-12-28T13:47:00.384" v="15902" actId="478"/>
          <ac:spMkLst>
            <pc:docMk/>
            <pc:sldMk cId="1759667370" sldId="2076137261"/>
            <ac:spMk id="10" creationId="{E0B97783-8B3E-4E10-B48D-394599E1512B}"/>
          </ac:spMkLst>
        </pc:spChg>
        <pc:spChg chg="mod">
          <ac:chgData name="Amilcar Jose Rodriguez Barrios" userId="efa7753a-59bf-44f0-ad53-c3388f48cff0" providerId="ADAL" clId="{2B0C0FD6-3820-41E9-897F-3AE7A25CB7E2}" dt="2020-12-28T13:47:16.265" v="15918" actId="20577"/>
          <ac:spMkLst>
            <pc:docMk/>
            <pc:sldMk cId="1759667370" sldId="2076137261"/>
            <ac:spMk id="11" creationId="{30F2668C-37D5-4A23-9867-C594D5B1BE0C}"/>
          </ac:spMkLst>
        </pc:spChg>
        <pc:spChg chg="add mod">
          <ac:chgData name="Amilcar Jose Rodriguez Barrios" userId="efa7753a-59bf-44f0-ad53-c3388f48cff0" providerId="ADAL" clId="{2B0C0FD6-3820-41E9-897F-3AE7A25CB7E2}" dt="2020-12-28T13:49:55.028" v="15954" actId="20577"/>
          <ac:spMkLst>
            <pc:docMk/>
            <pc:sldMk cId="1759667370" sldId="2076137261"/>
            <ac:spMk id="13" creationId="{3A2E990B-932A-4D4F-8B67-9F7CAE9277F1}"/>
          </ac:spMkLst>
        </pc:spChg>
        <pc:picChg chg="add">
          <ac:chgData name="Amilcar Jose Rodriguez Barrios" userId="efa7753a-59bf-44f0-ad53-c3388f48cff0" providerId="ADAL" clId="{2B0C0FD6-3820-41E9-897F-3AE7A25CB7E2}" dt="2020-12-28T14:50:21.579" v="16899"/>
          <ac:picMkLst>
            <pc:docMk/>
            <pc:sldMk cId="1759667370" sldId="2076137261"/>
            <ac:picMk id="10" creationId="{96BE9EB9-4766-490C-8211-561BC5AB1EE1}"/>
          </ac:picMkLst>
        </pc:picChg>
        <pc:picChg chg="add">
          <ac:chgData name="Amilcar Jose Rodriguez Barrios" userId="efa7753a-59bf-44f0-ad53-c3388f48cff0" providerId="ADAL" clId="{2B0C0FD6-3820-41E9-897F-3AE7A25CB7E2}" dt="2020-12-28T14:24:01.612" v="16589"/>
          <ac:picMkLst>
            <pc:docMk/>
            <pc:sldMk cId="1759667370" sldId="2076137261"/>
            <ac:picMk id="15" creationId="{DD36A9F2-AA7B-4C21-AFD8-6F14A60D7534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22.806" v="16900"/>
        <pc:sldMkLst>
          <pc:docMk/>
          <pc:sldMk cId="1595052280" sldId="2076137262"/>
        </pc:sldMkLst>
        <pc:spChg chg="add mod">
          <ac:chgData name="Amilcar Jose Rodriguez Barrios" userId="efa7753a-59bf-44f0-ad53-c3388f48cff0" providerId="ADAL" clId="{2B0C0FD6-3820-41E9-897F-3AE7A25CB7E2}" dt="2020-12-28T13:52:14.239" v="16015" actId="20577"/>
          <ac:spMkLst>
            <pc:docMk/>
            <pc:sldMk cId="1595052280" sldId="2076137262"/>
            <ac:spMk id="10" creationId="{F422B15E-581E-432B-8F3C-ED4530182F28}"/>
          </ac:spMkLst>
        </pc:spChg>
        <pc:spChg chg="mod">
          <ac:chgData name="Amilcar Jose Rodriguez Barrios" userId="efa7753a-59bf-44f0-ad53-c3388f48cff0" providerId="ADAL" clId="{2B0C0FD6-3820-41E9-897F-3AE7A25CB7E2}" dt="2020-12-28T14:46:45.087" v="16892" actId="20577"/>
          <ac:spMkLst>
            <pc:docMk/>
            <pc:sldMk cId="1595052280" sldId="2076137262"/>
            <ac:spMk id="11" creationId="{30F2668C-37D5-4A23-9867-C594D5B1BE0C}"/>
          </ac:spMkLst>
        </pc:spChg>
        <pc:spChg chg="del">
          <ac:chgData name="Amilcar Jose Rodriguez Barrios" userId="efa7753a-59bf-44f0-ad53-c3388f48cff0" providerId="ADAL" clId="{2B0C0FD6-3820-41E9-897F-3AE7A25CB7E2}" dt="2020-12-28T13:50:27.326" v="15970" actId="478"/>
          <ac:spMkLst>
            <pc:docMk/>
            <pc:sldMk cId="1595052280" sldId="2076137262"/>
            <ac:spMk id="13" creationId="{3A2E990B-932A-4D4F-8B67-9F7CAE9277F1}"/>
          </ac:spMkLst>
        </pc:spChg>
        <pc:picChg chg="add">
          <ac:chgData name="Amilcar Jose Rodriguez Barrios" userId="efa7753a-59bf-44f0-ad53-c3388f48cff0" providerId="ADAL" clId="{2B0C0FD6-3820-41E9-897F-3AE7A25CB7E2}" dt="2020-12-28T14:50:22.806" v="16900"/>
          <ac:picMkLst>
            <pc:docMk/>
            <pc:sldMk cId="1595052280" sldId="2076137262"/>
            <ac:picMk id="13" creationId="{E4A009F8-E297-4F6E-B81C-CDE1E64D6FAC}"/>
          </ac:picMkLst>
        </pc:picChg>
        <pc:picChg chg="add">
          <ac:chgData name="Amilcar Jose Rodriguez Barrios" userId="efa7753a-59bf-44f0-ad53-c3388f48cff0" providerId="ADAL" clId="{2B0C0FD6-3820-41E9-897F-3AE7A25CB7E2}" dt="2020-12-28T14:24:00.174" v="16588"/>
          <ac:picMkLst>
            <pc:docMk/>
            <pc:sldMk cId="1595052280" sldId="2076137262"/>
            <ac:picMk id="15" creationId="{D592B4FB-2301-40A8-B740-1B8D8DA24BAD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27.263" v="16902"/>
        <pc:sldMkLst>
          <pc:docMk/>
          <pc:sldMk cId="3891049806" sldId="2076137263"/>
        </pc:sldMkLst>
        <pc:spChg chg="del">
          <ac:chgData name="Amilcar Jose Rodriguez Barrios" userId="efa7753a-59bf-44f0-ad53-c3388f48cff0" providerId="ADAL" clId="{2B0C0FD6-3820-41E9-897F-3AE7A25CB7E2}" dt="2020-12-28T13:52:09.643" v="16012" actId="478"/>
          <ac:spMkLst>
            <pc:docMk/>
            <pc:sldMk cId="3891049806" sldId="2076137263"/>
            <ac:spMk id="10" creationId="{F422B15E-581E-432B-8F3C-ED4530182F28}"/>
          </ac:spMkLst>
        </pc:spChg>
        <pc:spChg chg="mod">
          <ac:chgData name="Amilcar Jose Rodriguez Barrios" userId="efa7753a-59bf-44f0-ad53-c3388f48cff0" providerId="ADAL" clId="{2B0C0FD6-3820-41E9-897F-3AE7A25CB7E2}" dt="2020-12-28T13:52:02.843" v="16011" actId="20577"/>
          <ac:spMkLst>
            <pc:docMk/>
            <pc:sldMk cId="3891049806" sldId="2076137263"/>
            <ac:spMk id="11" creationId="{30F2668C-37D5-4A23-9867-C594D5B1BE0C}"/>
          </ac:spMkLst>
        </pc:spChg>
        <pc:spChg chg="add mod">
          <ac:chgData name="Amilcar Jose Rodriguez Barrios" userId="efa7753a-59bf-44f0-ad53-c3388f48cff0" providerId="ADAL" clId="{2B0C0FD6-3820-41E9-897F-3AE7A25CB7E2}" dt="2020-12-28T13:52:49.238" v="16022" actId="113"/>
          <ac:spMkLst>
            <pc:docMk/>
            <pc:sldMk cId="3891049806" sldId="2076137263"/>
            <ac:spMk id="13" creationId="{B6520410-017A-4307-A48D-6171DF095E76}"/>
          </ac:spMkLst>
        </pc:spChg>
        <pc:picChg chg="add del">
          <ac:chgData name="Amilcar Jose Rodriguez Barrios" userId="efa7753a-59bf-44f0-ad53-c3388f48cff0" providerId="ADAL" clId="{2B0C0FD6-3820-41E9-897F-3AE7A25CB7E2}" dt="2020-12-28T14:50:27.263" v="16902"/>
          <ac:picMkLst>
            <pc:docMk/>
            <pc:sldMk cId="3891049806" sldId="2076137263"/>
            <ac:picMk id="10" creationId="{A49300AA-D2AA-4551-A047-6F55EA1A00C5}"/>
          </ac:picMkLst>
        </pc:picChg>
        <pc:picChg chg="add">
          <ac:chgData name="Amilcar Jose Rodriguez Barrios" userId="efa7753a-59bf-44f0-ad53-c3388f48cff0" providerId="ADAL" clId="{2B0C0FD6-3820-41E9-897F-3AE7A25CB7E2}" dt="2020-12-28T14:23:57.694" v="16587"/>
          <ac:picMkLst>
            <pc:docMk/>
            <pc:sldMk cId="3891049806" sldId="2076137263"/>
            <ac:picMk id="15" creationId="{17103A19-BC65-44CA-873B-256FC8B6EAF4}"/>
          </ac:picMkLst>
        </pc:picChg>
      </pc:sldChg>
      <pc:sldChg chg="addSp delSp add">
        <pc:chgData name="Amilcar Jose Rodriguez Barrios" userId="efa7753a-59bf-44f0-ad53-c3388f48cff0" providerId="ADAL" clId="{2B0C0FD6-3820-41E9-897F-3AE7A25CB7E2}" dt="2020-12-28T14:23:56.409" v="16586"/>
        <pc:sldMkLst>
          <pc:docMk/>
          <pc:sldMk cId="1430286746" sldId="2076137264"/>
        </pc:sldMkLst>
        <pc:spChg chg="del">
          <ac:chgData name="Amilcar Jose Rodriguez Barrios" userId="efa7753a-59bf-44f0-ad53-c3388f48cff0" providerId="ADAL" clId="{2B0C0FD6-3820-41E9-897F-3AE7A25CB7E2}" dt="2020-12-28T13:53:33.042" v="16026" actId="478"/>
          <ac:spMkLst>
            <pc:docMk/>
            <pc:sldMk cId="1430286746" sldId="2076137264"/>
            <ac:spMk id="11" creationId="{30F2668C-37D5-4A23-9867-C594D5B1BE0C}"/>
          </ac:spMkLst>
        </pc:spChg>
        <pc:spChg chg="del">
          <ac:chgData name="Amilcar Jose Rodriguez Barrios" userId="efa7753a-59bf-44f0-ad53-c3388f48cff0" providerId="ADAL" clId="{2B0C0FD6-3820-41E9-897F-3AE7A25CB7E2}" dt="2020-12-28T13:53:31.834" v="16025" actId="478"/>
          <ac:spMkLst>
            <pc:docMk/>
            <pc:sldMk cId="1430286746" sldId="2076137264"/>
            <ac:spMk id="13" creationId="{B6520410-017A-4307-A48D-6171DF095E76}"/>
          </ac:spMkLst>
        </pc:spChg>
        <pc:spChg chg="del">
          <ac:chgData name="Amilcar Jose Rodriguez Barrios" userId="efa7753a-59bf-44f0-ad53-c3388f48cff0" providerId="ADAL" clId="{2B0C0FD6-3820-41E9-897F-3AE7A25CB7E2}" dt="2020-12-28T13:53:33.707" v="16027" actId="478"/>
          <ac:spMkLst>
            <pc:docMk/>
            <pc:sldMk cId="1430286746" sldId="2076137264"/>
            <ac:spMk id="14" creationId="{AF2CA4F3-AE63-4E86-A13A-918F48DDC065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5" creationId="{1124F5A9-A045-4823-B3F6-75DF6390AEFE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7" creationId="{FD56CC8F-9EFD-4040-A6A7-69C32A53C7C9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8" creationId="{DEEF3E19-0A4D-410E-8664-0E844BFE15E5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9" creationId="{0823E2FD-94EA-4C7F-BDA1-0CA214A33345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20" creationId="{EAD4CB11-9090-4A8B-A434-C61EDDFE48F8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21" creationId="{AB225C3D-4054-4BB2-989C-2C8ADD901A1E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94" creationId="{D712EFA0-5C55-4089-976A-45C9ACFC99C4}"/>
          </ac:spMkLst>
        </pc:spChg>
        <pc:grpChg chg="add">
          <ac:chgData name="Amilcar Jose Rodriguez Barrios" userId="efa7753a-59bf-44f0-ad53-c3388f48cff0" providerId="ADAL" clId="{2B0C0FD6-3820-41E9-897F-3AE7A25CB7E2}" dt="2020-12-28T13:53:43.579" v="16028"/>
          <ac:grpSpMkLst>
            <pc:docMk/>
            <pc:sldMk cId="1430286746" sldId="2076137264"/>
            <ac:grpSpMk id="22" creationId="{8508E575-287F-4050-88D6-D22AC59F9212}"/>
          </ac:grpSpMkLst>
        </pc:grpChg>
        <pc:grpChg chg="add">
          <ac:chgData name="Amilcar Jose Rodriguez Barrios" userId="efa7753a-59bf-44f0-ad53-c3388f48cff0" providerId="ADAL" clId="{2B0C0FD6-3820-41E9-897F-3AE7A25CB7E2}" dt="2020-12-28T13:53:43.579" v="16028"/>
          <ac:grpSpMkLst>
            <pc:docMk/>
            <pc:sldMk cId="1430286746" sldId="2076137264"/>
            <ac:grpSpMk id="101" creationId="{B35A1EDB-026F-475D-8E4C-E777745A958C}"/>
          </ac:grpSpMkLst>
        </pc:grpChg>
        <pc:picChg chg="add">
          <ac:chgData name="Amilcar Jose Rodriguez Barrios" userId="efa7753a-59bf-44f0-ad53-c3388f48cff0" providerId="ADAL" clId="{2B0C0FD6-3820-41E9-897F-3AE7A25CB7E2}" dt="2020-12-28T13:53:43.579" v="16028"/>
          <ac:picMkLst>
            <pc:docMk/>
            <pc:sldMk cId="1430286746" sldId="2076137264"/>
            <ac:picMk id="10" creationId="{4C157CBE-41D7-4A08-9D2B-1AB66552872F}"/>
          </ac:picMkLst>
        </pc:picChg>
        <pc:picChg chg="add">
          <ac:chgData name="Amilcar Jose Rodriguez Barrios" userId="efa7753a-59bf-44f0-ad53-c3388f48cff0" providerId="ADAL" clId="{2B0C0FD6-3820-41E9-897F-3AE7A25CB7E2}" dt="2020-12-28T14:23:56.409" v="16586"/>
          <ac:picMkLst>
            <pc:docMk/>
            <pc:sldMk cId="1430286746" sldId="2076137264"/>
            <ac:picMk id="195" creationId="{E4996E60-0777-4655-80CB-4A13D6460216}"/>
          </ac:picMkLst>
        </pc:picChg>
      </pc:sldChg>
      <pc:sldChg chg="addSp delSp add">
        <pc:chgData name="Amilcar Jose Rodriguez Barrios" userId="efa7753a-59bf-44f0-ad53-c3388f48cff0" providerId="ADAL" clId="{2B0C0FD6-3820-41E9-897F-3AE7A25CB7E2}" dt="2020-12-28T14:23:53.673" v="16585"/>
        <pc:sldMkLst>
          <pc:docMk/>
          <pc:sldMk cId="3467664916" sldId="2076137265"/>
        </pc:sldMkLst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7" creationId="{08D8CBA0-E10F-4282-9707-17E75623C1FC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5" creationId="{1124F5A9-A045-4823-B3F6-75DF6390AEFE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7" creationId="{FD56CC8F-9EFD-4040-A6A7-69C32A53C7C9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8" creationId="{DEEF3E19-0A4D-410E-8664-0E844BFE15E5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9" creationId="{0823E2FD-94EA-4C7F-BDA1-0CA214A33345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20" creationId="{EAD4CB11-9090-4A8B-A434-C61EDDFE48F8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21" creationId="{AB225C3D-4054-4BB2-989C-2C8ADD901A1E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94" creationId="{D712EFA0-5C55-4089-976A-45C9ACFC99C4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195" creationId="{E66FA9B5-A2F4-4419-AC57-E03F7ADD7CC4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04" creationId="{7A8796F3-E161-4816-9E21-0ED82A5A7A3D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06" creationId="{4A4E178F-1674-4D76-9245-35EF31460FD3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07" creationId="{D197D471-2579-4E54-81D8-819C8E42C6B9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08" creationId="{E01A0B37-0B80-4BEB-9818-51C7229B5C9D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28" creationId="{5F719DA1-58FE-4FA8-9069-19AC9353599B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29" creationId="{ECACCFE0-83E1-4521-97F0-764F8814C656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1" creationId="{8A8B0196-F3E2-4B62-86D7-34FA74B25F0B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2" creationId="{FBD73228-B940-46A8-BD46-D56FC02C169C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3" creationId="{AE52B549-1F78-4E7E-9D0F-5C0CF7367A32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4" creationId="{86554246-279C-4921-949E-C40DB06D8819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5" creationId="{8A67F602-34A5-4717-884C-F47165D46F82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6" creationId="{8D82E758-DD07-4931-B488-BB2E56FF340A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9" creationId="{B5F8CEE3-2D3D-4D66-8131-A95B95EF55A9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40" creationId="{C1EFC66B-6877-4FB9-A4DE-CDD0C7DED26C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41" creationId="{82ED4B9A-940B-42C4-9244-D69D39BC1060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46" creationId="{2C7FAFB7-E003-4D81-8F22-D8A8140DCC62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51" creationId="{E53B8926-A3C0-42D3-9DBF-292C01475662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56" creationId="{B441E973-BA9B-468B-8804-0BA56D53EE93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57" creationId="{3C796FA1-C2FE-4930-BD1E-096C90BBD40C}"/>
          </ac:spMkLst>
        </pc:spChg>
        <pc:spChg chg="add del">
          <ac:chgData name="Amilcar Jose Rodriguez Barrios" userId="efa7753a-59bf-44f0-ad53-c3388f48cff0" providerId="ADAL" clId="{2B0C0FD6-3820-41E9-897F-3AE7A25CB7E2}" dt="2020-12-28T13:54:37.693" v="16037" actId="478"/>
          <ac:spMkLst>
            <pc:docMk/>
            <pc:sldMk cId="3467664916" sldId="2076137265"/>
            <ac:spMk id="258" creationId="{DFF85CB6-A7EB-4990-A1A1-3E677B5250E8}"/>
          </ac:spMkLst>
        </pc:spChg>
        <pc:spChg chg="add del">
          <ac:chgData name="Amilcar Jose Rodriguez Barrios" userId="efa7753a-59bf-44f0-ad53-c3388f48cff0" providerId="ADAL" clId="{2B0C0FD6-3820-41E9-897F-3AE7A25CB7E2}" dt="2020-12-28T13:54:35.266" v="16034" actId="478"/>
          <ac:spMkLst>
            <pc:docMk/>
            <pc:sldMk cId="3467664916" sldId="2076137265"/>
            <ac:spMk id="261" creationId="{53C7E2A8-BC64-4C5F-BCD7-BDFB5719B9C6}"/>
          </ac:spMkLst>
        </pc:spChg>
        <pc:spChg chg="add">
          <ac:chgData name="Amilcar Jose Rodriguez Barrios" userId="efa7753a-59bf-44f0-ad53-c3388f48cff0" providerId="ADAL" clId="{2B0C0FD6-3820-41E9-897F-3AE7A25CB7E2}" dt="2020-12-28T13:54:41.696" v="16038"/>
          <ac:spMkLst>
            <pc:docMk/>
            <pc:sldMk cId="3467664916" sldId="2076137265"/>
            <ac:spMk id="262" creationId="{E021CC9E-F563-46F7-A53C-A7F3D8DB61B2}"/>
          </ac:spMkLst>
        </pc:spChg>
        <pc:grpChg chg="del">
          <ac:chgData name="Amilcar Jose Rodriguez Barrios" userId="efa7753a-59bf-44f0-ad53-c3388f48cff0" providerId="ADAL" clId="{2B0C0FD6-3820-41E9-897F-3AE7A25CB7E2}" dt="2020-12-28T13:54:01.255" v="16031" actId="478"/>
          <ac:grpSpMkLst>
            <pc:docMk/>
            <pc:sldMk cId="3467664916" sldId="2076137265"/>
            <ac:grpSpMk id="22" creationId="{8508E575-287F-4050-88D6-D22AC59F9212}"/>
          </ac:grpSpMkLst>
        </pc:grpChg>
        <pc:grpChg chg="del">
          <ac:chgData name="Amilcar Jose Rodriguez Barrios" userId="efa7753a-59bf-44f0-ad53-c3388f48cff0" providerId="ADAL" clId="{2B0C0FD6-3820-41E9-897F-3AE7A25CB7E2}" dt="2020-12-28T13:54:01.255" v="16031" actId="478"/>
          <ac:grpSpMkLst>
            <pc:docMk/>
            <pc:sldMk cId="3467664916" sldId="2076137265"/>
            <ac:grpSpMk id="101" creationId="{B35A1EDB-026F-475D-8E4C-E777745A958C}"/>
          </ac:grpSpMkLst>
        </pc:grpChg>
        <pc:grpChg chg="add">
          <ac:chgData name="Amilcar Jose Rodriguez Barrios" userId="efa7753a-59bf-44f0-ad53-c3388f48cff0" providerId="ADAL" clId="{2B0C0FD6-3820-41E9-897F-3AE7A25CB7E2}" dt="2020-12-28T13:54:14.011" v="16032"/>
          <ac:grpSpMkLst>
            <pc:docMk/>
            <pc:sldMk cId="3467664916" sldId="2076137265"/>
            <ac:grpSpMk id="196" creationId="{8E66B56B-399D-4305-BBBF-1226B0F08FC3}"/>
          </ac:grpSpMkLst>
        </pc:grpChg>
        <pc:grpChg chg="add">
          <ac:chgData name="Amilcar Jose Rodriguez Barrios" userId="efa7753a-59bf-44f0-ad53-c3388f48cff0" providerId="ADAL" clId="{2B0C0FD6-3820-41E9-897F-3AE7A25CB7E2}" dt="2020-12-28T13:54:14.011" v="16032"/>
          <ac:grpSpMkLst>
            <pc:docMk/>
            <pc:sldMk cId="3467664916" sldId="2076137265"/>
            <ac:grpSpMk id="209" creationId="{6051FB8F-10C9-4A9B-82D9-00DCBEE40794}"/>
          </ac:grpSpMkLst>
        </pc:grpChg>
        <pc:grpChg chg="add">
          <ac:chgData name="Amilcar Jose Rodriguez Barrios" userId="efa7753a-59bf-44f0-ad53-c3388f48cff0" providerId="ADAL" clId="{2B0C0FD6-3820-41E9-897F-3AE7A25CB7E2}" dt="2020-12-28T13:54:14.011" v="16032"/>
          <ac:grpSpMkLst>
            <pc:docMk/>
            <pc:sldMk cId="3467664916" sldId="2076137265"/>
            <ac:grpSpMk id="247" creationId="{88B88657-3568-4C0B-875F-5C7BEE7D78D7}"/>
          </ac:grpSpMkLst>
        </pc:grpChg>
        <pc:grpChg chg="add">
          <ac:chgData name="Amilcar Jose Rodriguez Barrios" userId="efa7753a-59bf-44f0-ad53-c3388f48cff0" providerId="ADAL" clId="{2B0C0FD6-3820-41E9-897F-3AE7A25CB7E2}" dt="2020-12-28T13:54:14.011" v="16032"/>
          <ac:grpSpMkLst>
            <pc:docMk/>
            <pc:sldMk cId="3467664916" sldId="2076137265"/>
            <ac:grpSpMk id="252" creationId="{3C2EE90A-DF22-48C9-AF19-08E2D699A1A2}"/>
          </ac:grpSpMkLst>
        </pc:grpChg>
        <pc:picChg chg="del">
          <ac:chgData name="Amilcar Jose Rodriguez Barrios" userId="efa7753a-59bf-44f0-ad53-c3388f48cff0" providerId="ADAL" clId="{2B0C0FD6-3820-41E9-897F-3AE7A25CB7E2}" dt="2020-12-28T13:54:01.255" v="16031" actId="478"/>
          <ac:picMkLst>
            <pc:docMk/>
            <pc:sldMk cId="3467664916" sldId="2076137265"/>
            <ac:picMk id="9" creationId="{A4E4ABE1-130E-41E9-8463-0495BAF38520}"/>
          </ac:picMkLst>
        </pc:picChg>
        <pc:picChg chg="del">
          <ac:chgData name="Amilcar Jose Rodriguez Barrios" userId="efa7753a-59bf-44f0-ad53-c3388f48cff0" providerId="ADAL" clId="{2B0C0FD6-3820-41E9-897F-3AE7A25CB7E2}" dt="2020-12-28T13:54:01.255" v="16031" actId="478"/>
          <ac:picMkLst>
            <pc:docMk/>
            <pc:sldMk cId="3467664916" sldId="2076137265"/>
            <ac:picMk id="10" creationId="{4C157CBE-41D7-4A08-9D2B-1AB66552872F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05" creationId="{CCB8A7F1-0E1F-4E21-A3DB-0F1CB016EAF1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27" creationId="{5D0C9907-536F-4E52-B21A-E1485D43FB6C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30" creationId="{D3F540EB-7370-4BEE-A49F-85A16B6A1F0E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42" creationId="{2ED2FF76-934E-463A-9E0F-21F5F2E14E46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43" creationId="{B39DCAD9-D5B5-47A6-882B-1F932AB6EFE7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44" creationId="{42916C2F-68AF-4C3B-BFBB-3651ED2A38F2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45" creationId="{F8BCDF4D-7DB3-4EF0-B157-B2DB2F638F73}"/>
          </ac:picMkLst>
        </pc:picChg>
        <pc:picChg chg="add del">
          <ac:chgData name="Amilcar Jose Rodriguez Barrios" userId="efa7753a-59bf-44f0-ad53-c3388f48cff0" providerId="ADAL" clId="{2B0C0FD6-3820-41E9-897F-3AE7A25CB7E2}" dt="2020-12-28T13:54:37.139" v="16036" actId="478"/>
          <ac:picMkLst>
            <pc:docMk/>
            <pc:sldMk cId="3467664916" sldId="2076137265"/>
            <ac:picMk id="259" creationId="{9D7E2AC0-25E2-4104-8425-19713BD146AA}"/>
          </ac:picMkLst>
        </pc:picChg>
        <pc:picChg chg="add">
          <ac:chgData name="Amilcar Jose Rodriguez Barrios" userId="efa7753a-59bf-44f0-ad53-c3388f48cff0" providerId="ADAL" clId="{2B0C0FD6-3820-41E9-897F-3AE7A25CB7E2}" dt="2020-12-28T13:54:41.696" v="16038"/>
          <ac:picMkLst>
            <pc:docMk/>
            <pc:sldMk cId="3467664916" sldId="2076137265"/>
            <ac:picMk id="263" creationId="{599ECC0B-AA26-403A-8D47-0CE69A898167}"/>
          </ac:picMkLst>
        </pc:picChg>
        <pc:picChg chg="add">
          <ac:chgData name="Amilcar Jose Rodriguez Barrios" userId="efa7753a-59bf-44f0-ad53-c3388f48cff0" providerId="ADAL" clId="{2B0C0FD6-3820-41E9-897F-3AE7A25CB7E2}" dt="2020-12-28T14:23:53.673" v="16585"/>
          <ac:picMkLst>
            <pc:docMk/>
            <pc:sldMk cId="3467664916" sldId="2076137265"/>
            <ac:picMk id="264" creationId="{C018B455-F1B3-4650-918F-7AC4C9A4ABAA}"/>
          </ac:picMkLst>
        </pc:picChg>
        <pc:cxnChg chg="add">
          <ac:chgData name="Amilcar Jose Rodriguez Barrios" userId="efa7753a-59bf-44f0-ad53-c3388f48cff0" providerId="ADAL" clId="{2B0C0FD6-3820-41E9-897F-3AE7A25CB7E2}" dt="2020-12-28T13:54:14.011" v="16032"/>
          <ac:cxnSpMkLst>
            <pc:docMk/>
            <pc:sldMk cId="3467664916" sldId="2076137265"/>
            <ac:cxnSpMk id="237" creationId="{06A378C6-1AA7-4DEC-B221-6660BA1A9E56}"/>
          </ac:cxnSpMkLst>
        </pc:cxnChg>
        <pc:cxnChg chg="add">
          <ac:chgData name="Amilcar Jose Rodriguez Barrios" userId="efa7753a-59bf-44f0-ad53-c3388f48cff0" providerId="ADAL" clId="{2B0C0FD6-3820-41E9-897F-3AE7A25CB7E2}" dt="2020-12-28T13:54:14.011" v="16032"/>
          <ac:cxnSpMkLst>
            <pc:docMk/>
            <pc:sldMk cId="3467664916" sldId="2076137265"/>
            <ac:cxnSpMk id="238" creationId="{73C42429-9E90-437D-B7BD-D0036DCAAEA7}"/>
          </ac:cxnSpMkLst>
        </pc:cxnChg>
        <pc:cxnChg chg="add del">
          <ac:chgData name="Amilcar Jose Rodriguez Barrios" userId="efa7753a-59bf-44f0-ad53-c3388f48cff0" providerId="ADAL" clId="{2B0C0FD6-3820-41E9-897F-3AE7A25CB7E2}" dt="2020-12-28T13:54:36.243" v="16035" actId="478"/>
          <ac:cxnSpMkLst>
            <pc:docMk/>
            <pc:sldMk cId="3467664916" sldId="2076137265"/>
            <ac:cxnSpMk id="260" creationId="{5D0B8CDE-DD0B-455B-850D-0916427EBD66}"/>
          </ac:cxnSpMkLst>
        </pc:cxnChg>
      </pc:sldChg>
      <pc:sldChg chg="addSp delSp add">
        <pc:chgData name="Amilcar Jose Rodriguez Barrios" userId="efa7753a-59bf-44f0-ad53-c3388f48cff0" providerId="ADAL" clId="{2B0C0FD6-3820-41E9-897F-3AE7A25CB7E2}" dt="2020-12-28T14:23:50.178" v="16583"/>
        <pc:sldMkLst>
          <pc:docMk/>
          <pc:sldMk cId="1954820372" sldId="2076137266"/>
        </pc:sldMkLst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16" creationId="{0FA7C74A-3A0F-44B0-AD25-2D3822C75BD3}"/>
          </ac:spMkLst>
        </pc:spChg>
        <pc:spChg chg="add">
          <ac:chgData name="Amilcar Jose Rodriguez Barrios" userId="efa7753a-59bf-44f0-ad53-c3388f48cff0" providerId="ADAL" clId="{2B0C0FD6-3820-41E9-897F-3AE7A25CB7E2}" dt="2020-12-28T13:55:28.455" v="16042"/>
          <ac:spMkLst>
            <pc:docMk/>
            <pc:sldMk cId="1954820372" sldId="2076137266"/>
            <ac:spMk id="70" creationId="{AD01B061-E382-4469-A417-72581F065159}"/>
          </ac:spMkLst>
        </pc:spChg>
        <pc:spChg chg="add">
          <ac:chgData name="Amilcar Jose Rodriguez Barrios" userId="efa7753a-59bf-44f0-ad53-c3388f48cff0" providerId="ADAL" clId="{2B0C0FD6-3820-41E9-897F-3AE7A25CB7E2}" dt="2020-12-28T13:55:28.455" v="16042"/>
          <ac:spMkLst>
            <pc:docMk/>
            <pc:sldMk cId="1954820372" sldId="2076137266"/>
            <ac:spMk id="71" creationId="{73A8D003-8337-49D0-BF7C-CE5C75BEFE1A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3" creationId="{B401BA61-668C-4547-9735-29311E1AF8DE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5" creationId="{47CB9E13-D5C7-46E8-9759-C764A3D13E98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6" creationId="{A8D56907-FF6D-4173-BF81-E41CA989ABD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7" creationId="{D9A26463-4955-4B24-B66A-1C7213BC080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8" creationId="{B6AFDBEB-F909-44E8-B7D3-35BCD3D7229D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9" creationId="{45647B62-DD85-477C-90B9-9C139985EFBA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98" creationId="{E8ABA54F-127E-47F4-A48C-1F107DFBC597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99" creationId="{C3185F3D-27DF-42A2-A01C-56B67941B50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0" creationId="{D1A4F4EF-A95C-4BEA-9F5D-41E601295CB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1" creationId="{4C4FC606-0399-46D4-8768-C979E499E0F7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2" creationId="{6EB5597B-6D1B-4DE4-887C-0B1A0D0A0989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3" creationId="{DC0ACDEB-A7EE-4822-BB23-6642F6966BBD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4" creationId="{DA58F0E0-1F3F-417A-861B-EFD1CC16885E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5" creationId="{976768A8-90B4-45D4-847B-A8026FFA6563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6" creationId="{57B170CC-9CCF-4AE8-BAB3-775557639319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15" creationId="{701215D4-0857-4AE6-98BD-E9C45AD0CF67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0" creationId="{338D0EEF-0841-4B04-BF43-13A7250ACF4D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1" creationId="{B2B3F3B2-92AA-4CA7-A167-95DC35115F11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7" creationId="{FEA155F8-817B-404A-9856-ED0D332AEEDB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8" creationId="{30EC8863-60D7-427D-99E1-CDA71CC945DA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9" creationId="{CF362793-09E5-48ED-8821-7C864D52004F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30" creationId="{4E7C16ED-85C4-4BEC-8D65-8D86B8CB624E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2" creationId="{0C947FB4-7B61-4649-8DAF-182FEB6B3114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3" creationId="{45625B50-F591-4AC4-B958-1D631AD290E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6" creationId="{6F888F6F-9972-4769-9F01-E863F60698D1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7" creationId="{2C0FE485-16B9-4D20-9249-BC2DF1BDB4D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8" creationId="{26CC4C3D-394F-4FBD-9AD9-913DC5512A3E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9" creationId="{D4490847-ECA4-4E7C-8153-A8D009DDB782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50" creationId="{EF53486D-9EA5-425D-BA12-7442C93AABCF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51" creationId="{B27A56AA-5B27-482B-9C33-200FC089E06D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52" creationId="{1C687AA1-18BD-4325-847C-B595F1B48033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57" creationId="{C0BC9652-FC19-4943-B92E-8365FCA722DB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61" creationId="{338C4212-3BE4-4744-9999-A3B3B760D5C1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69" creationId="{48229440-F2A7-401D-A6F2-B665B6C6571B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73" creationId="{CC0EF389-6257-4E56-AAE0-152810C35A21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195" creationId="{E66FA9B5-A2F4-4419-AC57-E03F7ADD7CC4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04" creationId="{7A8796F3-E161-4816-9E21-0ED82A5A7A3D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06" creationId="{4A4E178F-1674-4D76-9245-35EF31460FD3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07" creationId="{D197D471-2579-4E54-81D8-819C8E42C6B9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08" creationId="{E01A0B37-0B80-4BEB-9818-51C7229B5C9D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28" creationId="{5F719DA1-58FE-4FA8-9069-19AC9353599B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29" creationId="{ECACCFE0-83E1-4521-97F0-764F8814C656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1" creationId="{8A8B0196-F3E2-4B62-86D7-34FA74B25F0B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2" creationId="{FBD73228-B940-46A8-BD46-D56FC02C169C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3" creationId="{AE52B549-1F78-4E7E-9D0F-5C0CF7367A32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4" creationId="{86554246-279C-4921-949E-C40DB06D8819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5" creationId="{8A67F602-34A5-4717-884C-F47165D46F82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6" creationId="{8D82E758-DD07-4931-B488-BB2E56FF340A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9" creationId="{B5F8CEE3-2D3D-4D66-8131-A95B95EF55A9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40" creationId="{C1EFC66B-6877-4FB9-A4DE-CDD0C7DED26C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41" creationId="{82ED4B9A-940B-42C4-9244-D69D39BC1060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46" creationId="{2C7FAFB7-E003-4D81-8F22-D8A8140DCC62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51" creationId="{E53B8926-A3C0-42D3-9DBF-292C01475662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56" creationId="{B441E973-BA9B-468B-8804-0BA56D53EE93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57" creationId="{3C796FA1-C2FE-4930-BD1E-096C90BBD40C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62" creationId="{E021CC9E-F563-46F7-A53C-A7F3D8DB61B2}"/>
          </ac:spMkLst>
        </pc:s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80" creationId="{B620F336-5B07-49DB-BBC2-2D99D69F628F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07" creationId="{9FFE6242-8622-47DC-A36E-B704C7B9EDDD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10" creationId="{8B3A2ED6-14B0-4FEE-8C38-8E9CAA287283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16" creationId="{27F5BD2B-F3F1-4B8F-9203-5272AAEEEDE7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22" creationId="{F390B8BC-C329-4F70-8CB5-98FF695F876E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31" creationId="{69751CB8-7393-4FE3-BCC4-197DFABA3085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36" creationId="{922FF023-81FC-4CFC-B61E-C66077B92D30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39" creationId="{607C5A49-74F6-4955-9A67-33532552D6E8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54" creationId="{0F9F5A87-5414-4F4D-8F8F-4DCFDA0E6AB8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58" creationId="{FEADC878-034F-4349-9CC5-57F730B8F687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62" creationId="{48A2630D-8BE2-4D66-A6A3-66B6E0ED97B9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66" creationId="{ADFF1968-B35A-4707-80A1-2BB233ABA7E8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70" creationId="{F51C15CB-28D6-42FB-842E-333558D6CE2A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74" creationId="{8FCBB9BB-CD83-44D4-9FB2-C49E79F8A721}"/>
          </ac:grpSpMkLst>
        </pc:grpChg>
        <pc:grpChg chg="del">
          <ac:chgData name="Amilcar Jose Rodriguez Barrios" userId="efa7753a-59bf-44f0-ad53-c3388f48cff0" providerId="ADAL" clId="{2B0C0FD6-3820-41E9-897F-3AE7A25CB7E2}" dt="2020-12-28T13:55:20.362" v="16041" actId="478"/>
          <ac:grpSpMkLst>
            <pc:docMk/>
            <pc:sldMk cId="1954820372" sldId="2076137266"/>
            <ac:grpSpMk id="196" creationId="{8E66B56B-399D-4305-BBBF-1226B0F08FC3}"/>
          </ac:grpSpMkLst>
        </pc:grpChg>
        <pc:grpChg chg="del">
          <ac:chgData name="Amilcar Jose Rodriguez Barrios" userId="efa7753a-59bf-44f0-ad53-c3388f48cff0" providerId="ADAL" clId="{2B0C0FD6-3820-41E9-897F-3AE7A25CB7E2}" dt="2020-12-28T13:55:20.362" v="16041" actId="478"/>
          <ac:grpSpMkLst>
            <pc:docMk/>
            <pc:sldMk cId="1954820372" sldId="2076137266"/>
            <ac:grpSpMk id="209" creationId="{6051FB8F-10C9-4A9B-82D9-00DCBEE40794}"/>
          </ac:grpSpMkLst>
        </pc:grpChg>
        <pc:grpChg chg="del">
          <ac:chgData name="Amilcar Jose Rodriguez Barrios" userId="efa7753a-59bf-44f0-ad53-c3388f48cff0" providerId="ADAL" clId="{2B0C0FD6-3820-41E9-897F-3AE7A25CB7E2}" dt="2020-12-28T13:55:20.362" v="16041" actId="478"/>
          <ac:grpSpMkLst>
            <pc:docMk/>
            <pc:sldMk cId="1954820372" sldId="2076137266"/>
            <ac:grpSpMk id="247" creationId="{88B88657-3568-4C0B-875F-5C7BEE7D78D7}"/>
          </ac:grpSpMkLst>
        </pc:grpChg>
        <pc:grpChg chg="del">
          <ac:chgData name="Amilcar Jose Rodriguez Barrios" userId="efa7753a-59bf-44f0-ad53-c3388f48cff0" providerId="ADAL" clId="{2B0C0FD6-3820-41E9-897F-3AE7A25CB7E2}" dt="2020-12-28T13:55:20.362" v="16041" actId="478"/>
          <ac:grpSpMkLst>
            <pc:docMk/>
            <pc:sldMk cId="1954820372" sldId="2076137266"/>
            <ac:grpSpMk id="252" creationId="{3C2EE90A-DF22-48C9-AF19-08E2D699A1A2}"/>
          </ac:grpSpMkLst>
        </pc:grpChg>
        <pc:picChg chg="add">
          <ac:chgData name="Amilcar Jose Rodriguez Barrios" userId="efa7753a-59bf-44f0-ad53-c3388f48cff0" providerId="ADAL" clId="{2B0C0FD6-3820-41E9-897F-3AE7A25CB7E2}" dt="2020-12-28T13:55:28.455" v="16042"/>
          <ac:picMkLst>
            <pc:docMk/>
            <pc:sldMk cId="1954820372" sldId="2076137266"/>
            <ac:picMk id="72" creationId="{8EBA3F9E-52DA-4FB3-A235-4E626B54A0EB}"/>
          </ac:picMkLst>
        </pc:picChg>
        <pc:picChg chg="add">
          <ac:chgData name="Amilcar Jose Rodriguez Barrios" userId="efa7753a-59bf-44f0-ad53-c3388f48cff0" providerId="ADAL" clId="{2B0C0FD6-3820-41E9-897F-3AE7A25CB7E2}" dt="2020-12-28T13:56:06.830" v="16050"/>
          <ac:picMkLst>
            <pc:docMk/>
            <pc:sldMk cId="1954820372" sldId="2076137266"/>
            <ac:picMk id="74" creationId="{9EFD7E2D-B37E-4BEB-B9C0-CAF6F19FCEF5}"/>
          </ac:picMkLst>
        </pc:picChg>
        <pc:picChg chg="add">
          <ac:chgData name="Amilcar Jose Rodriguez Barrios" userId="efa7753a-59bf-44f0-ad53-c3388f48cff0" providerId="ADAL" clId="{2B0C0FD6-3820-41E9-897F-3AE7A25CB7E2}" dt="2020-12-28T13:56:06.830" v="16050"/>
          <ac:picMkLst>
            <pc:docMk/>
            <pc:sldMk cId="1954820372" sldId="2076137266"/>
            <ac:picMk id="119" creationId="{AF7A4756-751F-40F1-8C8A-C13EA8591253}"/>
          </ac:picMkLst>
        </pc:picChg>
        <pc:picChg chg="add">
          <ac:chgData name="Amilcar Jose Rodriguez Barrios" userId="efa7753a-59bf-44f0-ad53-c3388f48cff0" providerId="ADAL" clId="{2B0C0FD6-3820-41E9-897F-3AE7A25CB7E2}" dt="2020-12-28T13:56:06.830" v="16050"/>
          <ac:picMkLst>
            <pc:docMk/>
            <pc:sldMk cId="1954820372" sldId="2076137266"/>
            <ac:picMk id="153" creationId="{27805351-EC49-4D7E-87CB-D1F879DC656E}"/>
          </ac:picMkLst>
        </pc:picChg>
        <pc:picChg chg="add">
          <ac:chgData name="Amilcar Jose Rodriguez Barrios" userId="efa7753a-59bf-44f0-ad53-c3388f48cff0" providerId="ADAL" clId="{2B0C0FD6-3820-41E9-897F-3AE7A25CB7E2}" dt="2020-12-28T13:56:06.830" v="16050"/>
          <ac:picMkLst>
            <pc:docMk/>
            <pc:sldMk cId="1954820372" sldId="2076137266"/>
            <ac:picMk id="165" creationId="{A4F887EB-44FD-4081-A2B3-DF4F6F570ABD}"/>
          </ac:picMkLst>
        </pc:picChg>
        <pc:picChg chg="add">
          <ac:chgData name="Amilcar Jose Rodriguez Barrios" userId="efa7753a-59bf-44f0-ad53-c3388f48cff0" providerId="ADAL" clId="{2B0C0FD6-3820-41E9-897F-3AE7A25CB7E2}" dt="2020-12-28T14:23:50.178" v="16583"/>
          <ac:picMkLst>
            <pc:docMk/>
            <pc:sldMk cId="1954820372" sldId="2076137266"/>
            <ac:picMk id="177" creationId="{D721D9CC-446F-4B37-8E6F-9B99C3A38A3F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05" creationId="{CCB8A7F1-0E1F-4E21-A3DB-0F1CB016EAF1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27" creationId="{5D0C9907-536F-4E52-B21A-E1485D43FB6C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30" creationId="{D3F540EB-7370-4BEE-A49F-85A16B6A1F0E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42" creationId="{2ED2FF76-934E-463A-9E0F-21F5F2E14E46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43" creationId="{B39DCAD9-D5B5-47A6-882B-1F932AB6EFE7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44" creationId="{42916C2F-68AF-4C3B-BFBB-3651ED2A38F2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45" creationId="{F8BCDF4D-7DB3-4EF0-B157-B2DB2F638F73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63" creationId="{599ECC0B-AA26-403A-8D47-0CE69A898167}"/>
          </ac:picMkLst>
        </pc:picChg>
        <pc:cxnChg chg="del">
          <ac:chgData name="Amilcar Jose Rodriguez Barrios" userId="efa7753a-59bf-44f0-ad53-c3388f48cff0" providerId="ADAL" clId="{2B0C0FD6-3820-41E9-897F-3AE7A25CB7E2}" dt="2020-12-28T13:55:20.362" v="16041" actId="478"/>
          <ac:cxnSpMkLst>
            <pc:docMk/>
            <pc:sldMk cId="1954820372" sldId="2076137266"/>
            <ac:cxnSpMk id="12" creationId="{28510F7C-3DB9-467B-B6EE-4DB521332EB4}"/>
          </ac:cxnSpMkLst>
        </pc:cxnChg>
        <pc:cxnChg chg="add">
          <ac:chgData name="Amilcar Jose Rodriguez Barrios" userId="efa7753a-59bf-44f0-ad53-c3388f48cff0" providerId="ADAL" clId="{2B0C0FD6-3820-41E9-897F-3AE7A25CB7E2}" dt="2020-12-28T13:55:28.455" v="16042"/>
          <ac:cxnSpMkLst>
            <pc:docMk/>
            <pc:sldMk cId="1954820372" sldId="2076137266"/>
            <ac:cxnSpMk id="69" creationId="{B54B161A-BD5F-47C5-86FA-066BB502D405}"/>
          </ac:cxnSpMkLst>
        </pc:cxnChg>
        <pc:cxnChg chg="add">
          <ac:chgData name="Amilcar Jose Rodriguez Barrios" userId="efa7753a-59bf-44f0-ad53-c3388f48cff0" providerId="ADAL" clId="{2B0C0FD6-3820-41E9-897F-3AE7A25CB7E2}" dt="2020-12-28T13:56:06.830" v="16050"/>
          <ac:cxnSpMkLst>
            <pc:docMk/>
            <pc:sldMk cId="1954820372" sldId="2076137266"/>
            <ac:cxnSpMk id="144" creationId="{69359183-98FE-41D8-B405-972E2E020FFD}"/>
          </ac:cxnSpMkLst>
        </pc:cxnChg>
        <pc:cxnChg chg="add">
          <ac:chgData name="Amilcar Jose Rodriguez Barrios" userId="efa7753a-59bf-44f0-ad53-c3388f48cff0" providerId="ADAL" clId="{2B0C0FD6-3820-41E9-897F-3AE7A25CB7E2}" dt="2020-12-28T13:56:06.830" v="16050"/>
          <ac:cxnSpMkLst>
            <pc:docMk/>
            <pc:sldMk cId="1954820372" sldId="2076137266"/>
            <ac:cxnSpMk id="145" creationId="{BEA03079-6D02-43DB-9005-82ACD91D567A}"/>
          </ac:cxnSpMkLst>
        </pc:cxnChg>
        <pc:cxnChg chg="del">
          <ac:chgData name="Amilcar Jose Rodriguez Barrios" userId="efa7753a-59bf-44f0-ad53-c3388f48cff0" providerId="ADAL" clId="{2B0C0FD6-3820-41E9-897F-3AE7A25CB7E2}" dt="2020-12-28T13:55:20.362" v="16041" actId="478"/>
          <ac:cxnSpMkLst>
            <pc:docMk/>
            <pc:sldMk cId="1954820372" sldId="2076137266"/>
            <ac:cxnSpMk id="237" creationId="{06A378C6-1AA7-4DEC-B221-6660BA1A9E56}"/>
          </ac:cxnSpMkLst>
        </pc:cxnChg>
        <pc:cxnChg chg="del">
          <ac:chgData name="Amilcar Jose Rodriguez Barrios" userId="efa7753a-59bf-44f0-ad53-c3388f48cff0" providerId="ADAL" clId="{2B0C0FD6-3820-41E9-897F-3AE7A25CB7E2}" dt="2020-12-28T13:55:20.362" v="16041" actId="478"/>
          <ac:cxnSpMkLst>
            <pc:docMk/>
            <pc:sldMk cId="1954820372" sldId="2076137266"/>
            <ac:cxnSpMk id="238" creationId="{73C42429-9E90-437D-B7BD-D0036DCAAEA7}"/>
          </ac:cxnSpMkLst>
        </pc:cxnChg>
      </pc:sldChg>
      <pc:sldChg chg="addSp modSp add">
        <pc:chgData name="Amilcar Jose Rodriguez Barrios" userId="efa7753a-59bf-44f0-ad53-c3388f48cff0" providerId="ADAL" clId="{2B0C0FD6-3820-41E9-897F-3AE7A25CB7E2}" dt="2020-12-28T14:23:48.407" v="16582" actId="1036"/>
        <pc:sldMkLst>
          <pc:docMk/>
          <pc:sldMk cId="3907907424" sldId="2076137267"/>
        </pc:sldMkLst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" creationId="{2DA5C49C-457B-4C76-B6CC-C6C322C8E2D5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7" creationId="{DDD477DB-8CE1-46DB-A011-FECDC95613E9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8" creationId="{B3D4FF18-AA1A-41CF-B651-1DDE80B811F2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9" creationId="{40D06D3D-4451-4679-B7C1-601A48090258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0" creationId="{6E1D0DD4-7660-47E3-BFE1-865FC03C75D2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1" creationId="{21076995-3B63-4F72-9B77-D5192C621FB2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2" creationId="{49A76675-0351-483A-AB6E-D721341BE8A5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3" creationId="{D744D808-1567-4E26-AB0C-982889A18324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4" creationId="{03FB7292-F2A9-42F4-A3B8-78E48FC90307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6" creationId="{F03B252E-FAF3-4FDA-B8D3-BABEF7A916E6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8" creationId="{592C89A9-65E5-49F1-8B61-03E414CA26EA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20" creationId="{FA914AAB-B8C1-4B38-8EF0-B22795BE2F3E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21" creationId="{6ADA7442-A9DC-4E04-A125-26F419CAF2CB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22" creationId="{D3467511-7686-4C81-962E-9049465E57A5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24" creationId="{76EEE07A-D088-4B57-B0D6-B7BC74AD3954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2" creationId="{50D5C0FD-82B5-4181-A1EE-CDE3F4A37A2F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3" creationId="{B9DCAE9B-7451-411E-8EDD-343D8B9BFFFB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6" creationId="{3F762B7E-A42F-411D-9F15-0C6992C027F3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7" creationId="{D7243507-4FE8-464D-9CB6-0298D9493D4D}"/>
          </ac:spMkLst>
        </pc:spChg>
        <pc:spChg chg="mod">
          <ac:chgData name="Amilcar Jose Rodriguez Barrios" userId="efa7753a-59bf-44f0-ad53-c3388f48cff0" providerId="ADAL" clId="{2B0C0FD6-3820-41E9-897F-3AE7A25CB7E2}" dt="2020-12-28T13:56:32.376" v="16064" actId="1036"/>
          <ac:spMkLst>
            <pc:docMk/>
            <pc:sldMk cId="3907907424" sldId="2076137267"/>
            <ac:spMk id="70" creationId="{AD01B061-E382-4469-A417-72581F065159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76" creationId="{538649E2-B846-404E-9391-2E1036D89804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77" creationId="{E80C7993-02D9-4CCA-9CC4-5DEE27C6730F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78" creationId="{95BCA770-ADE7-41E1-AE4C-71400CE4E7C6}"/>
          </ac:spMkLst>
        </pc:spChg>
        <pc:grpChg chg="add">
          <ac:chgData name="Amilcar Jose Rodriguez Barrios" userId="efa7753a-59bf-44f0-ad53-c3388f48cff0" providerId="ADAL" clId="{2B0C0FD6-3820-41E9-897F-3AE7A25CB7E2}" dt="2020-12-28T13:56:20.906" v="16052"/>
          <ac:grpSpMkLst>
            <pc:docMk/>
            <pc:sldMk cId="3907907424" sldId="2076137267"/>
            <ac:grpSpMk id="26" creationId="{043272B1-6E3A-4E03-B672-6F476C46C15F}"/>
          </ac:grpSpMkLst>
        </pc:grpChg>
        <pc:grpChg chg="add">
          <ac:chgData name="Amilcar Jose Rodriguez Barrios" userId="efa7753a-59bf-44f0-ad53-c3388f48cff0" providerId="ADAL" clId="{2B0C0FD6-3820-41E9-897F-3AE7A25CB7E2}" dt="2020-12-28T13:56:20.906" v="16052"/>
          <ac:grpSpMkLst>
            <pc:docMk/>
            <pc:sldMk cId="3907907424" sldId="2076137267"/>
            <ac:grpSpMk id="31" creationId="{D0880E70-B12B-47A4-8C8A-DCA41CC0616A}"/>
          </ac:grpSpMkLst>
        </pc:grpChg>
        <pc:grpChg chg="add">
          <ac:chgData name="Amilcar Jose Rodriguez Barrios" userId="efa7753a-59bf-44f0-ad53-c3388f48cff0" providerId="ADAL" clId="{2B0C0FD6-3820-41E9-897F-3AE7A25CB7E2}" dt="2020-12-28T13:56:20.906" v="16052"/>
          <ac:grpSpMkLst>
            <pc:docMk/>
            <pc:sldMk cId="3907907424" sldId="2076137267"/>
            <ac:grpSpMk id="57" creationId="{E6D9EA05-031E-4619-90D8-296870394E19}"/>
          </ac:grpSpMkLst>
        </pc:grp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15" creationId="{278B964B-B899-490D-9F50-587EDADE078A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17" creationId="{5386EE8B-1647-4CFC-BA6F-69A7EF40585C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19" creationId="{0D08F763-0B37-4192-93DE-7DC615C2C211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23" creationId="{2D0FEEF3-AEE4-4636-B8C5-98B8BB4CDAB3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29" creationId="{727132DE-94B5-4D4B-9736-A30DF5AF30E0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30" creationId="{8FF3DA41-270D-408B-B7C4-FE452124835B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60" creationId="{7C9D93C7-0D32-4C2B-94EC-315CD101154F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61" creationId="{7A877247-C7F3-49FF-8744-95AAE4731789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64" creationId="{FD8174A6-CE51-4A55-9B8A-040E947DE893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65" creationId="{CAA7BF81-111E-4B76-AF86-0EF8AA7B1A32}"/>
          </ac:picMkLst>
        </pc:picChg>
        <pc:picChg chg="add mod">
          <ac:chgData name="Amilcar Jose Rodriguez Barrios" userId="efa7753a-59bf-44f0-ad53-c3388f48cff0" providerId="ADAL" clId="{2B0C0FD6-3820-41E9-897F-3AE7A25CB7E2}" dt="2020-12-28T14:23:48.407" v="16582" actId="1036"/>
          <ac:picMkLst>
            <pc:docMk/>
            <pc:sldMk cId="3907907424" sldId="2076137267"/>
            <ac:picMk id="79" creationId="{9524CB80-2194-461B-83A0-73CEF0E71ADD}"/>
          </ac:picMkLst>
        </pc:pic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25" creationId="{071BD810-1D11-4306-A82F-5FF1A271F00A}"/>
          </ac:cxnSpMkLst>
        </pc:cxn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68" creationId="{9907DE05-F658-476E-B123-00301CF99EB5}"/>
          </ac:cxnSpMkLst>
        </pc:cxnChg>
        <pc:cxnChg chg="mod">
          <ac:chgData name="Amilcar Jose Rodriguez Barrios" userId="efa7753a-59bf-44f0-ad53-c3388f48cff0" providerId="ADAL" clId="{2B0C0FD6-3820-41E9-897F-3AE7A25CB7E2}" dt="2020-12-28T13:56:32.376" v="16064" actId="1036"/>
          <ac:cxnSpMkLst>
            <pc:docMk/>
            <pc:sldMk cId="3907907424" sldId="2076137267"/>
            <ac:cxnSpMk id="69" creationId="{B54B161A-BD5F-47C5-86FA-066BB502D405}"/>
          </ac:cxnSpMkLst>
        </pc:cxn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73" creationId="{A7739597-F02F-4314-B3F4-E115D9BFB670}"/>
          </ac:cxnSpMkLst>
        </pc:cxn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74" creationId="{E9F08312-8A8E-416E-8101-3A968045E82B}"/>
          </ac:cxnSpMkLst>
        </pc:cxn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75" creationId="{F0D8EA2F-7334-4DE2-BDD7-895ABC96EF91}"/>
          </ac:cxnSpMkLst>
        </pc:cxnChg>
      </pc:sldChg>
      <pc:sldChg chg="addSp add ord">
        <pc:chgData name="Amilcar Jose Rodriguez Barrios" userId="efa7753a-59bf-44f0-ad53-c3388f48cff0" providerId="ADAL" clId="{2B0C0FD6-3820-41E9-897F-3AE7A25CB7E2}" dt="2020-12-28T14:23:52.362" v="16584"/>
        <pc:sldMkLst>
          <pc:docMk/>
          <pc:sldMk cId="3509911484" sldId="2076137268"/>
        </pc:sldMkLst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7" creationId="{2D96D7A3-314F-439E-A3C0-00BC658340E6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8" creationId="{D8A70D50-6CBB-48B3-B378-5A3874A49FFE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9" creationId="{39D03DDE-90EC-4568-A66F-5228088D75A9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0" creationId="{A295D042-201B-447B-99FB-3DBFA6EDE617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1" creationId="{150F566C-5683-4CC0-8C2D-5C58F6750AAA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2" creationId="{5643042F-CCD3-4573-A9AA-3A29F36B8CE0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5" creationId="{A854FF13-C9CE-48AC-8019-15708BACCBF0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6" creationId="{378FDC53-1D6E-493A-B5FD-E6EA8F2074AD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7" creationId="{B8FC9199-340B-49DE-A6A7-BBD33F49DFBA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8" creationId="{E3818080-CBAF-4127-9B21-075E88F0B75F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9" creationId="{83749366-4115-4D87-9F78-ADF403003ACE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0" creationId="{1FF1D9F0-79F2-40D7-9CE2-5A24FE16CC60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1" creationId="{7A0907AE-0FCC-4772-B4F8-5B3E6EB4739B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2" creationId="{FE4BCCFC-09F2-4BFD-92C1-1C84FFB8EB65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3" creationId="{B8930100-7E7A-425B-B4FF-FE743812E52E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4" creationId="{D10BB14C-5333-4693-B19C-1B1ECF74875A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8" creationId="{4E061164-6EFE-402C-AAC6-373FFDAD792F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9" creationId="{317223B4-9922-44A5-BCA4-5730197D7613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35" creationId="{6CACE348-4C19-4C6C-B942-D0A127B207A4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41" creationId="{C259E10A-D95A-4C53-989B-2AA6A38B7C5E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42" creationId="{68AFD84E-F4C7-4CB6-96AA-1F09578BD0A7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82" creationId="{939E5BE0-BE0F-4C10-92D3-3720D877D129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83" creationId="{C3BF9B6A-3042-4503-BF2C-317084069EF0}"/>
          </ac:spMkLst>
        </pc:s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30" creationId="{EC434B04-EFD8-465B-9181-AB81CFE677E8}"/>
          </ac:grpSpMkLst>
        </pc:gr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36" creationId="{8AB45C50-2E47-4999-A4F0-7A6A2C815B01}"/>
          </ac:grpSpMkLst>
        </pc:gr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43" creationId="{F83E09FC-223C-4AE6-9070-ACBF8E3A363B}"/>
          </ac:grpSpMkLst>
        </pc:gr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61" creationId="{ACC2947F-CF50-4F71-8551-8E396FFE8B18}"/>
          </ac:grpSpMkLst>
        </pc:gr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73" creationId="{828C58DC-1C04-44E2-A711-D9905DCF5C48}"/>
          </ac:grpSpMkLst>
        </pc:grp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6" creationId="{2DF2C2E2-4763-4FBF-B043-C25D2C4A6D3F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25" creationId="{4B4273C1-F45C-4FB0-96A0-81FDAF492260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26" creationId="{AB4C21A7-5B81-4BDC-922C-B87FCA25937B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27" creationId="{1F98FB16-24A8-497F-BBDD-9C40EED34965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1" creationId="{BC65B915-D104-4C46-8F7A-E441AD4135E5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4" creationId="{285DEF70-9358-4553-A597-B7E171A3F417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5" creationId="{41E10026-5751-4838-B93B-E53BB3C09D03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6" creationId="{28304A63-B09D-4CBA-81E3-D721619C9ED0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7" creationId="{F3AA0457-5348-4CF8-A2B3-5FAE11D6412A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8" creationId="{0C996E39-3916-4CBD-B941-42AAF2B793A1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9" creationId="{F1A1EC35-D5DB-4D3A-97E9-1AB8EB3406DD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90" creationId="{233C9976-690F-4561-9CCE-893754097906}"/>
          </ac:picMkLst>
        </pc:picChg>
        <pc:picChg chg="add">
          <ac:chgData name="Amilcar Jose Rodriguez Barrios" userId="efa7753a-59bf-44f0-ad53-c3388f48cff0" providerId="ADAL" clId="{2B0C0FD6-3820-41E9-897F-3AE7A25CB7E2}" dt="2020-12-28T14:23:52.362" v="16584"/>
          <ac:picMkLst>
            <pc:docMk/>
            <pc:sldMk cId="3509911484" sldId="2076137268"/>
            <ac:picMk id="91" creationId="{B466AA2C-A16C-4907-80A2-FBAEA03540C4}"/>
          </ac:picMkLst>
        </pc:picChg>
        <pc:cxnChg chg="add">
          <ac:chgData name="Amilcar Jose Rodriguez Barrios" userId="efa7753a-59bf-44f0-ad53-c3388f48cff0" providerId="ADAL" clId="{2B0C0FD6-3820-41E9-897F-3AE7A25CB7E2}" dt="2020-12-28T13:55:44.979" v="16047"/>
          <ac:cxnSpMkLst>
            <pc:docMk/>
            <pc:sldMk cId="3509911484" sldId="2076137268"/>
            <ac:cxnSpMk id="13" creationId="{88195454-7DDB-4DE0-B0FD-1E754606AAC0}"/>
          </ac:cxnSpMkLst>
        </pc:cxnChg>
        <pc:cxnChg chg="add">
          <ac:chgData name="Amilcar Jose Rodriguez Barrios" userId="efa7753a-59bf-44f0-ad53-c3388f48cff0" providerId="ADAL" clId="{2B0C0FD6-3820-41E9-897F-3AE7A25CB7E2}" dt="2020-12-28T13:55:44.979" v="16047"/>
          <ac:cxnSpMkLst>
            <pc:docMk/>
            <pc:sldMk cId="3509911484" sldId="2076137268"/>
            <ac:cxnSpMk id="14" creationId="{BEBFBFAD-7AFD-4874-A92E-544DBD16270A}"/>
          </ac:cxnSpMkLst>
        </pc:cxnChg>
      </pc:sldChg>
      <pc:sldChg chg="addSp modSp add">
        <pc:chgData name="Amilcar Jose Rodriguez Barrios" userId="efa7753a-59bf-44f0-ad53-c3388f48cff0" providerId="ADAL" clId="{2B0C0FD6-3820-41E9-897F-3AE7A25CB7E2}" dt="2020-12-28T14:50:41.358" v="16903"/>
        <pc:sldMkLst>
          <pc:docMk/>
          <pc:sldMk cId="2574737431" sldId="2076137269"/>
        </pc:sldMkLst>
        <pc:spChg chg="add">
          <ac:chgData name="Amilcar Jose Rodriguez Barrios" userId="efa7753a-59bf-44f0-ad53-c3388f48cff0" providerId="ADAL" clId="{2B0C0FD6-3820-41E9-897F-3AE7A25CB7E2}" dt="2020-12-28T13:57:12.691" v="16072"/>
          <ac:spMkLst>
            <pc:docMk/>
            <pc:sldMk cId="2574737431" sldId="2076137269"/>
            <ac:spMk id="6" creationId="{C155559A-BDF5-400E-A22F-8292A895E12E}"/>
          </ac:spMkLst>
        </pc:spChg>
        <pc:spChg chg="add">
          <ac:chgData name="Amilcar Jose Rodriguez Barrios" userId="efa7753a-59bf-44f0-ad53-c3388f48cff0" providerId="ADAL" clId="{2B0C0FD6-3820-41E9-897F-3AE7A25CB7E2}" dt="2020-12-28T13:57:12.691" v="16072"/>
          <ac:spMkLst>
            <pc:docMk/>
            <pc:sldMk cId="2574737431" sldId="2076137269"/>
            <ac:spMk id="7" creationId="{560924A8-B4DE-4413-9EC1-48CAFBED01F5}"/>
          </ac:spMkLst>
        </pc:spChg>
        <pc:spChg chg="add">
          <ac:chgData name="Amilcar Jose Rodriguez Barrios" userId="efa7753a-59bf-44f0-ad53-c3388f48cff0" providerId="ADAL" clId="{2B0C0FD6-3820-41E9-897F-3AE7A25CB7E2}" dt="2020-12-28T13:57:12.691" v="16072"/>
          <ac:spMkLst>
            <pc:docMk/>
            <pc:sldMk cId="2574737431" sldId="2076137269"/>
            <ac:spMk id="8" creationId="{6AC5C33F-767C-4DFA-9D4D-F6D9255EC7CD}"/>
          </ac:spMkLst>
        </pc:spChg>
        <pc:spChg chg="add mod">
          <ac:chgData name="Amilcar Jose Rodriguez Barrios" userId="efa7753a-59bf-44f0-ad53-c3388f48cff0" providerId="ADAL" clId="{2B0C0FD6-3820-41E9-897F-3AE7A25CB7E2}" dt="2020-12-28T13:57:41.916" v="16078" actId="14100"/>
          <ac:spMkLst>
            <pc:docMk/>
            <pc:sldMk cId="2574737431" sldId="2076137269"/>
            <ac:spMk id="9" creationId="{D3C73C98-ED1D-4272-AFE0-970E0B839541}"/>
          </ac:spMkLst>
        </pc:spChg>
        <pc:spChg chg="add mod">
          <ac:chgData name="Amilcar Jose Rodriguez Barrios" userId="efa7753a-59bf-44f0-ad53-c3388f48cff0" providerId="ADAL" clId="{2B0C0FD6-3820-41E9-897F-3AE7A25CB7E2}" dt="2020-12-28T13:57:36.019" v="16077" actId="115"/>
          <ac:spMkLst>
            <pc:docMk/>
            <pc:sldMk cId="2574737431" sldId="2076137269"/>
            <ac:spMk id="10" creationId="{E2E205C3-6BB1-4E8C-8787-0D237089580A}"/>
          </ac:spMkLst>
        </pc:spChg>
        <pc:picChg chg="add">
          <ac:chgData name="Amilcar Jose Rodriguez Barrios" userId="efa7753a-59bf-44f0-ad53-c3388f48cff0" providerId="ADAL" clId="{2B0C0FD6-3820-41E9-897F-3AE7A25CB7E2}" dt="2020-12-28T14:23:41.555" v="16571"/>
          <ac:picMkLst>
            <pc:docMk/>
            <pc:sldMk cId="2574737431" sldId="2076137269"/>
            <ac:picMk id="11" creationId="{4E90C181-BB83-454F-BBD9-0EF0C5508129}"/>
          </ac:picMkLst>
        </pc:picChg>
        <pc:picChg chg="add">
          <ac:chgData name="Amilcar Jose Rodriguez Barrios" userId="efa7753a-59bf-44f0-ad53-c3388f48cff0" providerId="ADAL" clId="{2B0C0FD6-3820-41E9-897F-3AE7A25CB7E2}" dt="2020-12-28T14:50:41.358" v="16903"/>
          <ac:picMkLst>
            <pc:docMk/>
            <pc:sldMk cId="2574737431" sldId="2076137269"/>
            <ac:picMk id="12" creationId="{A6919757-20AA-420C-A345-AB0BC87BF64B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50:42.520" v="16904"/>
        <pc:sldMkLst>
          <pc:docMk/>
          <pc:sldMk cId="2112029424" sldId="2076137270"/>
        </pc:sldMkLst>
        <pc:spChg chg="add">
          <ac:chgData name="Amilcar Jose Rodriguez Barrios" userId="efa7753a-59bf-44f0-ad53-c3388f48cff0" providerId="ADAL" clId="{2B0C0FD6-3820-41E9-897F-3AE7A25CB7E2}" dt="2020-12-28T13:57:59.790" v="16080"/>
          <ac:spMkLst>
            <pc:docMk/>
            <pc:sldMk cId="2112029424" sldId="2076137270"/>
            <ac:spMk id="6" creationId="{203F9E30-34E0-46FF-B826-BE20C1F5FA11}"/>
          </ac:spMkLst>
        </pc:spChg>
        <pc:spChg chg="add mod">
          <ac:chgData name="Amilcar Jose Rodriguez Barrios" userId="efa7753a-59bf-44f0-ad53-c3388f48cff0" providerId="ADAL" clId="{2B0C0FD6-3820-41E9-897F-3AE7A25CB7E2}" dt="2020-12-28T13:58:08.329" v="16092" actId="113"/>
          <ac:spMkLst>
            <pc:docMk/>
            <pc:sldMk cId="2112029424" sldId="2076137270"/>
            <ac:spMk id="7" creationId="{31227AB9-A38E-40A3-A306-37F0D310881F}"/>
          </ac:spMkLst>
        </pc:spChg>
        <pc:spChg chg="add mod">
          <ac:chgData name="Amilcar Jose Rodriguez Barrios" userId="efa7753a-59bf-44f0-ad53-c3388f48cff0" providerId="ADAL" clId="{2B0C0FD6-3820-41E9-897F-3AE7A25CB7E2}" dt="2020-12-28T13:58:29.094" v="16097" actId="113"/>
          <ac:spMkLst>
            <pc:docMk/>
            <pc:sldMk cId="2112029424" sldId="2076137270"/>
            <ac:spMk id="8" creationId="{8899797F-96B2-46E3-921C-38DCC9138CFE}"/>
          </ac:spMkLst>
        </pc:spChg>
        <pc:picChg chg="add">
          <ac:chgData name="Amilcar Jose Rodriguez Barrios" userId="efa7753a-59bf-44f0-ad53-c3388f48cff0" providerId="ADAL" clId="{2B0C0FD6-3820-41E9-897F-3AE7A25CB7E2}" dt="2020-12-28T14:23:40.110" v="16570"/>
          <ac:picMkLst>
            <pc:docMk/>
            <pc:sldMk cId="2112029424" sldId="2076137270"/>
            <ac:picMk id="9" creationId="{199B5E69-0081-48BD-A4F7-9E4A003A401B}"/>
          </ac:picMkLst>
        </pc:picChg>
        <pc:picChg chg="add">
          <ac:chgData name="Amilcar Jose Rodriguez Barrios" userId="efa7753a-59bf-44f0-ad53-c3388f48cff0" providerId="ADAL" clId="{2B0C0FD6-3820-41E9-897F-3AE7A25CB7E2}" dt="2020-12-28T14:50:42.520" v="16904"/>
          <ac:picMkLst>
            <pc:docMk/>
            <pc:sldMk cId="2112029424" sldId="2076137270"/>
            <ac:picMk id="10" creationId="{6AB3DCBE-A7F2-4420-989D-A1A19A4DDB54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50:43.811" v="16905"/>
        <pc:sldMkLst>
          <pc:docMk/>
          <pc:sldMk cId="148972436" sldId="2076137271"/>
        </pc:sldMkLst>
        <pc:spChg chg="add">
          <ac:chgData name="Amilcar Jose Rodriguez Barrios" userId="efa7753a-59bf-44f0-ad53-c3388f48cff0" providerId="ADAL" clId="{2B0C0FD6-3820-41E9-897F-3AE7A25CB7E2}" dt="2020-12-28T13:58:53.357" v="16099"/>
          <ac:spMkLst>
            <pc:docMk/>
            <pc:sldMk cId="148972436" sldId="2076137271"/>
            <ac:spMk id="6" creationId="{7C232429-2EF1-41F5-A2BF-C7DA71986373}"/>
          </ac:spMkLst>
        </pc:spChg>
        <pc:spChg chg="add mod">
          <ac:chgData name="Amilcar Jose Rodriguez Barrios" userId="efa7753a-59bf-44f0-ad53-c3388f48cff0" providerId="ADAL" clId="{2B0C0FD6-3820-41E9-897F-3AE7A25CB7E2}" dt="2020-12-28T14:00:42.392" v="16172" actId="20577"/>
          <ac:spMkLst>
            <pc:docMk/>
            <pc:sldMk cId="148972436" sldId="2076137271"/>
            <ac:spMk id="7" creationId="{1EB95058-0F20-462F-BF35-D39C169F81B6}"/>
          </ac:spMkLst>
        </pc:spChg>
        <pc:spChg chg="add mod">
          <ac:chgData name="Amilcar Jose Rodriguez Barrios" userId="efa7753a-59bf-44f0-ad53-c3388f48cff0" providerId="ADAL" clId="{2B0C0FD6-3820-41E9-897F-3AE7A25CB7E2}" dt="2020-12-28T14:01:06.400" v="16176" actId="207"/>
          <ac:spMkLst>
            <pc:docMk/>
            <pc:sldMk cId="148972436" sldId="2076137271"/>
            <ac:spMk id="8" creationId="{271A201F-DA85-4552-8F46-38E950CD160F}"/>
          </ac:spMkLst>
        </pc:spChg>
        <pc:spChg chg="add mod">
          <ac:chgData name="Amilcar Jose Rodriguez Barrios" userId="efa7753a-59bf-44f0-ad53-c3388f48cff0" providerId="ADAL" clId="{2B0C0FD6-3820-41E9-897F-3AE7A25CB7E2}" dt="2020-12-28T14:00:01.556" v="16145" actId="207"/>
          <ac:spMkLst>
            <pc:docMk/>
            <pc:sldMk cId="148972436" sldId="2076137271"/>
            <ac:spMk id="9" creationId="{1F753FE7-8A82-4D3C-B250-9CB19F848369}"/>
          </ac:spMkLst>
        </pc:spChg>
        <pc:spChg chg="add mod">
          <ac:chgData name="Amilcar Jose Rodriguez Barrios" userId="efa7753a-59bf-44f0-ad53-c3388f48cff0" providerId="ADAL" clId="{2B0C0FD6-3820-41E9-897F-3AE7A25CB7E2}" dt="2020-12-28T14:23:37.755" v="16568" actId="14100"/>
          <ac:spMkLst>
            <pc:docMk/>
            <pc:sldMk cId="148972436" sldId="2076137271"/>
            <ac:spMk id="10" creationId="{E409AAB8-3A24-4AAD-9D6F-29C978409A75}"/>
          </ac:spMkLst>
        </pc:spChg>
        <pc:picChg chg="add">
          <ac:chgData name="Amilcar Jose Rodriguez Barrios" userId="efa7753a-59bf-44f0-ad53-c3388f48cff0" providerId="ADAL" clId="{2B0C0FD6-3820-41E9-897F-3AE7A25CB7E2}" dt="2020-12-28T14:23:38.228" v="16569"/>
          <ac:picMkLst>
            <pc:docMk/>
            <pc:sldMk cId="148972436" sldId="2076137271"/>
            <ac:picMk id="11" creationId="{4057C1AD-8C6E-437F-ACA5-7F7654EF8A88}"/>
          </ac:picMkLst>
        </pc:picChg>
        <pc:picChg chg="add">
          <ac:chgData name="Amilcar Jose Rodriguez Barrios" userId="efa7753a-59bf-44f0-ad53-c3388f48cff0" providerId="ADAL" clId="{2B0C0FD6-3820-41E9-897F-3AE7A25CB7E2}" dt="2020-12-28T14:50:43.811" v="16905"/>
          <ac:picMkLst>
            <pc:docMk/>
            <pc:sldMk cId="148972436" sldId="2076137271"/>
            <ac:picMk id="12" creationId="{5ED7926B-1A37-446C-8D71-0871BF1CB74F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50:44.838" v="16906"/>
        <pc:sldMkLst>
          <pc:docMk/>
          <pc:sldMk cId="1470534491" sldId="2076137272"/>
        </pc:sldMkLst>
        <pc:spChg chg="add">
          <ac:chgData name="Amilcar Jose Rodriguez Barrios" userId="efa7753a-59bf-44f0-ad53-c3388f48cff0" providerId="ADAL" clId="{2B0C0FD6-3820-41E9-897F-3AE7A25CB7E2}" dt="2020-12-28T14:00:30.673" v="16149"/>
          <ac:spMkLst>
            <pc:docMk/>
            <pc:sldMk cId="1470534491" sldId="2076137272"/>
            <ac:spMk id="6" creationId="{755971B3-ED5E-4526-A3D7-5BE1450EC536}"/>
          </ac:spMkLst>
        </pc:spChg>
        <pc:spChg chg="add mod">
          <ac:chgData name="Amilcar Jose Rodriguez Barrios" userId="efa7753a-59bf-44f0-ad53-c3388f48cff0" providerId="ADAL" clId="{2B0C0FD6-3820-41E9-897F-3AE7A25CB7E2}" dt="2020-12-28T14:00:35.936" v="16166" actId="20577"/>
          <ac:spMkLst>
            <pc:docMk/>
            <pc:sldMk cId="1470534491" sldId="2076137272"/>
            <ac:spMk id="7" creationId="{CB61ABC7-2BFC-4B4F-88D4-4CFE02AD9F38}"/>
          </ac:spMkLst>
        </pc:spChg>
        <pc:spChg chg="add mod">
          <ac:chgData name="Amilcar Jose Rodriguez Barrios" userId="efa7753a-59bf-44f0-ad53-c3388f48cff0" providerId="ADAL" clId="{2B0C0FD6-3820-41E9-897F-3AE7A25CB7E2}" dt="2020-12-28T14:01:14.878" v="16177" actId="255"/>
          <ac:spMkLst>
            <pc:docMk/>
            <pc:sldMk cId="1470534491" sldId="2076137272"/>
            <ac:spMk id="8" creationId="{8878DF20-E970-41E6-B576-24F0759F3C06}"/>
          </ac:spMkLst>
        </pc:spChg>
        <pc:spChg chg="add mod">
          <ac:chgData name="Amilcar Jose Rodriguez Barrios" userId="efa7753a-59bf-44f0-ad53-c3388f48cff0" providerId="ADAL" clId="{2B0C0FD6-3820-41E9-897F-3AE7A25CB7E2}" dt="2020-12-28T14:00:55.542" v="16174" actId="207"/>
          <ac:spMkLst>
            <pc:docMk/>
            <pc:sldMk cId="1470534491" sldId="2076137272"/>
            <ac:spMk id="9" creationId="{69E6446D-DCA4-4D81-85C4-F0CC5ACF9CB5}"/>
          </ac:spMkLst>
        </pc:spChg>
        <pc:spChg chg="add mod">
          <ac:chgData name="Amilcar Jose Rodriguez Barrios" userId="efa7753a-59bf-44f0-ad53-c3388f48cff0" providerId="ADAL" clId="{2B0C0FD6-3820-41E9-897F-3AE7A25CB7E2}" dt="2020-12-28T14:23:34.743" v="16567" actId="14100"/>
          <ac:spMkLst>
            <pc:docMk/>
            <pc:sldMk cId="1470534491" sldId="2076137272"/>
            <ac:spMk id="10" creationId="{C5519CDB-9BE6-40E7-8746-26668C7F8202}"/>
          </ac:spMkLst>
        </pc:spChg>
        <pc:picChg chg="add">
          <ac:chgData name="Amilcar Jose Rodriguez Barrios" userId="efa7753a-59bf-44f0-ad53-c3388f48cff0" providerId="ADAL" clId="{2B0C0FD6-3820-41E9-897F-3AE7A25CB7E2}" dt="2020-12-28T14:23:32.177" v="16566"/>
          <ac:picMkLst>
            <pc:docMk/>
            <pc:sldMk cId="1470534491" sldId="2076137272"/>
            <ac:picMk id="11" creationId="{97B101B0-2F5C-4F73-B411-9A5405FE22C1}"/>
          </ac:picMkLst>
        </pc:picChg>
        <pc:picChg chg="add">
          <ac:chgData name="Amilcar Jose Rodriguez Barrios" userId="efa7753a-59bf-44f0-ad53-c3388f48cff0" providerId="ADAL" clId="{2B0C0FD6-3820-41E9-897F-3AE7A25CB7E2}" dt="2020-12-28T14:50:44.838" v="16906"/>
          <ac:picMkLst>
            <pc:docMk/>
            <pc:sldMk cId="1470534491" sldId="2076137272"/>
            <ac:picMk id="12" creationId="{F3F37B2C-A507-4048-9BFB-0B1374A4A90A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50:46.296" v="16907"/>
        <pc:sldMkLst>
          <pc:docMk/>
          <pc:sldMk cId="3541382686" sldId="2076137273"/>
        </pc:sldMkLst>
        <pc:spChg chg="add">
          <ac:chgData name="Amilcar Jose Rodriguez Barrios" userId="efa7753a-59bf-44f0-ad53-c3388f48cff0" providerId="ADAL" clId="{2B0C0FD6-3820-41E9-897F-3AE7A25CB7E2}" dt="2020-12-28T14:01:34.967" v="16181"/>
          <ac:spMkLst>
            <pc:docMk/>
            <pc:sldMk cId="3541382686" sldId="2076137273"/>
            <ac:spMk id="6" creationId="{D2F7B139-F23C-40FF-A112-168DB60CD823}"/>
          </ac:spMkLst>
        </pc:spChg>
        <pc:spChg chg="add">
          <ac:chgData name="Amilcar Jose Rodriguez Barrios" userId="efa7753a-59bf-44f0-ad53-c3388f48cff0" providerId="ADAL" clId="{2B0C0FD6-3820-41E9-897F-3AE7A25CB7E2}" dt="2020-12-28T14:01:34.967" v="16181"/>
          <ac:spMkLst>
            <pc:docMk/>
            <pc:sldMk cId="3541382686" sldId="2076137273"/>
            <ac:spMk id="7" creationId="{4F4B7E71-7E03-4D5D-A082-0C811E70FAF0}"/>
          </ac:spMkLst>
        </pc:spChg>
        <pc:spChg chg="add mod">
          <ac:chgData name="Amilcar Jose Rodriguez Barrios" userId="efa7753a-59bf-44f0-ad53-c3388f48cff0" providerId="ADAL" clId="{2B0C0FD6-3820-41E9-897F-3AE7A25CB7E2}" dt="2020-12-28T14:02:05.498" v="16186" actId="207"/>
          <ac:spMkLst>
            <pc:docMk/>
            <pc:sldMk cId="3541382686" sldId="2076137273"/>
            <ac:spMk id="8" creationId="{25DD0A83-1113-4B32-AFAF-F42DE44634A8}"/>
          </ac:spMkLst>
        </pc:spChg>
        <pc:spChg chg="add mod">
          <ac:chgData name="Amilcar Jose Rodriguez Barrios" userId="efa7753a-59bf-44f0-ad53-c3388f48cff0" providerId="ADAL" clId="{2B0C0FD6-3820-41E9-897F-3AE7A25CB7E2}" dt="2020-12-28T14:02:02.245" v="16185" actId="207"/>
          <ac:spMkLst>
            <pc:docMk/>
            <pc:sldMk cId="3541382686" sldId="2076137273"/>
            <ac:spMk id="9" creationId="{5ADFBB02-20A1-4CCC-8F9B-7442562DD6D8}"/>
          </ac:spMkLst>
        </pc:spChg>
        <pc:spChg chg="add mod">
          <ac:chgData name="Amilcar Jose Rodriguez Barrios" userId="efa7753a-59bf-44f0-ad53-c3388f48cff0" providerId="ADAL" clId="{2B0C0FD6-3820-41E9-897F-3AE7A25CB7E2}" dt="2020-12-28T14:23:26.460" v="16563" actId="1035"/>
          <ac:spMkLst>
            <pc:docMk/>
            <pc:sldMk cId="3541382686" sldId="2076137273"/>
            <ac:spMk id="10" creationId="{12E825A8-1680-4419-B3FC-5A51BE668AFE}"/>
          </ac:spMkLst>
        </pc:spChg>
        <pc:picChg chg="add">
          <ac:chgData name="Amilcar Jose Rodriguez Barrios" userId="efa7753a-59bf-44f0-ad53-c3388f48cff0" providerId="ADAL" clId="{2B0C0FD6-3820-41E9-897F-3AE7A25CB7E2}" dt="2020-12-28T14:23:27.271" v="16564"/>
          <ac:picMkLst>
            <pc:docMk/>
            <pc:sldMk cId="3541382686" sldId="2076137273"/>
            <ac:picMk id="11" creationId="{ACA80BBB-2005-4010-8B0F-220BB1F724F6}"/>
          </ac:picMkLst>
        </pc:picChg>
        <pc:picChg chg="add">
          <ac:chgData name="Amilcar Jose Rodriguez Barrios" userId="efa7753a-59bf-44f0-ad53-c3388f48cff0" providerId="ADAL" clId="{2B0C0FD6-3820-41E9-897F-3AE7A25CB7E2}" dt="2020-12-28T14:50:46.296" v="16907"/>
          <ac:picMkLst>
            <pc:docMk/>
            <pc:sldMk cId="3541382686" sldId="2076137273"/>
            <ac:picMk id="12" creationId="{2419A5B2-4E34-452A-805C-A733FEB45819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1-01-07T18:47:12.257" v="16918" actId="1076"/>
        <pc:sldMkLst>
          <pc:docMk/>
          <pc:sldMk cId="940779114" sldId="2076137274"/>
        </pc:sldMkLst>
        <pc:spChg chg="add mod">
          <ac:chgData name="Amilcar Jose Rodriguez Barrios" userId="efa7753a-59bf-44f0-ad53-c3388f48cff0" providerId="ADAL" clId="{2B0C0FD6-3820-41E9-897F-3AE7A25CB7E2}" dt="2020-12-28T14:03:56.347" v="16204" actId="207"/>
          <ac:spMkLst>
            <pc:docMk/>
            <pc:sldMk cId="940779114" sldId="2076137274"/>
            <ac:spMk id="6" creationId="{3F820B01-3066-406A-B791-5646A1E30517}"/>
          </ac:spMkLst>
        </pc:spChg>
        <pc:spChg chg="add mod">
          <ac:chgData name="Amilcar Jose Rodriguez Barrios" userId="efa7753a-59bf-44f0-ad53-c3388f48cff0" providerId="ADAL" clId="{2B0C0FD6-3820-41E9-897F-3AE7A25CB7E2}" dt="2020-12-28T14:23:20.779" v="16541" actId="1035"/>
          <ac:spMkLst>
            <pc:docMk/>
            <pc:sldMk cId="940779114" sldId="2076137274"/>
            <ac:spMk id="8" creationId="{F2BAE395-4DF9-41F8-814D-629533BABA61}"/>
          </ac:spMkLst>
        </pc:spChg>
        <pc:spChg chg="add">
          <ac:chgData name="Amilcar Jose Rodriguez Barrios" userId="efa7753a-59bf-44f0-ad53-c3388f48cff0" providerId="ADAL" clId="{2B0C0FD6-3820-41E9-897F-3AE7A25CB7E2}" dt="2020-12-28T14:03:13.988" v="16191"/>
          <ac:spMkLst>
            <pc:docMk/>
            <pc:sldMk cId="940779114" sldId="2076137274"/>
            <ac:spMk id="9" creationId="{7523FBDF-9C3D-4633-979A-3A70FF86F5F3}"/>
          </ac:spMkLst>
        </pc:spChg>
        <pc:spChg chg="add mod">
          <ac:chgData name="Amilcar Jose Rodriguez Barrios" userId="efa7753a-59bf-44f0-ad53-c3388f48cff0" providerId="ADAL" clId="{2B0C0FD6-3820-41E9-897F-3AE7A25CB7E2}" dt="2020-12-28T14:03:49.454" v="16203" actId="113"/>
          <ac:spMkLst>
            <pc:docMk/>
            <pc:sldMk cId="940779114" sldId="2076137274"/>
            <ac:spMk id="10" creationId="{AF9BA504-7E42-4A29-AC86-50A3EBE312B2}"/>
          </ac:spMkLst>
        </pc:spChg>
        <pc:spChg chg="add mod">
          <ac:chgData name="Amilcar Jose Rodriguez Barrios" userId="efa7753a-59bf-44f0-ad53-c3388f48cff0" providerId="ADAL" clId="{2B0C0FD6-3820-41E9-897F-3AE7A25CB7E2}" dt="2021-01-07T18:47:12.257" v="16918" actId="1076"/>
          <ac:spMkLst>
            <pc:docMk/>
            <pc:sldMk cId="940779114" sldId="2076137274"/>
            <ac:spMk id="11" creationId="{6DC189FD-E216-4DEF-B04D-05834EE39CAA}"/>
          </ac:spMkLst>
        </pc:spChg>
        <pc:spChg chg="add">
          <ac:chgData name="Amilcar Jose Rodriguez Barrios" userId="efa7753a-59bf-44f0-ad53-c3388f48cff0" providerId="ADAL" clId="{2B0C0FD6-3820-41E9-897F-3AE7A25CB7E2}" dt="2020-12-28T14:03:29.922" v="16195"/>
          <ac:spMkLst>
            <pc:docMk/>
            <pc:sldMk cId="940779114" sldId="2076137274"/>
            <ac:spMk id="12" creationId="{EB0F7F42-D0F2-435A-88F2-2F12F6F77170}"/>
          </ac:spMkLst>
        </pc:spChg>
        <pc:spChg chg="add">
          <ac:chgData name="Amilcar Jose Rodriguez Barrios" userId="efa7753a-59bf-44f0-ad53-c3388f48cff0" providerId="ADAL" clId="{2B0C0FD6-3820-41E9-897F-3AE7A25CB7E2}" dt="2020-12-28T14:03:29.922" v="16195"/>
          <ac:spMkLst>
            <pc:docMk/>
            <pc:sldMk cId="940779114" sldId="2076137274"/>
            <ac:spMk id="13" creationId="{6006A40D-5A29-4D97-8F94-547990CE774D}"/>
          </ac:spMkLst>
        </pc:spChg>
        <pc:graphicFrameChg chg="add mod">
          <ac:chgData name="Amilcar Jose Rodriguez Barrios" userId="efa7753a-59bf-44f0-ad53-c3388f48cff0" providerId="ADAL" clId="{2B0C0FD6-3820-41E9-897F-3AE7A25CB7E2}" dt="2020-12-28T14:03:34.883" v="16200" actId="1036"/>
          <ac:graphicFrameMkLst>
            <pc:docMk/>
            <pc:sldMk cId="940779114" sldId="2076137274"/>
            <ac:graphicFrameMk id="7" creationId="{6835C1AA-02C8-44B0-9585-458F52296618}"/>
          </ac:graphicFrameMkLst>
        </pc:graphicFrameChg>
        <pc:picChg chg="add">
          <ac:chgData name="Amilcar Jose Rodriguez Barrios" userId="efa7753a-59bf-44f0-ad53-c3388f48cff0" providerId="ADAL" clId="{2B0C0FD6-3820-41E9-897F-3AE7A25CB7E2}" dt="2020-12-28T14:23:21.786" v="16542"/>
          <ac:picMkLst>
            <pc:docMk/>
            <pc:sldMk cId="940779114" sldId="2076137274"/>
            <ac:picMk id="14" creationId="{477A6240-AB15-4E5C-BCE9-EC002C8AFC63}"/>
          </ac:picMkLst>
        </pc:picChg>
        <pc:picChg chg="add">
          <ac:chgData name="Amilcar Jose Rodriguez Barrios" userId="efa7753a-59bf-44f0-ad53-c3388f48cff0" providerId="ADAL" clId="{2B0C0FD6-3820-41E9-897F-3AE7A25CB7E2}" dt="2020-12-28T14:50:48.026" v="16908"/>
          <ac:picMkLst>
            <pc:docMk/>
            <pc:sldMk cId="940779114" sldId="2076137274"/>
            <ac:picMk id="15" creationId="{35CB3D48-62E5-496D-976C-5C0D040F2CB2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49.291" v="16909"/>
        <pc:sldMkLst>
          <pc:docMk/>
          <pc:sldMk cId="3185381815" sldId="2076137275"/>
        </pc:sldMkLst>
        <pc:spChg chg="add mod">
          <ac:chgData name="Amilcar Jose Rodriguez Barrios" userId="efa7753a-59bf-44f0-ad53-c3388f48cff0" providerId="ADAL" clId="{2B0C0FD6-3820-41E9-897F-3AE7A25CB7E2}" dt="2020-12-28T14:04:56.365" v="16239" actId="20577"/>
          <ac:spMkLst>
            <pc:docMk/>
            <pc:sldMk cId="3185381815" sldId="2076137275"/>
            <ac:spMk id="6" creationId="{3441D645-D4FB-4D12-AF1B-01026C142CCB}"/>
          </ac:spMkLst>
        </pc:spChg>
        <pc:spChg chg="add">
          <ac:chgData name="Amilcar Jose Rodriguez Barrios" userId="efa7753a-59bf-44f0-ad53-c3388f48cff0" providerId="ADAL" clId="{2B0C0FD6-3820-41E9-897F-3AE7A25CB7E2}" dt="2020-12-28T14:04:39.888" v="16211"/>
          <ac:spMkLst>
            <pc:docMk/>
            <pc:sldMk cId="3185381815" sldId="2076137275"/>
            <ac:spMk id="7" creationId="{CF998121-2537-498E-BFE8-8067BB132B43}"/>
          </ac:spMkLst>
        </pc:spChg>
        <pc:spChg chg="add mod">
          <ac:chgData name="Amilcar Jose Rodriguez Barrios" userId="efa7753a-59bf-44f0-ad53-c3388f48cff0" providerId="ADAL" clId="{2B0C0FD6-3820-41E9-897F-3AE7A25CB7E2}" dt="2020-12-28T14:05:41.632" v="16257" actId="14100"/>
          <ac:spMkLst>
            <pc:docMk/>
            <pc:sldMk cId="3185381815" sldId="2076137275"/>
            <ac:spMk id="8" creationId="{BB4B7F72-30BD-4274-9B07-7D86B16EEC75}"/>
          </ac:spMkLst>
        </pc:spChg>
        <pc:spChg chg="add mod">
          <ac:chgData name="Amilcar Jose Rodriguez Barrios" userId="efa7753a-59bf-44f0-ad53-c3388f48cff0" providerId="ADAL" clId="{2B0C0FD6-3820-41E9-897F-3AE7A25CB7E2}" dt="2020-12-28T14:05:29.382" v="16255" actId="1036"/>
          <ac:spMkLst>
            <pc:docMk/>
            <pc:sldMk cId="3185381815" sldId="2076137275"/>
            <ac:spMk id="10" creationId="{B70F1213-6637-419D-BE46-00B0294F1E48}"/>
          </ac:spMkLst>
        </pc:spChg>
        <pc:spChg chg="add mod">
          <ac:chgData name="Amilcar Jose Rodriguez Barrios" userId="efa7753a-59bf-44f0-ad53-c3388f48cff0" providerId="ADAL" clId="{2B0C0FD6-3820-41E9-897F-3AE7A25CB7E2}" dt="2020-12-28T14:05:29.382" v="16255" actId="1036"/>
          <ac:spMkLst>
            <pc:docMk/>
            <pc:sldMk cId="3185381815" sldId="2076137275"/>
            <ac:spMk id="11" creationId="{D7B05464-A41B-4E4D-B848-86B7EC493652}"/>
          </ac:spMkLst>
        </pc:spChg>
        <pc:spChg chg="add mod">
          <ac:chgData name="Amilcar Jose Rodriguez Barrios" userId="efa7753a-59bf-44f0-ad53-c3388f48cff0" providerId="ADAL" clId="{2B0C0FD6-3820-41E9-897F-3AE7A25CB7E2}" dt="2020-12-28T14:05:29.382" v="16255" actId="1036"/>
          <ac:spMkLst>
            <pc:docMk/>
            <pc:sldMk cId="3185381815" sldId="2076137275"/>
            <ac:spMk id="12" creationId="{D703F128-DBE4-4FA4-BA20-F3CA33A1A2E1}"/>
          </ac:spMkLst>
        </pc:spChg>
        <pc:spChg chg="add del">
          <ac:chgData name="Amilcar Jose Rodriguez Barrios" userId="efa7753a-59bf-44f0-ad53-c3388f48cff0" providerId="ADAL" clId="{2B0C0FD6-3820-41E9-897F-3AE7A25CB7E2}" dt="2020-12-28T14:05:08.624" v="16241" actId="478"/>
          <ac:spMkLst>
            <pc:docMk/>
            <pc:sldMk cId="3185381815" sldId="2076137275"/>
            <ac:spMk id="13" creationId="{A94B1E70-F1FD-4A6C-92C3-DEBB7B57E5D6}"/>
          </ac:spMkLst>
        </pc:spChg>
        <pc:spChg chg="add mod">
          <ac:chgData name="Amilcar Jose Rodriguez Barrios" userId="efa7753a-59bf-44f0-ad53-c3388f48cff0" providerId="ADAL" clId="{2B0C0FD6-3820-41E9-897F-3AE7A25CB7E2}" dt="2020-12-28T14:23:17.664" v="16537" actId="1035"/>
          <ac:spMkLst>
            <pc:docMk/>
            <pc:sldMk cId="3185381815" sldId="2076137275"/>
            <ac:spMk id="14" creationId="{D80E97BE-6858-4276-873C-451F38499C64}"/>
          </ac:spMkLst>
        </pc:spChg>
        <pc:graphicFrameChg chg="add mod">
          <ac:chgData name="Amilcar Jose Rodriguez Barrios" userId="efa7753a-59bf-44f0-ad53-c3388f48cff0" providerId="ADAL" clId="{2B0C0FD6-3820-41E9-897F-3AE7A25CB7E2}" dt="2020-12-28T14:05:29.382" v="16255" actId="1036"/>
          <ac:graphicFrameMkLst>
            <pc:docMk/>
            <pc:sldMk cId="3185381815" sldId="2076137275"/>
            <ac:graphicFrameMk id="9" creationId="{C6AEA496-B223-429B-B993-9DFADB373FB0}"/>
          </ac:graphicFrameMkLst>
        </pc:graphicFrameChg>
        <pc:picChg chg="add">
          <ac:chgData name="Amilcar Jose Rodriguez Barrios" userId="efa7753a-59bf-44f0-ad53-c3388f48cff0" providerId="ADAL" clId="{2B0C0FD6-3820-41E9-897F-3AE7A25CB7E2}" dt="2020-12-28T14:23:14.603" v="16531"/>
          <ac:picMkLst>
            <pc:docMk/>
            <pc:sldMk cId="3185381815" sldId="2076137275"/>
            <ac:picMk id="15" creationId="{87CF36F2-33C5-4526-A338-77BA627B9861}"/>
          </ac:picMkLst>
        </pc:picChg>
        <pc:picChg chg="add">
          <ac:chgData name="Amilcar Jose Rodriguez Barrios" userId="efa7753a-59bf-44f0-ad53-c3388f48cff0" providerId="ADAL" clId="{2B0C0FD6-3820-41E9-897F-3AE7A25CB7E2}" dt="2020-12-28T14:50:49.291" v="16909"/>
          <ac:picMkLst>
            <pc:docMk/>
            <pc:sldMk cId="3185381815" sldId="2076137275"/>
            <ac:picMk id="16" creationId="{D3B9B1BD-5312-44E6-A4FD-BC9DAFCED938}"/>
          </ac:picMkLst>
        </pc:picChg>
      </pc:sldChg>
      <pc:sldChg chg="addSp modSp add del ord">
        <pc:chgData name="Amilcar Jose Rodriguez Barrios" userId="efa7753a-59bf-44f0-ad53-c3388f48cff0" providerId="ADAL" clId="{2B0C0FD6-3820-41E9-897F-3AE7A25CB7E2}" dt="2020-12-28T14:50:56.287" v="16913"/>
        <pc:sldMkLst>
          <pc:docMk/>
          <pc:sldMk cId="3356052213" sldId="2076137276"/>
        </pc:sldMkLst>
        <pc:spChg chg="add mod">
          <ac:chgData name="Amilcar Jose Rodriguez Barrios" userId="efa7753a-59bf-44f0-ad53-c3388f48cff0" providerId="ADAL" clId="{2B0C0FD6-3820-41E9-897F-3AE7A25CB7E2}" dt="2020-12-28T14:09:37.665" v="16379" actId="14100"/>
          <ac:spMkLst>
            <pc:docMk/>
            <pc:sldMk cId="3356052213" sldId="2076137276"/>
            <ac:spMk id="6" creationId="{8C3F164A-BBA1-4C0E-B7B0-A857FB5656A1}"/>
          </ac:spMkLst>
        </pc:spChg>
        <pc:spChg chg="add mod">
          <ac:chgData name="Amilcar Jose Rodriguez Barrios" userId="efa7753a-59bf-44f0-ad53-c3388f48cff0" providerId="ADAL" clId="{2B0C0FD6-3820-41E9-897F-3AE7A25CB7E2}" dt="2020-12-28T14:09:34.546" v="16378" actId="113"/>
          <ac:spMkLst>
            <pc:docMk/>
            <pc:sldMk cId="3356052213" sldId="2076137276"/>
            <ac:spMk id="7" creationId="{6BF8EC8C-96DF-49D6-B452-044566388D70}"/>
          </ac:spMkLst>
        </pc:spChg>
        <pc:spChg chg="add">
          <ac:chgData name="Amilcar Jose Rodriguez Barrios" userId="efa7753a-59bf-44f0-ad53-c3388f48cff0" providerId="ADAL" clId="{2B0C0FD6-3820-41E9-897F-3AE7A25CB7E2}" dt="2020-12-28T14:09:21.262" v="16338"/>
          <ac:spMkLst>
            <pc:docMk/>
            <pc:sldMk cId="3356052213" sldId="2076137276"/>
            <ac:spMk id="8" creationId="{30B51E2E-2ACD-4598-A336-F812798E3433}"/>
          </ac:spMkLst>
        </pc:spChg>
        <pc:picChg chg="add">
          <ac:chgData name="Amilcar Jose Rodriguez Barrios" userId="efa7753a-59bf-44f0-ad53-c3388f48cff0" providerId="ADAL" clId="{2B0C0FD6-3820-41E9-897F-3AE7A25CB7E2}" dt="2020-12-28T14:22:59.793" v="16525"/>
          <ac:picMkLst>
            <pc:docMk/>
            <pc:sldMk cId="3356052213" sldId="2076137276"/>
            <ac:picMk id="9" creationId="{5D68EAAB-50A3-4D94-AC56-8B64EE21E0D8}"/>
          </ac:picMkLst>
        </pc:picChg>
        <pc:picChg chg="add">
          <ac:chgData name="Amilcar Jose Rodriguez Barrios" userId="efa7753a-59bf-44f0-ad53-c3388f48cff0" providerId="ADAL" clId="{2B0C0FD6-3820-41E9-897F-3AE7A25CB7E2}" dt="2020-12-28T14:50:56.287" v="16913"/>
          <ac:picMkLst>
            <pc:docMk/>
            <pc:sldMk cId="3356052213" sldId="2076137276"/>
            <ac:picMk id="10" creationId="{3EE6A235-9C6B-4EE2-B411-0F52B458C654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57.046" v="16914"/>
        <pc:sldMkLst>
          <pc:docMk/>
          <pc:sldMk cId="1294671948" sldId="2076137277"/>
        </pc:sldMkLst>
        <pc:spChg chg="del">
          <ac:chgData name="Amilcar Jose Rodriguez Barrios" userId="efa7753a-59bf-44f0-ad53-c3388f48cff0" providerId="ADAL" clId="{2B0C0FD6-3820-41E9-897F-3AE7A25CB7E2}" dt="2020-12-28T14:09:45.307" v="16381" actId="478"/>
          <ac:spMkLst>
            <pc:docMk/>
            <pc:sldMk cId="1294671948" sldId="2076137277"/>
            <ac:spMk id="6" creationId="{8C3F164A-BBA1-4C0E-B7B0-A857FB5656A1}"/>
          </ac:spMkLst>
        </pc:spChg>
        <pc:spChg chg="mod">
          <ac:chgData name="Amilcar Jose Rodriguez Barrios" userId="efa7753a-59bf-44f0-ad53-c3388f48cff0" providerId="ADAL" clId="{2B0C0FD6-3820-41E9-897F-3AE7A25CB7E2}" dt="2020-12-28T14:09:49.410" v="16393" actId="20577"/>
          <ac:spMkLst>
            <pc:docMk/>
            <pc:sldMk cId="1294671948" sldId="2076137277"/>
            <ac:spMk id="7" creationId="{6BF8EC8C-96DF-49D6-B452-044566388D70}"/>
          </ac:spMkLst>
        </pc:spChg>
        <pc:spChg chg="add mod">
          <ac:chgData name="Amilcar Jose Rodriguez Barrios" userId="efa7753a-59bf-44f0-ad53-c3388f48cff0" providerId="ADAL" clId="{2B0C0FD6-3820-41E9-897F-3AE7A25CB7E2}" dt="2020-12-28T14:10:17.682" v="16399" actId="14100"/>
          <ac:spMkLst>
            <pc:docMk/>
            <pc:sldMk cId="1294671948" sldId="2076137277"/>
            <ac:spMk id="9" creationId="{1772F97B-B096-4C91-9032-2E68D5669D08}"/>
          </ac:spMkLst>
        </pc:spChg>
        <pc:spChg chg="add mod">
          <ac:chgData name="Amilcar Jose Rodriguez Barrios" userId="efa7753a-59bf-44f0-ad53-c3388f48cff0" providerId="ADAL" clId="{2B0C0FD6-3820-41E9-897F-3AE7A25CB7E2}" dt="2020-12-28T14:10:26.589" v="16401" actId="1076"/>
          <ac:spMkLst>
            <pc:docMk/>
            <pc:sldMk cId="1294671948" sldId="2076137277"/>
            <ac:spMk id="10" creationId="{950286D6-2434-470E-814B-3BD21016D1B4}"/>
          </ac:spMkLst>
        </pc:spChg>
        <pc:picChg chg="add">
          <ac:chgData name="Amilcar Jose Rodriguez Barrios" userId="efa7753a-59bf-44f0-ad53-c3388f48cff0" providerId="ADAL" clId="{2B0C0FD6-3820-41E9-897F-3AE7A25CB7E2}" dt="2020-12-28T14:22:58.485" v="16524"/>
          <ac:picMkLst>
            <pc:docMk/>
            <pc:sldMk cId="1294671948" sldId="2076137277"/>
            <ac:picMk id="11" creationId="{EB58E976-E9E1-4749-A199-740C060F844D}"/>
          </ac:picMkLst>
        </pc:picChg>
        <pc:picChg chg="add">
          <ac:chgData name="Amilcar Jose Rodriguez Barrios" userId="efa7753a-59bf-44f0-ad53-c3388f48cff0" providerId="ADAL" clId="{2B0C0FD6-3820-41E9-897F-3AE7A25CB7E2}" dt="2020-12-28T14:50:57.046" v="16914"/>
          <ac:picMkLst>
            <pc:docMk/>
            <pc:sldMk cId="1294671948" sldId="2076137277"/>
            <ac:picMk id="12" creationId="{234EFA20-3305-48DE-806D-87983DD71A28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59.234" v="16916"/>
        <pc:sldMkLst>
          <pc:docMk/>
          <pc:sldMk cId="1979945896" sldId="2076137278"/>
        </pc:sldMkLst>
        <pc:spChg chg="del">
          <ac:chgData name="Amilcar Jose Rodriguez Barrios" userId="efa7753a-59bf-44f0-ad53-c3388f48cff0" providerId="ADAL" clId="{2B0C0FD6-3820-41E9-897F-3AE7A25CB7E2}" dt="2020-12-28T14:12:53.032" v="16407" actId="478"/>
          <ac:spMkLst>
            <pc:docMk/>
            <pc:sldMk cId="1979945896" sldId="2076137278"/>
            <ac:spMk id="7" creationId="{6BF8EC8C-96DF-49D6-B452-044566388D70}"/>
          </ac:spMkLst>
        </pc:spChg>
        <pc:spChg chg="del mod">
          <ac:chgData name="Amilcar Jose Rodriguez Barrios" userId="efa7753a-59bf-44f0-ad53-c3388f48cff0" providerId="ADAL" clId="{2B0C0FD6-3820-41E9-897F-3AE7A25CB7E2}" dt="2020-12-28T14:12:50.144" v="16405" actId="478"/>
          <ac:spMkLst>
            <pc:docMk/>
            <pc:sldMk cId="1979945896" sldId="2076137278"/>
            <ac:spMk id="9" creationId="{1772F97B-B096-4C91-9032-2E68D5669D08}"/>
          </ac:spMkLst>
        </pc:spChg>
        <pc:spChg chg="del">
          <ac:chgData name="Amilcar Jose Rodriguez Barrios" userId="efa7753a-59bf-44f0-ad53-c3388f48cff0" providerId="ADAL" clId="{2B0C0FD6-3820-41E9-897F-3AE7A25CB7E2}" dt="2020-12-28T14:12:51.500" v="16406" actId="478"/>
          <ac:spMkLst>
            <pc:docMk/>
            <pc:sldMk cId="1979945896" sldId="2076137278"/>
            <ac:spMk id="10" creationId="{950286D6-2434-470E-814B-3BD21016D1B4}"/>
          </ac:spMkLst>
        </pc:spChg>
        <pc:spChg chg="add mod">
          <ac:chgData name="Amilcar Jose Rodriguez Barrios" userId="efa7753a-59bf-44f0-ad53-c3388f48cff0" providerId="ADAL" clId="{2B0C0FD6-3820-41E9-897F-3AE7A25CB7E2}" dt="2020-12-28T14:13:10.746" v="16410" actId="255"/>
          <ac:spMkLst>
            <pc:docMk/>
            <pc:sldMk cId="1979945896" sldId="2076137278"/>
            <ac:spMk id="11" creationId="{582C81EB-876C-4FE3-920E-499CC9CFE8F0}"/>
          </ac:spMkLst>
        </pc:spChg>
        <pc:spChg chg="add">
          <ac:chgData name="Amilcar Jose Rodriguez Barrios" userId="efa7753a-59bf-44f0-ad53-c3388f48cff0" providerId="ADAL" clId="{2B0C0FD6-3820-41E9-897F-3AE7A25CB7E2}" dt="2020-12-28T14:13:15.398" v="16411"/>
          <ac:spMkLst>
            <pc:docMk/>
            <pc:sldMk cId="1979945896" sldId="2076137278"/>
            <ac:spMk id="12" creationId="{2D1F1C13-1DFD-4A21-91AD-7AB63BE46F83}"/>
          </ac:spMkLst>
        </pc:spChg>
        <pc:picChg chg="add del">
          <ac:chgData name="Amilcar Jose Rodriguez Barrios" userId="efa7753a-59bf-44f0-ad53-c3388f48cff0" providerId="ADAL" clId="{2B0C0FD6-3820-41E9-897F-3AE7A25CB7E2}" dt="2020-12-28T14:50:59.234" v="16916"/>
          <ac:picMkLst>
            <pc:docMk/>
            <pc:sldMk cId="1979945896" sldId="2076137278"/>
            <ac:picMk id="10" creationId="{41EB29D3-BDCF-44C2-AE87-A3854E410632}"/>
          </ac:picMkLst>
        </pc:picChg>
        <pc:picChg chg="add">
          <ac:chgData name="Amilcar Jose Rodriguez Barrios" userId="efa7753a-59bf-44f0-ad53-c3388f48cff0" providerId="ADAL" clId="{2B0C0FD6-3820-41E9-897F-3AE7A25CB7E2}" dt="2020-12-28T14:22:56.996" v="16523"/>
          <ac:picMkLst>
            <pc:docMk/>
            <pc:sldMk cId="1979945896" sldId="2076137278"/>
            <ac:picMk id="13" creationId="{88E37F1C-1E07-4D2B-A3A8-359C3E5972E4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55.936" v="16522"/>
        <pc:sldMkLst>
          <pc:docMk/>
          <pc:sldMk cId="1283471693" sldId="2076137279"/>
        </pc:sldMkLst>
        <pc:spChg chg="add del">
          <ac:chgData name="Amilcar Jose Rodriguez Barrios" userId="efa7753a-59bf-44f0-ad53-c3388f48cff0" providerId="ADAL" clId="{2B0C0FD6-3820-41E9-897F-3AE7A25CB7E2}" dt="2020-12-28T14:15:11.232" v="16423" actId="478"/>
          <ac:spMkLst>
            <pc:docMk/>
            <pc:sldMk cId="1283471693" sldId="2076137279"/>
            <ac:spMk id="9" creationId="{B9F8F591-D16A-465A-876C-CF0E3309EBE7}"/>
          </ac:spMkLst>
        </pc:spChg>
        <pc:spChg chg="add">
          <ac:chgData name="Amilcar Jose Rodriguez Barrios" userId="efa7753a-59bf-44f0-ad53-c3388f48cff0" providerId="ADAL" clId="{2B0C0FD6-3820-41E9-897F-3AE7A25CB7E2}" dt="2020-12-28T14:15:08.581" v="16422"/>
          <ac:spMkLst>
            <pc:docMk/>
            <pc:sldMk cId="1283471693" sldId="2076137279"/>
            <ac:spMk id="10" creationId="{FD811935-637F-4390-8158-0AB93C965A0C}"/>
          </ac:spMkLst>
        </pc:spChg>
        <pc:spChg chg="del">
          <ac:chgData name="Amilcar Jose Rodriguez Barrios" userId="efa7753a-59bf-44f0-ad53-c3388f48cff0" providerId="ADAL" clId="{2B0C0FD6-3820-41E9-897F-3AE7A25CB7E2}" dt="2020-12-28T14:14:07.608" v="16417" actId="478"/>
          <ac:spMkLst>
            <pc:docMk/>
            <pc:sldMk cId="1283471693" sldId="2076137279"/>
            <ac:spMk id="11" creationId="{582C81EB-876C-4FE3-920E-499CC9CFE8F0}"/>
          </ac:spMkLst>
        </pc:spChg>
        <pc:spChg chg="del">
          <ac:chgData name="Amilcar Jose Rodriguez Barrios" userId="efa7753a-59bf-44f0-ad53-c3388f48cff0" providerId="ADAL" clId="{2B0C0FD6-3820-41E9-897F-3AE7A25CB7E2}" dt="2020-12-28T14:14:00.069" v="16416" actId="478"/>
          <ac:spMkLst>
            <pc:docMk/>
            <pc:sldMk cId="1283471693" sldId="2076137279"/>
            <ac:spMk id="12" creationId="{2D1F1C13-1DFD-4A21-91AD-7AB63BE46F83}"/>
          </ac:spMkLst>
        </pc:spChg>
        <pc:spChg chg="add mod">
          <ac:chgData name="Amilcar Jose Rodriguez Barrios" userId="efa7753a-59bf-44f0-ad53-c3388f48cff0" providerId="ADAL" clId="{2B0C0FD6-3820-41E9-897F-3AE7A25CB7E2}" dt="2020-12-28T14:15:28.750" v="16447" actId="20577"/>
          <ac:spMkLst>
            <pc:docMk/>
            <pc:sldMk cId="1283471693" sldId="2076137279"/>
            <ac:spMk id="103" creationId="{72E8CB17-978E-4D8A-9F86-8BE38935FF1F}"/>
          </ac:spMkLst>
        </pc:spChg>
        <pc:grpChg chg="add">
          <ac:chgData name="Amilcar Jose Rodriguez Barrios" userId="efa7753a-59bf-44f0-ad53-c3388f48cff0" providerId="ADAL" clId="{2B0C0FD6-3820-41E9-897F-3AE7A25CB7E2}" dt="2020-12-28T14:15:08.581" v="16422"/>
          <ac:grpSpMkLst>
            <pc:docMk/>
            <pc:sldMk cId="1283471693" sldId="2076137279"/>
            <ac:grpSpMk id="13" creationId="{77A5B84D-15D4-4DEF-A91A-8265136B7BF3}"/>
          </ac:grpSpMkLst>
        </pc:grpChg>
        <pc:picChg chg="add del">
          <ac:chgData name="Amilcar Jose Rodriguez Barrios" userId="efa7753a-59bf-44f0-ad53-c3388f48cff0" providerId="ADAL" clId="{2B0C0FD6-3820-41E9-897F-3AE7A25CB7E2}" dt="2020-12-28T14:22:55.936" v="16522"/>
          <ac:picMkLst>
            <pc:docMk/>
            <pc:sldMk cId="1283471693" sldId="2076137279"/>
            <ac:picMk id="104" creationId="{146038F2-EBD5-49B4-935D-1EDBC741206A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51.870" v="16520"/>
        <pc:sldMkLst>
          <pc:docMk/>
          <pc:sldMk cId="638788729" sldId="2076137280"/>
        </pc:sldMkLst>
        <pc:spChg chg="add del mod">
          <ac:chgData name="Amilcar Jose Rodriguez Barrios" userId="efa7753a-59bf-44f0-ad53-c3388f48cff0" providerId="ADAL" clId="{2B0C0FD6-3820-41E9-897F-3AE7A25CB7E2}" dt="2020-12-28T14:15:25.945" v="16436"/>
          <ac:spMkLst>
            <pc:docMk/>
            <pc:sldMk cId="638788729" sldId="2076137280"/>
            <ac:spMk id="7" creationId="{659A08BF-5889-4F5A-A9F3-6EFB3426B5F6}"/>
          </ac:spMkLst>
        </pc:spChg>
        <pc:spChg chg="add del">
          <ac:chgData name="Amilcar Jose Rodriguez Barrios" userId="efa7753a-59bf-44f0-ad53-c3388f48cff0" providerId="ADAL" clId="{2B0C0FD6-3820-41E9-897F-3AE7A25CB7E2}" dt="2020-12-28T14:15:40.555" v="16450" actId="478"/>
          <ac:spMkLst>
            <pc:docMk/>
            <pc:sldMk cId="638788729" sldId="2076137280"/>
            <ac:spMk id="9" creationId="{142B64CD-0A0C-48D4-94C3-BC1B6DF7D1BD}"/>
          </ac:spMkLst>
        </pc:spChg>
        <pc:spChg chg="add del">
          <ac:chgData name="Amilcar Jose Rodriguez Barrios" userId="efa7753a-59bf-44f0-ad53-c3388f48cff0" providerId="ADAL" clId="{2B0C0FD6-3820-41E9-897F-3AE7A25CB7E2}" dt="2020-12-28T14:15:44.288" v="16451" actId="478"/>
          <ac:spMkLst>
            <pc:docMk/>
            <pc:sldMk cId="638788729" sldId="2076137280"/>
            <ac:spMk id="10" creationId="{F9D05166-8576-45AA-80E0-FB663070C375}"/>
          </ac:spMkLst>
        </pc:spChg>
        <pc:spChg chg="add">
          <ac:chgData name="Amilcar Jose Rodriguez Barrios" userId="efa7753a-59bf-44f0-ad53-c3388f48cff0" providerId="ADAL" clId="{2B0C0FD6-3820-41E9-897F-3AE7A25CB7E2}" dt="2020-12-28T14:15:38.841" v="16449"/>
          <ac:spMkLst>
            <pc:docMk/>
            <pc:sldMk cId="638788729" sldId="2076137280"/>
            <ac:spMk id="11" creationId="{515053DB-D1D5-4265-BB7B-E5365D73051D}"/>
          </ac:spMkLst>
        </pc:spChg>
        <pc:spChg chg="add mod">
          <ac:chgData name="Amilcar Jose Rodriguez Barrios" userId="efa7753a-59bf-44f0-ad53-c3388f48cff0" providerId="ADAL" clId="{2B0C0FD6-3820-41E9-897F-3AE7A25CB7E2}" dt="2020-12-28T14:16:02.589" v="16454" actId="255"/>
          <ac:spMkLst>
            <pc:docMk/>
            <pc:sldMk cId="638788729" sldId="2076137280"/>
            <ac:spMk id="48" creationId="{C6121241-1530-40EA-AEBA-C4D28CBD629B}"/>
          </ac:spMkLst>
        </pc:spChg>
        <pc:grpChg chg="add">
          <ac:chgData name="Amilcar Jose Rodriguez Barrios" userId="efa7753a-59bf-44f0-ad53-c3388f48cff0" providerId="ADAL" clId="{2B0C0FD6-3820-41E9-897F-3AE7A25CB7E2}" dt="2020-12-28T14:15:38.841" v="16449"/>
          <ac:grpSpMkLst>
            <pc:docMk/>
            <pc:sldMk cId="638788729" sldId="2076137280"/>
            <ac:grpSpMk id="12" creationId="{D1CC76D6-3E52-4989-868F-8F023F64C66A}"/>
          </ac:grpSpMkLst>
        </pc:grpChg>
        <pc:picChg chg="add">
          <ac:chgData name="Amilcar Jose Rodriguez Barrios" userId="efa7753a-59bf-44f0-ad53-c3388f48cff0" providerId="ADAL" clId="{2B0C0FD6-3820-41E9-897F-3AE7A25CB7E2}" dt="2020-12-28T14:22:51.870" v="16520"/>
          <ac:picMkLst>
            <pc:docMk/>
            <pc:sldMk cId="638788729" sldId="2076137280"/>
            <ac:picMk id="49" creationId="{111E2C6F-1115-45FE-9E21-94F3B2D09A8F}"/>
          </ac:picMkLst>
        </pc:picChg>
      </pc:sldChg>
      <pc:sldChg chg="addSp delSp modSp add modAnim">
        <pc:chgData name="Amilcar Jose Rodriguez Barrios" userId="efa7753a-59bf-44f0-ad53-c3388f48cff0" providerId="ADAL" clId="{2B0C0FD6-3820-41E9-897F-3AE7A25CB7E2}" dt="2020-12-28T14:22:48.625" v="16519" actId="1035"/>
        <pc:sldMkLst>
          <pc:docMk/>
          <pc:sldMk cId="2731696968" sldId="2076137281"/>
        </pc:sldMkLst>
        <pc:spChg chg="add del">
          <ac:chgData name="Amilcar Jose Rodriguez Barrios" userId="efa7753a-59bf-44f0-ad53-c3388f48cff0" providerId="ADAL" clId="{2B0C0FD6-3820-41E9-897F-3AE7A25CB7E2}" dt="2020-12-28T14:16:27.344" v="16457" actId="478"/>
          <ac:spMkLst>
            <pc:docMk/>
            <pc:sldMk cId="2731696968" sldId="2076137281"/>
            <ac:spMk id="77" creationId="{F8477CB9-8483-44F4-A1BB-030AB840684B}"/>
          </ac:spMkLst>
        </pc:spChg>
        <pc:spChg chg="add mod">
          <ac:chgData name="Amilcar Jose Rodriguez Barrios" userId="efa7753a-59bf-44f0-ad53-c3388f48cff0" providerId="ADAL" clId="{2B0C0FD6-3820-41E9-897F-3AE7A25CB7E2}" dt="2020-12-28T14:16:44.290" v="16460" actId="108"/>
          <ac:spMkLst>
            <pc:docMk/>
            <pc:sldMk cId="2731696968" sldId="2076137281"/>
            <ac:spMk id="102" creationId="{A79D8E6C-2845-4C73-9C2F-2942471EE9C6}"/>
          </ac:spMkLst>
        </pc:spChg>
        <pc:grpChg chg="add mod">
          <ac:chgData name="Amilcar Jose Rodriguez Barrios" userId="efa7753a-59bf-44f0-ad53-c3388f48cff0" providerId="ADAL" clId="{2B0C0FD6-3820-41E9-897F-3AE7A25CB7E2}" dt="2020-12-28T14:22:48.625" v="16519" actId="1035"/>
          <ac:grpSpMkLst>
            <pc:docMk/>
            <pc:sldMk cId="2731696968" sldId="2076137281"/>
            <ac:grpSpMk id="7" creationId="{2F2A0C1B-BEB3-4F03-AE98-1D8260CAB678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78" creationId="{E282DB0E-BBD9-4292-B165-193A419E0D30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82" creationId="{BFB2AF79-0C33-492B-88A8-FACD083AC979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86" creationId="{1E4E192B-C194-436F-A377-613BF33BCF3A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90" creationId="{E2A9F302-D8ED-44FD-8CFD-3B4A41AA1E7B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94" creationId="{D271AE8C-A639-4173-B030-CC4A26B80EA7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98" creationId="{040097C9-6B47-4C09-8F7C-F83423704DC3}"/>
          </ac:grpSpMkLst>
        </pc:grpChg>
        <pc:picChg chg="add">
          <ac:chgData name="Amilcar Jose Rodriguez Barrios" userId="efa7753a-59bf-44f0-ad53-c3388f48cff0" providerId="ADAL" clId="{2B0C0FD6-3820-41E9-897F-3AE7A25CB7E2}" dt="2020-12-28T14:22:35.110" v="16499"/>
          <ac:picMkLst>
            <pc:docMk/>
            <pc:sldMk cId="2731696968" sldId="2076137281"/>
            <ac:picMk id="103" creationId="{CDBBFBD8-9C40-41E0-A20F-7F4890F5D7CF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16.222" v="16498"/>
        <pc:sldMkLst>
          <pc:docMk/>
          <pc:sldMk cId="2823103561" sldId="2076137282"/>
        </pc:sldMkLst>
        <pc:spChg chg="add del">
          <ac:chgData name="Amilcar Jose Rodriguez Barrios" userId="efa7753a-59bf-44f0-ad53-c3388f48cff0" providerId="ADAL" clId="{2B0C0FD6-3820-41E9-897F-3AE7A25CB7E2}" dt="2020-12-28T14:19:20.208" v="16464" actId="478"/>
          <ac:spMkLst>
            <pc:docMk/>
            <pc:sldMk cId="2823103561" sldId="2076137282"/>
            <ac:spMk id="7" creationId="{59B6A934-747C-4EBE-8DBC-F35DF5468A66}"/>
          </ac:spMkLst>
        </pc:spChg>
        <pc:spChg chg="add">
          <ac:chgData name="Amilcar Jose Rodriguez Barrios" userId="efa7753a-59bf-44f0-ad53-c3388f48cff0" providerId="ADAL" clId="{2B0C0FD6-3820-41E9-897F-3AE7A25CB7E2}" dt="2020-12-28T14:18:40.578" v="16463"/>
          <ac:spMkLst>
            <pc:docMk/>
            <pc:sldMk cId="2823103561" sldId="2076137282"/>
            <ac:spMk id="9" creationId="{6C2F6AEC-309E-429A-B236-1B1F23BAC97B}"/>
          </ac:spMkLst>
        </pc:spChg>
        <pc:spChg chg="add mod">
          <ac:chgData name="Amilcar Jose Rodriguez Barrios" userId="efa7753a-59bf-44f0-ad53-c3388f48cff0" providerId="ADAL" clId="{2B0C0FD6-3820-41E9-897F-3AE7A25CB7E2}" dt="2020-12-28T14:19:35.950" v="16468" actId="108"/>
          <ac:spMkLst>
            <pc:docMk/>
            <pc:sldMk cId="2823103561" sldId="2076137282"/>
            <ac:spMk id="23" creationId="{2BA98D55-A114-4221-9B8F-905259914E47}"/>
          </ac:spMkLst>
        </pc:spChg>
        <pc:grpChg chg="add">
          <ac:chgData name="Amilcar Jose Rodriguez Barrios" userId="efa7753a-59bf-44f0-ad53-c3388f48cff0" providerId="ADAL" clId="{2B0C0FD6-3820-41E9-897F-3AE7A25CB7E2}" dt="2020-12-28T14:18:40.578" v="16463"/>
          <ac:grpSpMkLst>
            <pc:docMk/>
            <pc:sldMk cId="2823103561" sldId="2076137282"/>
            <ac:grpSpMk id="10" creationId="{562CEF0A-2985-4B06-866D-ED22DB0E6DD3}"/>
          </ac:grpSpMkLst>
        </pc:grpChg>
        <pc:picChg chg="add">
          <ac:chgData name="Amilcar Jose Rodriguez Barrios" userId="efa7753a-59bf-44f0-ad53-c3388f48cff0" providerId="ADAL" clId="{2B0C0FD6-3820-41E9-897F-3AE7A25CB7E2}" dt="2020-12-28T14:22:16.222" v="16498"/>
          <ac:picMkLst>
            <pc:docMk/>
            <pc:sldMk cId="2823103561" sldId="2076137282"/>
            <ac:picMk id="24" creationId="{8CE8AA4D-4C6A-4996-BFA5-4F34BB471369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14.818" v="16497"/>
        <pc:sldMkLst>
          <pc:docMk/>
          <pc:sldMk cId="3312520844" sldId="2076137283"/>
        </pc:sldMkLst>
        <pc:spChg chg="add del">
          <ac:chgData name="Amilcar Jose Rodriguez Barrios" userId="efa7753a-59bf-44f0-ad53-c3388f48cff0" providerId="ADAL" clId="{2B0C0FD6-3820-41E9-897F-3AE7A25CB7E2}" dt="2020-12-28T14:19:46.387" v="16471" actId="478"/>
          <ac:spMkLst>
            <pc:docMk/>
            <pc:sldMk cId="3312520844" sldId="2076137283"/>
            <ac:spMk id="7" creationId="{364A3A5F-AD11-4CE5-BD06-D53480F37A1B}"/>
          </ac:spMkLst>
        </pc:spChg>
        <pc:spChg chg="add">
          <ac:chgData name="Amilcar Jose Rodriguez Barrios" userId="efa7753a-59bf-44f0-ad53-c3388f48cff0" providerId="ADAL" clId="{2B0C0FD6-3820-41E9-897F-3AE7A25CB7E2}" dt="2020-12-28T14:19:43.305" v="16470"/>
          <ac:spMkLst>
            <pc:docMk/>
            <pc:sldMk cId="3312520844" sldId="2076137283"/>
            <ac:spMk id="9" creationId="{C7E99D54-C954-4555-A240-BF2324991A8C}"/>
          </ac:spMkLst>
        </pc:spChg>
        <pc:spChg chg="add mod">
          <ac:chgData name="Amilcar Jose Rodriguez Barrios" userId="efa7753a-59bf-44f0-ad53-c3388f48cff0" providerId="ADAL" clId="{2B0C0FD6-3820-41E9-897F-3AE7A25CB7E2}" dt="2020-12-28T14:20:03.503" v="16474" actId="108"/>
          <ac:spMkLst>
            <pc:docMk/>
            <pc:sldMk cId="3312520844" sldId="2076137283"/>
            <ac:spMk id="10" creationId="{B9F58129-C239-404D-AC9C-40C6F426E7DF}"/>
          </ac:spMkLst>
        </pc:spChg>
        <pc:picChg chg="add">
          <ac:chgData name="Amilcar Jose Rodriguez Barrios" userId="efa7753a-59bf-44f0-ad53-c3388f48cff0" providerId="ADAL" clId="{2B0C0FD6-3820-41E9-897F-3AE7A25CB7E2}" dt="2020-12-28T14:22:14.818" v="16497"/>
          <ac:picMkLst>
            <pc:docMk/>
            <pc:sldMk cId="3312520844" sldId="2076137283"/>
            <ac:picMk id="11" creationId="{2E483C94-82D8-4E38-A26B-219B2DE46342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12.449" v="16496"/>
        <pc:sldMkLst>
          <pc:docMk/>
          <pc:sldMk cId="3786660443" sldId="2076137284"/>
        </pc:sldMkLst>
        <pc:spChg chg="add">
          <ac:chgData name="Amilcar Jose Rodriguez Barrios" userId="efa7753a-59bf-44f0-ad53-c3388f48cff0" providerId="ADAL" clId="{2B0C0FD6-3820-41E9-897F-3AE7A25CB7E2}" dt="2020-12-28T14:20:15.719" v="16479"/>
          <ac:spMkLst>
            <pc:docMk/>
            <pc:sldMk cId="3786660443" sldId="2076137284"/>
            <ac:spMk id="7" creationId="{69622E39-F346-4CF6-9B2B-12F54573D93D}"/>
          </ac:spMkLst>
        </pc:spChg>
        <pc:spChg chg="add">
          <ac:chgData name="Amilcar Jose Rodriguez Barrios" userId="efa7753a-59bf-44f0-ad53-c3388f48cff0" providerId="ADAL" clId="{2B0C0FD6-3820-41E9-897F-3AE7A25CB7E2}" dt="2020-12-28T14:20:15.719" v="16479"/>
          <ac:spMkLst>
            <pc:docMk/>
            <pc:sldMk cId="3786660443" sldId="2076137284"/>
            <ac:spMk id="9" creationId="{1488C5A5-6FC6-4030-A2F5-A09014D72959}"/>
          </ac:spMkLst>
        </pc:spChg>
        <pc:spChg chg="add">
          <ac:chgData name="Amilcar Jose Rodriguez Barrios" userId="efa7753a-59bf-44f0-ad53-c3388f48cff0" providerId="ADAL" clId="{2B0C0FD6-3820-41E9-897F-3AE7A25CB7E2}" dt="2020-12-28T14:20:15.719" v="16479"/>
          <ac:spMkLst>
            <pc:docMk/>
            <pc:sldMk cId="3786660443" sldId="2076137284"/>
            <ac:spMk id="10" creationId="{3EA1F75E-13C3-4527-97E7-6BC059594DF7}"/>
          </ac:spMkLst>
        </pc:spChg>
        <pc:spChg chg="add del">
          <ac:chgData name="Amilcar Jose Rodriguez Barrios" userId="efa7753a-59bf-44f0-ad53-c3388f48cff0" providerId="ADAL" clId="{2B0C0FD6-3820-41E9-897F-3AE7A25CB7E2}" dt="2020-12-28T14:20:23.935" v="16480" actId="478"/>
          <ac:spMkLst>
            <pc:docMk/>
            <pc:sldMk cId="3786660443" sldId="2076137284"/>
            <ac:spMk id="40" creationId="{33AC0937-641F-4BBB-A917-CF114DB49380}"/>
          </ac:spMkLst>
        </pc:spChg>
        <pc:spChg chg="add mod">
          <ac:chgData name="Amilcar Jose Rodriguez Barrios" userId="efa7753a-59bf-44f0-ad53-c3388f48cff0" providerId="ADAL" clId="{2B0C0FD6-3820-41E9-897F-3AE7A25CB7E2}" dt="2020-12-28T14:20:45.390" v="16483" actId="108"/>
          <ac:spMkLst>
            <pc:docMk/>
            <pc:sldMk cId="3786660443" sldId="2076137284"/>
            <ac:spMk id="41" creationId="{D49B76E1-6F71-4F30-951A-E627B28CC2CD}"/>
          </ac:spMkLst>
        </pc:spChg>
        <pc:grpChg chg="add">
          <ac:chgData name="Amilcar Jose Rodriguez Barrios" userId="efa7753a-59bf-44f0-ad53-c3388f48cff0" providerId="ADAL" clId="{2B0C0FD6-3820-41E9-897F-3AE7A25CB7E2}" dt="2020-12-28T14:20:15.719" v="16479"/>
          <ac:grpSpMkLst>
            <pc:docMk/>
            <pc:sldMk cId="3786660443" sldId="2076137284"/>
            <ac:grpSpMk id="11" creationId="{87E62526-184D-41DE-988B-26C76FD1C1C5}"/>
          </ac:grpSpMkLst>
        </pc:grpChg>
        <pc:picChg chg="add">
          <ac:chgData name="Amilcar Jose Rodriguez Barrios" userId="efa7753a-59bf-44f0-ad53-c3388f48cff0" providerId="ADAL" clId="{2B0C0FD6-3820-41E9-897F-3AE7A25CB7E2}" dt="2020-12-28T14:22:12.449" v="16496"/>
          <ac:picMkLst>
            <pc:docMk/>
            <pc:sldMk cId="3786660443" sldId="2076137284"/>
            <ac:picMk id="42" creationId="{0E46B935-9AD1-432C-80D1-F807FF6C72F7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22:10.830" v="16495" actId="1076"/>
        <pc:sldMkLst>
          <pc:docMk/>
          <pc:sldMk cId="2245353170" sldId="2076137285"/>
        </pc:sldMkLst>
        <pc:spChg chg="add mod">
          <ac:chgData name="Amilcar Jose Rodriguez Barrios" userId="efa7753a-59bf-44f0-ad53-c3388f48cff0" providerId="ADAL" clId="{2B0C0FD6-3820-41E9-897F-3AE7A25CB7E2}" dt="2020-12-28T14:21:26.857" v="16489" actId="108"/>
          <ac:spMkLst>
            <pc:docMk/>
            <pc:sldMk cId="2245353170" sldId="2076137285"/>
            <ac:spMk id="7" creationId="{ABA0964D-DFF9-424B-B34B-8487353BFA1C}"/>
          </ac:spMkLst>
        </pc:spChg>
        <pc:spChg chg="add mod">
          <ac:chgData name="Amilcar Jose Rodriguez Barrios" userId="efa7753a-59bf-44f0-ad53-c3388f48cff0" providerId="ADAL" clId="{2B0C0FD6-3820-41E9-897F-3AE7A25CB7E2}" dt="2020-12-28T14:21:49.575" v="16492" actId="255"/>
          <ac:spMkLst>
            <pc:docMk/>
            <pc:sldMk cId="2245353170" sldId="2076137285"/>
            <ac:spMk id="9" creationId="{3B374694-6C7B-48DF-ABF4-0EC5FFCB2D81}"/>
          </ac:spMkLst>
        </pc:spChg>
        <pc:picChg chg="add mod">
          <ac:chgData name="Amilcar Jose Rodriguez Barrios" userId="efa7753a-59bf-44f0-ad53-c3388f48cff0" providerId="ADAL" clId="{2B0C0FD6-3820-41E9-897F-3AE7A25CB7E2}" dt="2020-12-28T14:22:10.830" v="16495" actId="1076"/>
          <ac:picMkLst>
            <pc:docMk/>
            <pc:sldMk cId="2245353170" sldId="2076137285"/>
            <ac:picMk id="10" creationId="{1A4FE3B1-C417-4FE0-BD7A-12606D860AEA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8:13.913" v="16689"/>
        <pc:sldMkLst>
          <pc:docMk/>
          <pc:sldMk cId="140838166" sldId="2076137286"/>
        </pc:sldMkLst>
        <pc:spChg chg="del">
          <ac:chgData name="Amilcar Jose Rodriguez Barrios" userId="efa7753a-59bf-44f0-ad53-c3388f48cff0" providerId="ADAL" clId="{2B0C0FD6-3820-41E9-897F-3AE7A25CB7E2}" dt="2020-12-28T14:28:10.014" v="16687" actId="478"/>
          <ac:spMkLst>
            <pc:docMk/>
            <pc:sldMk cId="140838166" sldId="2076137286"/>
            <ac:spMk id="12" creationId="{028944C4-4F6F-4F34-8382-32388F488AFE}"/>
          </ac:spMkLst>
        </pc:spChg>
        <pc:spChg chg="add mod">
          <ac:chgData name="Amilcar Jose Rodriguez Barrios" userId="efa7753a-59bf-44f0-ad53-c3388f48cff0" providerId="ADAL" clId="{2B0C0FD6-3820-41E9-897F-3AE7A25CB7E2}" dt="2020-12-28T14:28:05.250" v="16685" actId="1038"/>
          <ac:spMkLst>
            <pc:docMk/>
            <pc:sldMk cId="140838166" sldId="2076137286"/>
            <ac:spMk id="13" creationId="{7F05DCBC-2FF7-4124-BEF0-24EACFFB5DE8}"/>
          </ac:spMkLst>
        </pc:spChg>
        <pc:spChg chg="add">
          <ac:chgData name="Amilcar Jose Rodriguez Barrios" userId="efa7753a-59bf-44f0-ad53-c3388f48cff0" providerId="ADAL" clId="{2B0C0FD6-3820-41E9-897F-3AE7A25CB7E2}" dt="2020-12-28T14:28:13.913" v="16689"/>
          <ac:spMkLst>
            <pc:docMk/>
            <pc:sldMk cId="140838166" sldId="2076137286"/>
            <ac:spMk id="14" creationId="{A9BABF17-68EA-4485-A0BC-DED5831908CD}"/>
          </ac:spMkLst>
        </pc:spChg>
        <pc:spChg chg="del">
          <ac:chgData name="Amilcar Jose Rodriguez Barrios" userId="efa7753a-59bf-44f0-ad53-c3388f48cff0" providerId="ADAL" clId="{2B0C0FD6-3820-41E9-897F-3AE7A25CB7E2}" dt="2020-12-28T14:28:11.313" v="16688" actId="478"/>
          <ac:spMkLst>
            <pc:docMk/>
            <pc:sldMk cId="140838166" sldId="2076137286"/>
            <ac:spMk id="16" creationId="{F2ABEFA2-F340-4448-8317-4E757834B2B7}"/>
          </ac:spMkLst>
        </pc:spChg>
        <pc:spChg chg="del">
          <ac:chgData name="Amilcar Jose Rodriguez Barrios" userId="efa7753a-59bf-44f0-ad53-c3388f48cff0" providerId="ADAL" clId="{2B0C0FD6-3820-41E9-897F-3AE7A25CB7E2}" dt="2020-12-28T14:28:02.824" v="16678" actId="478"/>
          <ac:spMkLst>
            <pc:docMk/>
            <pc:sldMk cId="140838166" sldId="2076137286"/>
            <ac:spMk id="21" creationId="{130AD15D-B7C8-4AED-A2A2-884EB66425AB}"/>
          </ac:spMkLst>
        </pc:spChg>
        <pc:graphicFrameChg chg="del">
          <ac:chgData name="Amilcar Jose Rodriguez Barrios" userId="efa7753a-59bf-44f0-ad53-c3388f48cff0" providerId="ADAL" clId="{2B0C0FD6-3820-41E9-897F-3AE7A25CB7E2}" dt="2020-12-28T14:28:09.080" v="16686" actId="478"/>
          <ac:graphicFrameMkLst>
            <pc:docMk/>
            <pc:sldMk cId="140838166" sldId="2076137286"/>
            <ac:graphicFrameMk id="22" creationId="{1A6BB4DE-2922-4067-9AC3-81C04F8E3F7C}"/>
          </ac:graphicFrameMkLst>
        </pc:graphicFrameChg>
      </pc:sldChg>
      <pc:sldChg chg="addSp delSp add del">
        <pc:chgData name="Amilcar Jose Rodriguez Barrios" userId="efa7753a-59bf-44f0-ad53-c3388f48cff0" providerId="ADAL" clId="{2B0C0FD6-3820-41E9-897F-3AE7A25CB7E2}" dt="2020-12-28T14:24:45.200" v="16597" actId="2696"/>
        <pc:sldMkLst>
          <pc:docMk/>
          <pc:sldMk cId="1191441893" sldId="2076137286"/>
        </pc:sldMkLst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7" creationId="{725217B2-028A-495F-A34C-C3C1955FA2E8}"/>
          </ac:spMkLst>
        </pc:spChg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9" creationId="{64DCF7E4-EE5B-4D6A-9943-A5F1CA57B8D8}"/>
          </ac:spMkLst>
        </pc:spChg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10" creationId="{BF0A64EC-5CCF-4FFD-A9D5-0FCE11A254D9}"/>
          </ac:spMkLst>
        </pc:spChg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13" creationId="{36537A24-0056-47F6-B156-9DFABE88CB5E}"/>
          </ac:spMkLst>
        </pc:spChg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15" creationId="{26043E31-5527-4897-A4F9-C7F2FA1CAD80}"/>
          </ac:spMkLst>
        </pc:spChg>
        <pc:spChg chg="add del">
          <ac:chgData name="Amilcar Jose Rodriguez Barrios" userId="efa7753a-59bf-44f0-ad53-c3388f48cff0" providerId="ADAL" clId="{2B0C0FD6-3820-41E9-897F-3AE7A25CB7E2}" dt="2020-12-28T14:24:39.496" v="16595" actId="478"/>
          <ac:spMkLst>
            <pc:docMk/>
            <pc:sldMk cId="1191441893" sldId="2076137286"/>
            <ac:spMk id="16" creationId="{9B0B7FC8-C80E-4824-8C9B-34DC967E6190}"/>
          </ac:spMkLst>
        </pc:spChg>
        <pc:graphicFrameChg chg="add">
          <ac:chgData name="Amilcar Jose Rodriguez Barrios" userId="efa7753a-59bf-44f0-ad53-c3388f48cff0" providerId="ADAL" clId="{2B0C0FD6-3820-41E9-897F-3AE7A25CB7E2}" dt="2020-12-28T14:24:37.744" v="16594"/>
          <ac:graphicFrameMkLst>
            <pc:docMk/>
            <pc:sldMk cId="1191441893" sldId="2076137286"/>
            <ac:graphicFrameMk id="17" creationId="{9C269540-1D18-4F47-96E5-DA551FCFC43A}"/>
          </ac:graphicFrameMkLst>
        </pc:graphicFrameChg>
        <pc:picChg chg="add">
          <ac:chgData name="Amilcar Jose Rodriguez Barrios" userId="efa7753a-59bf-44f0-ad53-c3388f48cff0" providerId="ADAL" clId="{2B0C0FD6-3820-41E9-897F-3AE7A25CB7E2}" dt="2020-12-28T14:24:37.744" v="16594"/>
          <ac:picMkLst>
            <pc:docMk/>
            <pc:sldMk cId="1191441893" sldId="2076137286"/>
            <ac:picMk id="12" creationId="{E02F5930-D45B-4CED-A0D0-C2BA1C5318D7}"/>
          </ac:picMkLst>
        </pc:picChg>
        <pc:picChg chg="add">
          <ac:chgData name="Amilcar Jose Rodriguez Barrios" userId="efa7753a-59bf-44f0-ad53-c3388f48cff0" providerId="ADAL" clId="{2B0C0FD6-3820-41E9-897F-3AE7A25CB7E2}" dt="2020-12-28T14:24:37.744" v="16594"/>
          <ac:picMkLst>
            <pc:docMk/>
            <pc:sldMk cId="1191441893" sldId="2076137286"/>
            <ac:picMk id="14" creationId="{77408AEA-9220-492C-A60D-7E1D50D5708E}"/>
          </ac:picMkLst>
        </pc:picChg>
        <pc:cxnChg chg="add">
          <ac:chgData name="Amilcar Jose Rodriguez Barrios" userId="efa7753a-59bf-44f0-ad53-c3388f48cff0" providerId="ADAL" clId="{2B0C0FD6-3820-41E9-897F-3AE7A25CB7E2}" dt="2020-12-28T14:24:37.744" v="16594"/>
          <ac:cxnSpMkLst>
            <pc:docMk/>
            <pc:sldMk cId="1191441893" sldId="2076137286"/>
            <ac:cxnSpMk id="11" creationId="{7F060B19-CCE1-4CBB-885B-0B30AE6D9F3B}"/>
          </ac:cxnSpMkLst>
        </pc:cxnChg>
      </pc:sldChg>
      <pc:sldChg chg="add del">
        <pc:chgData name="Amilcar Jose Rodriguez Barrios" userId="efa7753a-59bf-44f0-ad53-c3388f48cff0" providerId="ADAL" clId="{2B0C0FD6-3820-41E9-897F-3AE7A25CB7E2}" dt="2020-12-28T14:26:14.688" v="16647" actId="2696"/>
        <pc:sldMkLst>
          <pc:docMk/>
          <pc:sldMk cId="1015319573" sldId="2076137287"/>
        </pc:sldMkLst>
      </pc:sldChg>
      <pc:sldChg chg="addSp delSp modSp add">
        <pc:chgData name="Amilcar Jose Rodriguez Barrios" userId="efa7753a-59bf-44f0-ad53-c3388f48cff0" providerId="ADAL" clId="{2B0C0FD6-3820-41E9-897F-3AE7A25CB7E2}" dt="2020-12-28T14:30:25.261" v="16721"/>
        <pc:sldMkLst>
          <pc:docMk/>
          <pc:sldMk cId="2784531207" sldId="2076137287"/>
        </pc:sldMkLst>
        <pc:spChg chg="del">
          <ac:chgData name="Amilcar Jose Rodriguez Barrios" userId="efa7753a-59bf-44f0-ad53-c3388f48cff0" providerId="ADAL" clId="{2B0C0FD6-3820-41E9-897F-3AE7A25CB7E2}" dt="2020-12-28T14:30:11.976" v="16695" actId="478"/>
          <ac:spMkLst>
            <pc:docMk/>
            <pc:sldMk cId="2784531207" sldId="2076137287"/>
            <ac:spMk id="7" creationId="{69622E39-F346-4CF6-9B2B-12F54573D93D}"/>
          </ac:spMkLst>
        </pc:spChg>
        <pc:spChg chg="del">
          <ac:chgData name="Amilcar Jose Rodriguez Barrios" userId="efa7753a-59bf-44f0-ad53-c3388f48cff0" providerId="ADAL" clId="{2B0C0FD6-3820-41E9-897F-3AE7A25CB7E2}" dt="2020-12-28T14:30:13.803" v="16696" actId="478"/>
          <ac:spMkLst>
            <pc:docMk/>
            <pc:sldMk cId="2784531207" sldId="2076137287"/>
            <ac:spMk id="9" creationId="{1488C5A5-6FC6-4030-A2F5-A09014D72959}"/>
          </ac:spMkLst>
        </pc:spChg>
        <pc:spChg chg="del">
          <ac:chgData name="Amilcar Jose Rodriguez Barrios" userId="efa7753a-59bf-44f0-ad53-c3388f48cff0" providerId="ADAL" clId="{2B0C0FD6-3820-41E9-897F-3AE7A25CB7E2}" dt="2020-12-28T14:30:11.976" v="16695" actId="478"/>
          <ac:spMkLst>
            <pc:docMk/>
            <pc:sldMk cId="2784531207" sldId="2076137287"/>
            <ac:spMk id="10" creationId="{3EA1F75E-13C3-4527-97E7-6BC059594DF7}"/>
          </ac:spMkLst>
        </pc:spChg>
        <pc:spChg chg="mod">
          <ac:chgData name="Amilcar Jose Rodriguez Barrios" userId="efa7753a-59bf-44f0-ad53-c3388f48cff0" providerId="ADAL" clId="{2B0C0FD6-3820-41E9-897F-3AE7A25CB7E2}" dt="2020-12-28T14:30:21.352" v="16720" actId="20577"/>
          <ac:spMkLst>
            <pc:docMk/>
            <pc:sldMk cId="2784531207" sldId="2076137287"/>
            <ac:spMk id="41" creationId="{D49B76E1-6F71-4F30-951A-E627B28CC2CD}"/>
          </ac:spMkLst>
        </pc:spChg>
        <pc:grpChg chg="del">
          <ac:chgData name="Amilcar Jose Rodriguez Barrios" userId="efa7753a-59bf-44f0-ad53-c3388f48cff0" providerId="ADAL" clId="{2B0C0FD6-3820-41E9-897F-3AE7A25CB7E2}" dt="2020-12-28T14:30:11.976" v="16695" actId="478"/>
          <ac:grpSpMkLst>
            <pc:docMk/>
            <pc:sldMk cId="2784531207" sldId="2076137287"/>
            <ac:grpSpMk id="11" creationId="{87E62526-184D-41DE-988B-26C76FD1C1C5}"/>
          </ac:grpSpMkLst>
        </pc:grpChg>
        <pc:picChg chg="add">
          <ac:chgData name="Amilcar Jose Rodriguez Barrios" userId="efa7753a-59bf-44f0-ad53-c3388f48cff0" providerId="ADAL" clId="{2B0C0FD6-3820-41E9-897F-3AE7A25CB7E2}" dt="2020-12-28T14:30:25.261" v="16721"/>
          <ac:picMkLst>
            <pc:docMk/>
            <pc:sldMk cId="2784531207" sldId="2076137287"/>
            <ac:picMk id="43" creationId="{6E38EE73-3155-4FC7-AD41-191AE1E58599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32:11.297" v="16742" actId="255"/>
        <pc:sldMkLst>
          <pc:docMk/>
          <pc:sldMk cId="226823664" sldId="2076137288"/>
        </pc:sldMkLst>
        <pc:spChg chg="add del">
          <ac:chgData name="Amilcar Jose Rodriguez Barrios" userId="efa7753a-59bf-44f0-ad53-c3388f48cff0" providerId="ADAL" clId="{2B0C0FD6-3820-41E9-897F-3AE7A25CB7E2}" dt="2020-12-28T14:31:07.318" v="16732" actId="478"/>
          <ac:spMkLst>
            <pc:docMk/>
            <pc:sldMk cId="226823664" sldId="2076137288"/>
            <ac:spMk id="10" creationId="{DBA3D734-BE6A-4642-8984-63DB1976AE9F}"/>
          </ac:spMkLst>
        </pc:spChg>
        <pc:spChg chg="add mod">
          <ac:chgData name="Amilcar Jose Rodriguez Barrios" userId="efa7753a-59bf-44f0-ad53-c3388f48cff0" providerId="ADAL" clId="{2B0C0FD6-3820-41E9-897F-3AE7A25CB7E2}" dt="2020-12-28T14:32:11.297" v="16742" actId="255"/>
          <ac:spMkLst>
            <pc:docMk/>
            <pc:sldMk cId="226823664" sldId="2076137288"/>
            <ac:spMk id="11" creationId="{C853C40F-8901-4471-A1E6-4C2184B3B3D5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2" creationId="{AAE8A85F-A736-487F-8DC3-577EB73C9D92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3" creationId="{C5B48E5F-B2FC-45D3-8A80-928FBCE6FD1E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4" creationId="{579FAD48-E891-4D68-92D3-A9C75EBDF243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5" creationId="{DDA010FB-4B5B-4507-88DB-9ADB1E99E62E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6" creationId="{218A0210-A621-4338-AABE-6E77AD710299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7" creationId="{A3CD9206-7AE5-4FCE-9A32-DA72BF237E3E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8" creationId="{9D7A3515-6698-46CA-8F78-6065FA821465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9" creationId="{36936EED-F4BA-4671-B010-7C434267C4D9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20" creationId="{D4904736-844C-46BE-98AC-D70AD702CD2B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21" creationId="{969AE91E-10B3-4100-B0B6-7C7002D6CF1D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22" creationId="{5CB41ED7-3944-4B73-9F5A-00C2253A0DA7}"/>
          </ac:spMkLst>
        </pc:spChg>
        <pc:spChg chg="del">
          <ac:chgData name="Amilcar Jose Rodriguez Barrios" userId="efa7753a-59bf-44f0-ad53-c3388f48cff0" providerId="ADAL" clId="{2B0C0FD6-3820-41E9-897F-3AE7A25CB7E2}" dt="2020-12-28T14:30:41.341" v="16725" actId="478"/>
          <ac:spMkLst>
            <pc:docMk/>
            <pc:sldMk cId="226823664" sldId="2076137288"/>
            <ac:spMk id="41" creationId="{D49B76E1-6F71-4F30-951A-E627B28CC2CD}"/>
          </ac:spMkLst>
        </pc:spChg>
        <pc:picChg chg="del">
          <ac:chgData name="Amilcar Jose Rodriguez Barrios" userId="efa7753a-59bf-44f0-ad53-c3388f48cff0" providerId="ADAL" clId="{2B0C0FD6-3820-41E9-897F-3AE7A25CB7E2}" dt="2020-12-28T14:30:39.529" v="16724" actId="478"/>
          <ac:picMkLst>
            <pc:docMk/>
            <pc:sldMk cId="226823664" sldId="2076137288"/>
            <ac:picMk id="43" creationId="{6E38EE73-3155-4FC7-AD41-191AE1E58599}"/>
          </ac:picMkLst>
        </pc:picChg>
      </pc:sldChg>
      <pc:sldChg chg="add del">
        <pc:chgData name="Amilcar Jose Rodriguez Barrios" userId="efa7753a-59bf-44f0-ad53-c3388f48cff0" providerId="ADAL" clId="{2B0C0FD6-3820-41E9-897F-3AE7A25CB7E2}" dt="2020-12-28T14:30:45.768" v="16727"/>
        <pc:sldMkLst>
          <pc:docMk/>
          <pc:sldMk cId="267139541" sldId="2076137289"/>
        </pc:sldMkLst>
      </pc:sldChg>
      <pc:sldChg chg="addSp modSp add">
        <pc:chgData name="Amilcar Jose Rodriguez Barrios" userId="efa7753a-59bf-44f0-ad53-c3388f48cff0" providerId="ADAL" clId="{2B0C0FD6-3820-41E9-897F-3AE7A25CB7E2}" dt="2020-12-28T14:32:17.116" v="16743" actId="255"/>
        <pc:sldMkLst>
          <pc:docMk/>
          <pc:sldMk cId="1151232166" sldId="2076137289"/>
        </pc:sldMkLst>
        <pc:spChg chg="add">
          <ac:chgData name="Amilcar Jose Rodriguez Barrios" userId="efa7753a-59bf-44f0-ad53-c3388f48cff0" providerId="ADAL" clId="{2B0C0FD6-3820-41E9-897F-3AE7A25CB7E2}" dt="2020-12-28T14:31:41.374" v="16739"/>
          <ac:spMkLst>
            <pc:docMk/>
            <pc:sldMk cId="1151232166" sldId="2076137289"/>
            <ac:spMk id="9" creationId="{F1B15AD1-0B08-4F5E-8A19-C55E654E679F}"/>
          </ac:spMkLst>
        </pc:spChg>
        <pc:spChg chg="add mod">
          <ac:chgData name="Amilcar Jose Rodriguez Barrios" userId="efa7753a-59bf-44f0-ad53-c3388f48cff0" providerId="ADAL" clId="{2B0C0FD6-3820-41E9-897F-3AE7A25CB7E2}" dt="2020-12-28T14:32:17.116" v="16743" actId="255"/>
          <ac:spMkLst>
            <pc:docMk/>
            <pc:sldMk cId="1151232166" sldId="2076137289"/>
            <ac:spMk id="10" creationId="{CE24EB8B-FB21-4806-8B5B-92183BAA06A6}"/>
          </ac:spMkLst>
        </pc:spChg>
      </pc:sldChg>
      <pc:sldChg chg="addSp modSp add">
        <pc:chgData name="Amilcar Jose Rodriguez Barrios" userId="efa7753a-59bf-44f0-ad53-c3388f48cff0" providerId="ADAL" clId="{2B0C0FD6-3820-41E9-897F-3AE7A25CB7E2}" dt="2020-12-28T14:32:48.841" v="16750" actId="255"/>
        <pc:sldMkLst>
          <pc:docMk/>
          <pc:sldMk cId="3382946104" sldId="2076137290"/>
        </pc:sldMkLst>
        <pc:spChg chg="add mod">
          <ac:chgData name="Amilcar Jose Rodriguez Barrios" userId="efa7753a-59bf-44f0-ad53-c3388f48cff0" providerId="ADAL" clId="{2B0C0FD6-3820-41E9-897F-3AE7A25CB7E2}" dt="2020-12-28T14:32:32.795" v="16747" actId="1076"/>
          <ac:spMkLst>
            <pc:docMk/>
            <pc:sldMk cId="3382946104" sldId="2076137290"/>
            <ac:spMk id="9" creationId="{1E0B7A0E-1DC0-48EA-AA76-F412710043B4}"/>
          </ac:spMkLst>
        </pc:spChg>
        <pc:spChg chg="add mod">
          <ac:chgData name="Amilcar Jose Rodriguez Barrios" userId="efa7753a-59bf-44f0-ad53-c3388f48cff0" providerId="ADAL" clId="{2B0C0FD6-3820-41E9-897F-3AE7A25CB7E2}" dt="2020-12-28T14:32:48.841" v="16750" actId="255"/>
          <ac:spMkLst>
            <pc:docMk/>
            <pc:sldMk cId="3382946104" sldId="2076137290"/>
            <ac:spMk id="10" creationId="{9BFB0935-19BA-453E-8A7D-6B9E53C11B17}"/>
          </ac:spMkLst>
        </pc:spChg>
      </pc:sldChg>
      <pc:sldChg chg="addSp modSp add">
        <pc:chgData name="Amilcar Jose Rodriguez Barrios" userId="efa7753a-59bf-44f0-ad53-c3388f48cff0" providerId="ADAL" clId="{2B0C0FD6-3820-41E9-897F-3AE7A25CB7E2}" dt="2020-12-28T14:41:25.635" v="16847" actId="108"/>
        <pc:sldMkLst>
          <pc:docMk/>
          <pc:sldMk cId="697537762" sldId="2076137291"/>
        </pc:sldMkLst>
        <pc:spChg chg="add">
          <ac:chgData name="Amilcar Jose Rodriguez Barrios" userId="efa7753a-59bf-44f0-ad53-c3388f48cff0" providerId="ADAL" clId="{2B0C0FD6-3820-41E9-897F-3AE7A25CB7E2}" dt="2020-12-28T14:33:09.315" v="16753"/>
          <ac:spMkLst>
            <pc:docMk/>
            <pc:sldMk cId="697537762" sldId="2076137291"/>
            <ac:spMk id="9" creationId="{89BD92F0-0FA8-4871-94F8-43B65A31AAE7}"/>
          </ac:spMkLst>
        </pc:spChg>
        <pc:spChg chg="add">
          <ac:chgData name="Amilcar Jose Rodriguez Barrios" userId="efa7753a-59bf-44f0-ad53-c3388f48cff0" providerId="ADAL" clId="{2B0C0FD6-3820-41E9-897F-3AE7A25CB7E2}" dt="2020-12-28T14:33:09.315" v="16753"/>
          <ac:spMkLst>
            <pc:docMk/>
            <pc:sldMk cId="697537762" sldId="2076137291"/>
            <ac:spMk id="10" creationId="{1FB95720-48CD-4F7A-838E-6443B52CA16E}"/>
          </ac:spMkLst>
        </pc:spChg>
        <pc:spChg chg="add mod">
          <ac:chgData name="Amilcar Jose Rodriguez Barrios" userId="efa7753a-59bf-44f0-ad53-c3388f48cff0" providerId="ADAL" clId="{2B0C0FD6-3820-41E9-897F-3AE7A25CB7E2}" dt="2020-12-28T14:41:25.635" v="16847" actId="108"/>
          <ac:spMkLst>
            <pc:docMk/>
            <pc:sldMk cId="697537762" sldId="2076137291"/>
            <ac:spMk id="11" creationId="{39875F6C-5CDF-4283-9637-F582787C3608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1:30.083" v="16849"/>
        <pc:sldMkLst>
          <pc:docMk/>
          <pc:sldMk cId="1157924314" sldId="2076137292"/>
        </pc:sldMkLst>
        <pc:spChg chg="add">
          <ac:chgData name="Amilcar Jose Rodriguez Barrios" userId="efa7753a-59bf-44f0-ad53-c3388f48cff0" providerId="ADAL" clId="{2B0C0FD6-3820-41E9-897F-3AE7A25CB7E2}" dt="2020-12-28T14:37:16.739" v="16764"/>
          <ac:spMkLst>
            <pc:docMk/>
            <pc:sldMk cId="1157924314" sldId="2076137292"/>
            <ac:spMk id="9" creationId="{3747293A-DFE0-4BF6-990C-3044C6167E65}"/>
          </ac:spMkLst>
        </pc:spChg>
        <pc:spChg chg="add del">
          <ac:chgData name="Amilcar Jose Rodriguez Barrios" userId="efa7753a-59bf-44f0-ad53-c3388f48cff0" providerId="ADAL" clId="{2B0C0FD6-3820-41E9-897F-3AE7A25CB7E2}" dt="2020-12-28T14:41:29.883" v="16848" actId="478"/>
          <ac:spMkLst>
            <pc:docMk/>
            <pc:sldMk cId="1157924314" sldId="2076137292"/>
            <ac:spMk id="10" creationId="{3B768797-E468-4E09-A9D4-E23FCEB34F8E}"/>
          </ac:spMkLst>
        </pc:spChg>
        <pc:spChg chg="add">
          <ac:chgData name="Amilcar Jose Rodriguez Barrios" userId="efa7753a-59bf-44f0-ad53-c3388f48cff0" providerId="ADAL" clId="{2B0C0FD6-3820-41E9-897F-3AE7A25CB7E2}" dt="2020-12-28T14:41:30.083" v="16849"/>
          <ac:spMkLst>
            <pc:docMk/>
            <pc:sldMk cId="1157924314" sldId="2076137292"/>
            <ac:spMk id="11" creationId="{09421BE0-75B8-4F99-BC44-F120F0331B20}"/>
          </ac:spMkLst>
        </pc:spChg>
      </pc:sldChg>
      <pc:sldChg chg="addSp modSp add ord">
        <pc:chgData name="Amilcar Jose Rodriguez Barrios" userId="efa7753a-59bf-44f0-ad53-c3388f48cff0" providerId="ADAL" clId="{2B0C0FD6-3820-41E9-897F-3AE7A25CB7E2}" dt="2020-12-28T14:41:44.817" v="16852" actId="1076"/>
        <pc:sldMkLst>
          <pc:docMk/>
          <pc:sldMk cId="255960924" sldId="2076137293"/>
        </pc:sldMkLst>
        <pc:spChg chg="add">
          <ac:chgData name="Amilcar Jose Rodriguez Barrios" userId="efa7753a-59bf-44f0-ad53-c3388f48cff0" providerId="ADAL" clId="{2B0C0FD6-3820-41E9-897F-3AE7A25CB7E2}" dt="2020-12-28T14:37:45.905" v="16771"/>
          <ac:spMkLst>
            <pc:docMk/>
            <pc:sldMk cId="255960924" sldId="2076137293"/>
            <ac:spMk id="9" creationId="{E4C1DB31-ED6A-43B7-BDC0-5DBF72E52A56}"/>
          </ac:spMkLst>
        </pc:spChg>
        <pc:spChg chg="add">
          <ac:chgData name="Amilcar Jose Rodriguez Barrios" userId="efa7753a-59bf-44f0-ad53-c3388f48cff0" providerId="ADAL" clId="{2B0C0FD6-3820-41E9-897F-3AE7A25CB7E2}" dt="2020-12-28T14:37:45.905" v="16771"/>
          <ac:spMkLst>
            <pc:docMk/>
            <pc:sldMk cId="255960924" sldId="2076137293"/>
            <ac:spMk id="10" creationId="{5054B27C-4C7C-450D-98A8-FA52FA119E76}"/>
          </ac:spMkLst>
        </pc:spChg>
        <pc:spChg chg="add mod">
          <ac:chgData name="Amilcar Jose Rodriguez Barrios" userId="efa7753a-59bf-44f0-ad53-c3388f48cff0" providerId="ADAL" clId="{2B0C0FD6-3820-41E9-897F-3AE7A25CB7E2}" dt="2020-12-28T14:38:29.480" v="16775" actId="255"/>
          <ac:spMkLst>
            <pc:docMk/>
            <pc:sldMk cId="255960924" sldId="2076137293"/>
            <ac:spMk id="11" creationId="{88C50F98-2788-4D0E-BC9C-00912E27DBAC}"/>
          </ac:spMkLst>
        </pc:spChg>
        <pc:spChg chg="add mod">
          <ac:chgData name="Amilcar Jose Rodriguez Barrios" userId="efa7753a-59bf-44f0-ad53-c3388f48cff0" providerId="ADAL" clId="{2B0C0FD6-3820-41E9-897F-3AE7A25CB7E2}" dt="2020-12-28T14:41:44.817" v="16852" actId="1076"/>
          <ac:spMkLst>
            <pc:docMk/>
            <pc:sldMk cId="255960924" sldId="2076137293"/>
            <ac:spMk id="12" creationId="{0D55B211-7595-4764-A5A2-BE449B8DF76C}"/>
          </ac:spMkLst>
        </pc:spChg>
      </pc:sldChg>
      <pc:sldChg chg="addSp modSp add">
        <pc:chgData name="Amilcar Jose Rodriguez Barrios" userId="efa7753a-59bf-44f0-ad53-c3388f48cff0" providerId="ADAL" clId="{2B0C0FD6-3820-41E9-897F-3AE7A25CB7E2}" dt="2020-12-28T14:41:48.448" v="16853" actId="108"/>
        <pc:sldMkLst>
          <pc:docMk/>
          <pc:sldMk cId="2512781656" sldId="2076137294"/>
        </pc:sldMkLst>
        <pc:spChg chg="add mod">
          <ac:chgData name="Amilcar Jose Rodriguez Barrios" userId="efa7753a-59bf-44f0-ad53-c3388f48cff0" providerId="ADAL" clId="{2B0C0FD6-3820-41E9-897F-3AE7A25CB7E2}" dt="2020-12-28T14:41:48.448" v="16853" actId="108"/>
          <ac:spMkLst>
            <pc:docMk/>
            <pc:sldMk cId="2512781656" sldId="2076137294"/>
            <ac:spMk id="9" creationId="{683BA0A4-2B9E-4085-A30F-0148640ECDBD}"/>
          </ac:spMkLst>
        </pc:spChg>
        <pc:spChg chg="add">
          <ac:chgData name="Amilcar Jose Rodriguez Barrios" userId="efa7753a-59bf-44f0-ad53-c3388f48cff0" providerId="ADAL" clId="{2B0C0FD6-3820-41E9-897F-3AE7A25CB7E2}" dt="2020-12-28T14:39:11.070" v="16786"/>
          <ac:spMkLst>
            <pc:docMk/>
            <pc:sldMk cId="2512781656" sldId="2076137294"/>
            <ac:spMk id="10" creationId="{7A34824D-1AD3-4F1C-941F-28248DCCD1A9}"/>
          </ac:spMkLst>
        </pc:spChg>
      </pc:sldChg>
      <pc:sldChg chg="addSp delSp modSp add">
        <pc:chgData name="Amilcar Jose Rodriguez Barrios" userId="efa7753a-59bf-44f0-ad53-c3388f48cff0" providerId="ADAL" clId="{2B0C0FD6-3820-41E9-897F-3AE7A25CB7E2}" dt="2020-12-28T14:42:02.912" v="16871" actId="20577"/>
        <pc:sldMkLst>
          <pc:docMk/>
          <pc:sldMk cId="299698341" sldId="2076137295"/>
        </pc:sldMkLst>
        <pc:spChg chg="add del">
          <ac:chgData name="Amilcar Jose Rodriguez Barrios" userId="efa7753a-59bf-44f0-ad53-c3388f48cff0" providerId="ADAL" clId="{2B0C0FD6-3820-41E9-897F-3AE7A25CB7E2}" dt="2020-12-28T14:41:51.835" v="16854" actId="478"/>
          <ac:spMkLst>
            <pc:docMk/>
            <pc:sldMk cId="299698341" sldId="2076137295"/>
            <ac:spMk id="9" creationId="{F7029387-AA33-4DFB-91D1-D7C7A015CBA7}"/>
          </ac:spMkLst>
        </pc:spChg>
        <pc:spChg chg="add">
          <ac:chgData name="Amilcar Jose Rodriguez Barrios" userId="efa7753a-59bf-44f0-ad53-c3388f48cff0" providerId="ADAL" clId="{2B0C0FD6-3820-41E9-897F-3AE7A25CB7E2}" dt="2020-12-28T14:39:19.283" v="16788"/>
          <ac:spMkLst>
            <pc:docMk/>
            <pc:sldMk cId="299698341" sldId="2076137295"/>
            <ac:spMk id="10" creationId="{17204DB3-C666-4C78-9943-46A9DA87C11F}"/>
          </ac:spMkLst>
        </pc:spChg>
        <pc:spChg chg="add mod">
          <ac:chgData name="Amilcar Jose Rodriguez Barrios" userId="efa7753a-59bf-44f0-ad53-c3388f48cff0" providerId="ADAL" clId="{2B0C0FD6-3820-41E9-897F-3AE7A25CB7E2}" dt="2020-12-28T14:42:02.912" v="16871" actId="20577"/>
          <ac:spMkLst>
            <pc:docMk/>
            <pc:sldMk cId="299698341" sldId="2076137295"/>
            <ac:spMk id="11" creationId="{CDCA31BE-D958-4EEF-BA75-2AD5750E6B4A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07.700" v="16873"/>
        <pc:sldMkLst>
          <pc:docMk/>
          <pc:sldMk cId="4186434888" sldId="2076137296"/>
        </pc:sldMkLst>
        <pc:spChg chg="add del">
          <ac:chgData name="Amilcar Jose Rodriguez Barrios" userId="efa7753a-59bf-44f0-ad53-c3388f48cff0" providerId="ADAL" clId="{2B0C0FD6-3820-41E9-897F-3AE7A25CB7E2}" dt="2020-12-28T14:42:07.515" v="16872" actId="478"/>
          <ac:spMkLst>
            <pc:docMk/>
            <pc:sldMk cId="4186434888" sldId="2076137296"/>
            <ac:spMk id="9" creationId="{D7E8C4D5-299F-44E8-9417-C3BE879691D6}"/>
          </ac:spMkLst>
        </pc:spChg>
        <pc:spChg chg="add">
          <ac:chgData name="Amilcar Jose Rodriguez Barrios" userId="efa7753a-59bf-44f0-ad53-c3388f48cff0" providerId="ADAL" clId="{2B0C0FD6-3820-41E9-897F-3AE7A25CB7E2}" dt="2020-12-28T14:39:35.929" v="16796"/>
          <ac:spMkLst>
            <pc:docMk/>
            <pc:sldMk cId="4186434888" sldId="2076137296"/>
            <ac:spMk id="10" creationId="{81C77BF2-3054-4491-9EB8-673E865D86EB}"/>
          </ac:spMkLst>
        </pc:spChg>
        <pc:spChg chg="add">
          <ac:chgData name="Amilcar Jose Rodriguez Barrios" userId="efa7753a-59bf-44f0-ad53-c3388f48cff0" providerId="ADAL" clId="{2B0C0FD6-3820-41E9-897F-3AE7A25CB7E2}" dt="2020-12-28T14:42:07.700" v="16873"/>
          <ac:spMkLst>
            <pc:docMk/>
            <pc:sldMk cId="4186434888" sldId="2076137296"/>
            <ac:spMk id="11" creationId="{C4566ABD-D932-416A-BC91-668995ED5C07}"/>
          </ac:spMkLst>
        </pc:spChg>
      </pc:sldChg>
      <pc:sldChg chg="addSp delSp modSp add">
        <pc:chgData name="Amilcar Jose Rodriguez Barrios" userId="efa7753a-59bf-44f0-ad53-c3388f48cff0" providerId="ADAL" clId="{2B0C0FD6-3820-41E9-897F-3AE7A25CB7E2}" dt="2020-12-28T14:42:10.198" v="16875"/>
        <pc:sldMkLst>
          <pc:docMk/>
          <pc:sldMk cId="1266839457" sldId="2076137297"/>
        </pc:sldMkLst>
        <pc:spChg chg="add del">
          <ac:chgData name="Amilcar Jose Rodriguez Barrios" userId="efa7753a-59bf-44f0-ad53-c3388f48cff0" providerId="ADAL" clId="{2B0C0FD6-3820-41E9-897F-3AE7A25CB7E2}" dt="2020-12-28T14:39:44.485" v="16799" actId="478"/>
          <ac:spMkLst>
            <pc:docMk/>
            <pc:sldMk cId="1266839457" sldId="2076137297"/>
            <ac:spMk id="9" creationId="{05A8B5D8-F130-4344-A3BB-EB1BD70D03A4}"/>
          </ac:spMkLst>
        </pc:spChg>
        <pc:spChg chg="add del">
          <ac:chgData name="Amilcar Jose Rodriguez Barrios" userId="efa7753a-59bf-44f0-ad53-c3388f48cff0" providerId="ADAL" clId="{2B0C0FD6-3820-41E9-897F-3AE7A25CB7E2}" dt="2020-12-28T14:42:09.990" v="16874" actId="478"/>
          <ac:spMkLst>
            <pc:docMk/>
            <pc:sldMk cId="1266839457" sldId="2076137297"/>
            <ac:spMk id="10" creationId="{F9F1EB10-8BE0-4BD5-A0D8-8C3D52BACF12}"/>
          </ac:spMkLst>
        </pc:spChg>
        <pc:spChg chg="add mod">
          <ac:chgData name="Amilcar Jose Rodriguez Barrios" userId="efa7753a-59bf-44f0-ad53-c3388f48cff0" providerId="ADAL" clId="{2B0C0FD6-3820-41E9-897F-3AE7A25CB7E2}" dt="2020-12-28T14:39:52.901" v="16812" actId="1036"/>
          <ac:spMkLst>
            <pc:docMk/>
            <pc:sldMk cId="1266839457" sldId="2076137297"/>
            <ac:spMk id="11" creationId="{717F8CEB-1451-4A8C-BA99-F41A4AD917F0}"/>
          </ac:spMkLst>
        </pc:spChg>
        <pc:spChg chg="add">
          <ac:chgData name="Amilcar Jose Rodriguez Barrios" userId="efa7753a-59bf-44f0-ad53-c3388f48cff0" providerId="ADAL" clId="{2B0C0FD6-3820-41E9-897F-3AE7A25CB7E2}" dt="2020-12-28T14:42:10.198" v="16875"/>
          <ac:spMkLst>
            <pc:docMk/>
            <pc:sldMk cId="1266839457" sldId="2076137297"/>
            <ac:spMk id="12" creationId="{6C656133-E51E-4D23-ACC8-547106B4BCF6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13.671" v="16877"/>
        <pc:sldMkLst>
          <pc:docMk/>
          <pc:sldMk cId="3832263704" sldId="2076137298"/>
        </pc:sldMkLst>
        <pc:spChg chg="add del">
          <ac:chgData name="Amilcar Jose Rodriguez Barrios" userId="efa7753a-59bf-44f0-ad53-c3388f48cff0" providerId="ADAL" clId="{2B0C0FD6-3820-41E9-897F-3AE7A25CB7E2}" dt="2020-12-28T14:39:59.459" v="16815"/>
          <ac:spMkLst>
            <pc:docMk/>
            <pc:sldMk cId="3832263704" sldId="2076137298"/>
            <ac:spMk id="9" creationId="{958C0186-232F-42A5-81C3-637FC10A3343}"/>
          </ac:spMkLst>
        </pc:spChg>
        <pc:spChg chg="add del">
          <ac:chgData name="Amilcar Jose Rodriguez Barrios" userId="efa7753a-59bf-44f0-ad53-c3388f48cff0" providerId="ADAL" clId="{2B0C0FD6-3820-41E9-897F-3AE7A25CB7E2}" dt="2020-12-28T14:42:13.433" v="16876" actId="478"/>
          <ac:spMkLst>
            <pc:docMk/>
            <pc:sldMk cId="3832263704" sldId="2076137298"/>
            <ac:spMk id="10" creationId="{3595EDF4-50F9-424F-A4E2-57BC756253E7}"/>
          </ac:spMkLst>
        </pc:spChg>
        <pc:spChg chg="add">
          <ac:chgData name="Amilcar Jose Rodriguez Barrios" userId="efa7753a-59bf-44f0-ad53-c3388f48cff0" providerId="ADAL" clId="{2B0C0FD6-3820-41E9-897F-3AE7A25CB7E2}" dt="2020-12-28T14:40:04.004" v="16817"/>
          <ac:spMkLst>
            <pc:docMk/>
            <pc:sldMk cId="3832263704" sldId="2076137298"/>
            <ac:spMk id="11" creationId="{9C0D0445-447E-4EEF-8327-1333A24A046B}"/>
          </ac:spMkLst>
        </pc:spChg>
        <pc:spChg chg="add">
          <ac:chgData name="Amilcar Jose Rodriguez Barrios" userId="efa7753a-59bf-44f0-ad53-c3388f48cff0" providerId="ADAL" clId="{2B0C0FD6-3820-41E9-897F-3AE7A25CB7E2}" dt="2020-12-28T14:42:13.671" v="16877"/>
          <ac:spMkLst>
            <pc:docMk/>
            <pc:sldMk cId="3832263704" sldId="2076137298"/>
            <ac:spMk id="12" creationId="{E687E251-7CE2-457B-B13D-9DF3556A68DC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16.644" v="16879"/>
        <pc:sldMkLst>
          <pc:docMk/>
          <pc:sldMk cId="2371641725" sldId="2076137299"/>
        </pc:sldMkLst>
        <pc:spChg chg="add del">
          <ac:chgData name="Amilcar Jose Rodriguez Barrios" userId="efa7753a-59bf-44f0-ad53-c3388f48cff0" providerId="ADAL" clId="{2B0C0FD6-3820-41E9-897F-3AE7A25CB7E2}" dt="2020-12-28T14:42:16.413" v="16878" actId="478"/>
          <ac:spMkLst>
            <pc:docMk/>
            <pc:sldMk cId="2371641725" sldId="2076137299"/>
            <ac:spMk id="9" creationId="{AA115B5D-94F7-4305-8803-9EA43D02D590}"/>
          </ac:spMkLst>
        </pc:spChg>
        <pc:spChg chg="add">
          <ac:chgData name="Amilcar Jose Rodriguez Barrios" userId="efa7753a-59bf-44f0-ad53-c3388f48cff0" providerId="ADAL" clId="{2B0C0FD6-3820-41E9-897F-3AE7A25CB7E2}" dt="2020-12-28T14:40:13.093" v="16820"/>
          <ac:spMkLst>
            <pc:docMk/>
            <pc:sldMk cId="2371641725" sldId="2076137299"/>
            <ac:spMk id="10" creationId="{7989A54B-BA8F-4078-B070-7F991C441097}"/>
          </ac:spMkLst>
        </pc:spChg>
        <pc:spChg chg="add">
          <ac:chgData name="Amilcar Jose Rodriguez Barrios" userId="efa7753a-59bf-44f0-ad53-c3388f48cff0" providerId="ADAL" clId="{2B0C0FD6-3820-41E9-897F-3AE7A25CB7E2}" dt="2020-12-28T14:42:16.644" v="16879"/>
          <ac:spMkLst>
            <pc:docMk/>
            <pc:sldMk cId="2371641725" sldId="2076137299"/>
            <ac:spMk id="11" creationId="{6016C3D7-8C9B-41CD-9D02-BFFAC7E7AFA4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19.731" v="16881"/>
        <pc:sldMkLst>
          <pc:docMk/>
          <pc:sldMk cId="1696121839" sldId="2076137300"/>
        </pc:sldMkLst>
        <pc:spChg chg="add del">
          <ac:chgData name="Amilcar Jose Rodriguez Barrios" userId="efa7753a-59bf-44f0-ad53-c3388f48cff0" providerId="ADAL" clId="{2B0C0FD6-3820-41E9-897F-3AE7A25CB7E2}" dt="2020-12-28T14:42:19.514" v="16880" actId="478"/>
          <ac:spMkLst>
            <pc:docMk/>
            <pc:sldMk cId="1696121839" sldId="2076137300"/>
            <ac:spMk id="9" creationId="{B9725932-9FC4-4958-8A01-A5AA910561DE}"/>
          </ac:spMkLst>
        </pc:spChg>
        <pc:spChg chg="add">
          <ac:chgData name="Amilcar Jose Rodriguez Barrios" userId="efa7753a-59bf-44f0-ad53-c3388f48cff0" providerId="ADAL" clId="{2B0C0FD6-3820-41E9-897F-3AE7A25CB7E2}" dt="2020-12-28T14:40:25.019" v="16825"/>
          <ac:spMkLst>
            <pc:docMk/>
            <pc:sldMk cId="1696121839" sldId="2076137300"/>
            <ac:spMk id="10" creationId="{66F43C8B-8A21-470D-9042-1CD611CE6F51}"/>
          </ac:spMkLst>
        </pc:spChg>
        <pc:spChg chg="add">
          <ac:chgData name="Amilcar Jose Rodriguez Barrios" userId="efa7753a-59bf-44f0-ad53-c3388f48cff0" providerId="ADAL" clId="{2B0C0FD6-3820-41E9-897F-3AE7A25CB7E2}" dt="2020-12-28T14:42:19.731" v="16881"/>
          <ac:spMkLst>
            <pc:docMk/>
            <pc:sldMk cId="1696121839" sldId="2076137300"/>
            <ac:spMk id="11" creationId="{649C8D17-7852-460D-9FD4-121E3E69DA9C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22.584" v="16883"/>
        <pc:sldMkLst>
          <pc:docMk/>
          <pc:sldMk cId="2197020940" sldId="2076137301"/>
        </pc:sldMkLst>
        <pc:spChg chg="add del">
          <ac:chgData name="Amilcar Jose Rodriguez Barrios" userId="efa7753a-59bf-44f0-ad53-c3388f48cff0" providerId="ADAL" clId="{2B0C0FD6-3820-41E9-897F-3AE7A25CB7E2}" dt="2020-12-28T14:42:22.368" v="16882" actId="478"/>
          <ac:spMkLst>
            <pc:docMk/>
            <pc:sldMk cId="2197020940" sldId="2076137301"/>
            <ac:spMk id="9" creationId="{36BE27AF-A90B-4837-8D21-29954B784C9D}"/>
          </ac:spMkLst>
        </pc:spChg>
        <pc:spChg chg="add">
          <ac:chgData name="Amilcar Jose Rodriguez Barrios" userId="efa7753a-59bf-44f0-ad53-c3388f48cff0" providerId="ADAL" clId="{2B0C0FD6-3820-41E9-897F-3AE7A25CB7E2}" dt="2020-12-28T14:40:38.615" v="16834"/>
          <ac:spMkLst>
            <pc:docMk/>
            <pc:sldMk cId="2197020940" sldId="2076137301"/>
            <ac:spMk id="10" creationId="{66770130-0BF4-4EF5-A39F-E9F831C6D07E}"/>
          </ac:spMkLst>
        </pc:spChg>
        <pc:spChg chg="add">
          <ac:chgData name="Amilcar Jose Rodriguez Barrios" userId="efa7753a-59bf-44f0-ad53-c3388f48cff0" providerId="ADAL" clId="{2B0C0FD6-3820-41E9-897F-3AE7A25CB7E2}" dt="2020-12-28T14:42:22.584" v="16883"/>
          <ac:spMkLst>
            <pc:docMk/>
            <pc:sldMk cId="2197020940" sldId="2076137301"/>
            <ac:spMk id="11" creationId="{3E8A73C6-83A7-4A19-93A9-012CD1109E8B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25.594" v="16885"/>
        <pc:sldMkLst>
          <pc:docMk/>
          <pc:sldMk cId="2480277055" sldId="2076137302"/>
        </pc:sldMkLst>
        <pc:spChg chg="add del">
          <ac:chgData name="Amilcar Jose Rodriguez Barrios" userId="efa7753a-59bf-44f0-ad53-c3388f48cff0" providerId="ADAL" clId="{2B0C0FD6-3820-41E9-897F-3AE7A25CB7E2}" dt="2020-12-28T14:42:25.362" v="16884" actId="478"/>
          <ac:spMkLst>
            <pc:docMk/>
            <pc:sldMk cId="2480277055" sldId="2076137302"/>
            <ac:spMk id="9" creationId="{EBD46D58-4E35-4142-8892-FDE60BE6D061}"/>
          </ac:spMkLst>
        </pc:spChg>
        <pc:spChg chg="add">
          <ac:chgData name="Amilcar Jose Rodriguez Barrios" userId="efa7753a-59bf-44f0-ad53-c3388f48cff0" providerId="ADAL" clId="{2B0C0FD6-3820-41E9-897F-3AE7A25CB7E2}" dt="2020-12-28T14:40:44.282" v="16836"/>
          <ac:spMkLst>
            <pc:docMk/>
            <pc:sldMk cId="2480277055" sldId="2076137302"/>
            <ac:spMk id="10" creationId="{5478204E-97DE-44A9-BF91-06B04D79F38F}"/>
          </ac:spMkLst>
        </pc:spChg>
        <pc:spChg chg="add">
          <ac:chgData name="Amilcar Jose Rodriguez Barrios" userId="efa7753a-59bf-44f0-ad53-c3388f48cff0" providerId="ADAL" clId="{2B0C0FD6-3820-41E9-897F-3AE7A25CB7E2}" dt="2020-12-28T14:42:25.594" v="16885"/>
          <ac:spMkLst>
            <pc:docMk/>
            <pc:sldMk cId="2480277055" sldId="2076137302"/>
            <ac:spMk id="11" creationId="{991D3B6E-C557-45EF-A6E6-726E7A947E74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28.369" v="16887"/>
        <pc:sldMkLst>
          <pc:docMk/>
          <pc:sldMk cId="2165503602" sldId="2076137303"/>
        </pc:sldMkLst>
        <pc:spChg chg="add del">
          <ac:chgData name="Amilcar Jose Rodriguez Barrios" userId="efa7753a-59bf-44f0-ad53-c3388f48cff0" providerId="ADAL" clId="{2B0C0FD6-3820-41E9-897F-3AE7A25CB7E2}" dt="2020-12-28T14:42:28.168" v="16886" actId="478"/>
          <ac:spMkLst>
            <pc:docMk/>
            <pc:sldMk cId="2165503602" sldId="2076137303"/>
            <ac:spMk id="9" creationId="{34C74E40-981C-47D3-9A71-4583F5F3D6CE}"/>
          </ac:spMkLst>
        </pc:spChg>
        <pc:spChg chg="add">
          <ac:chgData name="Amilcar Jose Rodriguez Barrios" userId="efa7753a-59bf-44f0-ad53-c3388f48cff0" providerId="ADAL" clId="{2B0C0FD6-3820-41E9-897F-3AE7A25CB7E2}" dt="2020-12-28T14:40:49.698" v="16838"/>
          <ac:spMkLst>
            <pc:docMk/>
            <pc:sldMk cId="2165503602" sldId="2076137303"/>
            <ac:spMk id="10" creationId="{B384228E-30AD-46B4-AD7A-072E24AAA8CF}"/>
          </ac:spMkLst>
        </pc:spChg>
        <pc:spChg chg="add">
          <ac:chgData name="Amilcar Jose Rodriguez Barrios" userId="efa7753a-59bf-44f0-ad53-c3388f48cff0" providerId="ADAL" clId="{2B0C0FD6-3820-41E9-897F-3AE7A25CB7E2}" dt="2020-12-28T14:42:28.369" v="16887"/>
          <ac:spMkLst>
            <pc:docMk/>
            <pc:sldMk cId="2165503602" sldId="2076137303"/>
            <ac:spMk id="11" creationId="{327B6EBB-6375-499B-A904-5755E1515A89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31.206" v="16889"/>
        <pc:sldMkLst>
          <pc:docMk/>
          <pc:sldMk cId="2381171191" sldId="2076137304"/>
        </pc:sldMkLst>
        <pc:spChg chg="add del">
          <ac:chgData name="Amilcar Jose Rodriguez Barrios" userId="efa7753a-59bf-44f0-ad53-c3388f48cff0" providerId="ADAL" clId="{2B0C0FD6-3820-41E9-897F-3AE7A25CB7E2}" dt="2020-12-28T14:42:30.962" v="16888" actId="478"/>
          <ac:spMkLst>
            <pc:docMk/>
            <pc:sldMk cId="2381171191" sldId="2076137304"/>
            <ac:spMk id="9" creationId="{AC3D256B-F185-4C1C-BFF7-CAB480705667}"/>
          </ac:spMkLst>
        </pc:spChg>
        <pc:spChg chg="add">
          <ac:chgData name="Amilcar Jose Rodriguez Barrios" userId="efa7753a-59bf-44f0-ad53-c3388f48cff0" providerId="ADAL" clId="{2B0C0FD6-3820-41E9-897F-3AE7A25CB7E2}" dt="2020-12-28T14:40:57.004" v="16841"/>
          <ac:spMkLst>
            <pc:docMk/>
            <pc:sldMk cId="2381171191" sldId="2076137304"/>
            <ac:spMk id="10" creationId="{27EDA058-63A2-48FE-88AA-C94E360041ED}"/>
          </ac:spMkLst>
        </pc:spChg>
        <pc:spChg chg="add">
          <ac:chgData name="Amilcar Jose Rodriguez Barrios" userId="efa7753a-59bf-44f0-ad53-c3388f48cff0" providerId="ADAL" clId="{2B0C0FD6-3820-41E9-897F-3AE7A25CB7E2}" dt="2020-12-28T14:42:31.206" v="16889"/>
          <ac:spMkLst>
            <pc:docMk/>
            <pc:sldMk cId="2381171191" sldId="2076137304"/>
            <ac:spMk id="11" creationId="{6958EC42-337E-496A-B9E6-47BA39B18AD1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33.921" v="16891"/>
        <pc:sldMkLst>
          <pc:docMk/>
          <pc:sldMk cId="3293185447" sldId="2076137305"/>
        </pc:sldMkLst>
        <pc:spChg chg="add del">
          <ac:chgData name="Amilcar Jose Rodriguez Barrios" userId="efa7753a-59bf-44f0-ad53-c3388f48cff0" providerId="ADAL" clId="{2B0C0FD6-3820-41E9-897F-3AE7A25CB7E2}" dt="2020-12-28T14:42:33.752" v="16890" actId="478"/>
          <ac:spMkLst>
            <pc:docMk/>
            <pc:sldMk cId="3293185447" sldId="2076137305"/>
            <ac:spMk id="9" creationId="{DE568B08-8111-4C2F-89F2-AD08B3BF55A8}"/>
          </ac:spMkLst>
        </pc:spChg>
        <pc:spChg chg="add">
          <ac:chgData name="Amilcar Jose Rodriguez Barrios" userId="efa7753a-59bf-44f0-ad53-c3388f48cff0" providerId="ADAL" clId="{2B0C0FD6-3820-41E9-897F-3AE7A25CB7E2}" dt="2020-12-28T14:41:06.601" v="16844"/>
          <ac:spMkLst>
            <pc:docMk/>
            <pc:sldMk cId="3293185447" sldId="2076137305"/>
            <ac:spMk id="10" creationId="{63E7FCF5-8C02-4483-98C4-3D2F6EFD65D6}"/>
          </ac:spMkLst>
        </pc:spChg>
        <pc:spChg chg="add">
          <ac:chgData name="Amilcar Jose Rodriguez Barrios" userId="efa7753a-59bf-44f0-ad53-c3388f48cff0" providerId="ADAL" clId="{2B0C0FD6-3820-41E9-897F-3AE7A25CB7E2}" dt="2020-12-28T14:42:33.921" v="16891"/>
          <ac:spMkLst>
            <pc:docMk/>
            <pc:sldMk cId="3293185447" sldId="2076137305"/>
            <ac:spMk id="11" creationId="{1726EFA5-4CE7-4E86-AA30-9CCE29B2D005}"/>
          </ac:spMkLst>
        </pc:spChg>
      </pc:sldChg>
      <pc:sldChg chg="add del">
        <pc:chgData name="Amilcar Jose Rodriguez Barrios" userId="efa7753a-59bf-44f0-ad53-c3388f48cff0" providerId="ADAL" clId="{2B0C0FD6-3820-41E9-897F-3AE7A25CB7E2}" dt="2020-12-28T14:41:10.433" v="16846" actId="2696"/>
        <pc:sldMkLst>
          <pc:docMk/>
          <pc:sldMk cId="2079710831" sldId="2076137306"/>
        </pc:sldMkLst>
      </pc:sldChg>
      <pc:sldMasterChg chg="delSldLayout">
        <pc:chgData name="Amilcar Jose Rodriguez Barrios" userId="efa7753a-59bf-44f0-ad53-c3388f48cff0" providerId="ADAL" clId="{2B0C0FD6-3820-41E9-897F-3AE7A25CB7E2}" dt="2020-12-28T14:38:50.835" v="16782" actId="2696"/>
        <pc:sldMasterMkLst>
          <pc:docMk/>
          <pc:sldMasterMk cId="1120471338" sldId="2147484000"/>
        </pc:sldMasterMkLst>
        <pc:sldLayoutChg chg="del">
          <pc:chgData name="Amilcar Jose Rodriguez Barrios" userId="efa7753a-59bf-44f0-ad53-c3388f48cff0" providerId="ADAL" clId="{2B0C0FD6-3820-41E9-897F-3AE7A25CB7E2}" dt="2020-12-28T14:38:50.835" v="16782" actId="2696"/>
          <pc:sldLayoutMkLst>
            <pc:docMk/>
            <pc:sldMasterMk cId="1120471338" sldId="2147484000"/>
            <pc:sldLayoutMk cId="1527065636" sldId="2147484063"/>
          </pc:sldLayoutMkLst>
        </pc:sldLayoutChg>
      </pc:sldMasterChg>
      <pc:sldMasterChg chg="delSldLayout">
        <pc:chgData name="Amilcar Jose Rodriguez Barrios" userId="efa7753a-59bf-44f0-ad53-c3388f48cff0" providerId="ADAL" clId="{2B0C0FD6-3820-41E9-897F-3AE7A25CB7E2}" dt="2020-12-28T14:28:28.612" v="16691" actId="2696"/>
        <pc:sldMasterMkLst>
          <pc:docMk/>
          <pc:sldMasterMk cId="3125346554" sldId="2147484271"/>
        </pc:sldMasterMkLst>
        <pc:sldLayoutChg chg="del">
          <pc:chgData name="Amilcar Jose Rodriguez Barrios" userId="efa7753a-59bf-44f0-ad53-c3388f48cff0" providerId="ADAL" clId="{2B0C0FD6-3820-41E9-897F-3AE7A25CB7E2}" dt="2020-12-28T14:20:58.946" v="16485" actId="2696"/>
          <pc:sldLayoutMkLst>
            <pc:docMk/>
            <pc:sldMasterMk cId="3125346554" sldId="2147484271"/>
            <pc:sldLayoutMk cId="3177125027" sldId="2147484329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28:28.612" v="16691" actId="2696"/>
          <pc:sldLayoutMkLst>
            <pc:docMk/>
            <pc:sldMasterMk cId="3125346554" sldId="2147484271"/>
            <pc:sldLayoutMk cId="961233608" sldId="2147484377"/>
          </pc:sldLayoutMkLst>
        </pc:sldLayoutChg>
      </pc:sldMasterChg>
      <pc:sldMasterChg chg="del delSldLayout">
        <pc:chgData name="Amilcar Jose Rodriguez Barrios" userId="efa7753a-59bf-44f0-ad53-c3388f48cff0" providerId="ADAL" clId="{2B0C0FD6-3820-41E9-897F-3AE7A25CB7E2}" dt="2020-12-28T14:05:51.216" v="16284" actId="2696"/>
        <pc:sldMasterMkLst>
          <pc:docMk/>
          <pc:sldMasterMk cId="2628209687" sldId="2147484378"/>
        </pc:sldMasterMkLst>
        <pc:sldLayoutChg chg="del">
          <pc:chgData name="Amilcar Jose Rodriguez Barrios" userId="efa7753a-59bf-44f0-ad53-c3388f48cff0" providerId="ADAL" clId="{2B0C0FD6-3820-41E9-897F-3AE7A25CB7E2}" dt="2020-12-28T14:05:51.116" v="16259" actId="2696"/>
          <pc:sldLayoutMkLst>
            <pc:docMk/>
            <pc:sldMasterMk cId="2628209687" sldId="2147484378"/>
            <pc:sldLayoutMk cId="3691190852" sldId="2147484379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17" v="16260" actId="2696"/>
          <pc:sldLayoutMkLst>
            <pc:docMk/>
            <pc:sldMasterMk cId="2628209687" sldId="2147484378"/>
            <pc:sldLayoutMk cId="550592531" sldId="2147484380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19" v="16261" actId="2696"/>
          <pc:sldLayoutMkLst>
            <pc:docMk/>
            <pc:sldMasterMk cId="2628209687" sldId="2147484378"/>
            <pc:sldLayoutMk cId="2650749133" sldId="2147484381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1" v="16262" actId="2696"/>
          <pc:sldLayoutMkLst>
            <pc:docMk/>
            <pc:sldMasterMk cId="2628209687" sldId="2147484378"/>
            <pc:sldLayoutMk cId="460470600" sldId="2147484382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2" v="16263" actId="2696"/>
          <pc:sldLayoutMkLst>
            <pc:docMk/>
            <pc:sldMasterMk cId="2628209687" sldId="2147484378"/>
            <pc:sldLayoutMk cId="1546429735" sldId="2147484383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4" v="16264" actId="2696"/>
          <pc:sldLayoutMkLst>
            <pc:docMk/>
            <pc:sldMasterMk cId="2628209687" sldId="2147484378"/>
            <pc:sldLayoutMk cId="2008307236" sldId="2147484384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6" v="16265" actId="2696"/>
          <pc:sldLayoutMkLst>
            <pc:docMk/>
            <pc:sldMasterMk cId="2628209687" sldId="2147484378"/>
            <pc:sldLayoutMk cId="2857590320" sldId="2147484385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8" v="16266" actId="2696"/>
          <pc:sldLayoutMkLst>
            <pc:docMk/>
            <pc:sldMasterMk cId="2628209687" sldId="2147484378"/>
            <pc:sldLayoutMk cId="2786692903" sldId="2147484386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9" v="16267" actId="2696"/>
          <pc:sldLayoutMkLst>
            <pc:docMk/>
            <pc:sldMasterMk cId="2628209687" sldId="2147484378"/>
            <pc:sldLayoutMk cId="512448935" sldId="2147484387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3" v="16268" actId="2696"/>
          <pc:sldLayoutMkLst>
            <pc:docMk/>
            <pc:sldMasterMk cId="2628209687" sldId="2147484378"/>
            <pc:sldLayoutMk cId="2214207985" sldId="2147484388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4" v="16269" actId="2696"/>
          <pc:sldLayoutMkLst>
            <pc:docMk/>
            <pc:sldMasterMk cId="2628209687" sldId="2147484378"/>
            <pc:sldLayoutMk cId="1969987136" sldId="2147484389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6" v="16270" actId="2696"/>
          <pc:sldLayoutMkLst>
            <pc:docMk/>
            <pc:sldMasterMk cId="2628209687" sldId="2147484378"/>
            <pc:sldLayoutMk cId="2697260673" sldId="2147484390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7" v="16271" actId="2696"/>
          <pc:sldLayoutMkLst>
            <pc:docMk/>
            <pc:sldMasterMk cId="2628209687" sldId="2147484378"/>
            <pc:sldLayoutMk cId="3659085913" sldId="2147484391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9" v="16272" actId="2696"/>
          <pc:sldLayoutMkLst>
            <pc:docMk/>
            <pc:sldMasterMk cId="2628209687" sldId="2147484378"/>
            <pc:sldLayoutMk cId="2355672891" sldId="2147484392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41" v="16273" actId="2696"/>
          <pc:sldLayoutMkLst>
            <pc:docMk/>
            <pc:sldMasterMk cId="2628209687" sldId="2147484378"/>
            <pc:sldLayoutMk cId="2590296574" sldId="2147484393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42" v="16274" actId="2696"/>
          <pc:sldLayoutMkLst>
            <pc:docMk/>
            <pc:sldMasterMk cId="2628209687" sldId="2147484378"/>
            <pc:sldLayoutMk cId="1350822582" sldId="2147484394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44" v="16275" actId="2696"/>
          <pc:sldLayoutMkLst>
            <pc:docMk/>
            <pc:sldMasterMk cId="2628209687" sldId="2147484378"/>
            <pc:sldLayoutMk cId="3910020666" sldId="2147484395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48" v="16276" actId="2696"/>
          <pc:sldLayoutMkLst>
            <pc:docMk/>
            <pc:sldMasterMk cId="2628209687" sldId="2147484378"/>
            <pc:sldLayoutMk cId="2701819397" sldId="2147484396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53" v="16277" actId="2696"/>
          <pc:sldLayoutMkLst>
            <pc:docMk/>
            <pc:sldMasterMk cId="2628209687" sldId="2147484378"/>
            <pc:sldLayoutMk cId="3640902935" sldId="2147484397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55" v="16278" actId="2696"/>
          <pc:sldLayoutMkLst>
            <pc:docMk/>
            <pc:sldMasterMk cId="2628209687" sldId="2147484378"/>
            <pc:sldLayoutMk cId="2097451964" sldId="2147484398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57" v="16279" actId="2696"/>
          <pc:sldLayoutMkLst>
            <pc:docMk/>
            <pc:sldMasterMk cId="2628209687" sldId="2147484378"/>
            <pc:sldLayoutMk cId="3624238187" sldId="2147484399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59" v="16280" actId="2696"/>
          <pc:sldLayoutMkLst>
            <pc:docMk/>
            <pc:sldMasterMk cId="2628209687" sldId="2147484378"/>
            <pc:sldLayoutMk cId="805103397" sldId="2147484400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62" v="16281" actId="2696"/>
          <pc:sldLayoutMkLst>
            <pc:docMk/>
            <pc:sldMasterMk cId="2628209687" sldId="2147484378"/>
            <pc:sldLayoutMk cId="3673106324" sldId="2147484401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68" v="16282" actId="2696"/>
          <pc:sldLayoutMkLst>
            <pc:docMk/>
            <pc:sldMasterMk cId="2628209687" sldId="2147484378"/>
            <pc:sldLayoutMk cId="3155251414" sldId="2147484402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69" v="16283" actId="2696"/>
          <pc:sldLayoutMkLst>
            <pc:docMk/>
            <pc:sldMasterMk cId="2628209687" sldId="2147484378"/>
            <pc:sldLayoutMk cId="894724468" sldId="2147484403"/>
          </pc:sldLayoutMkLst>
        </pc:sldLayoutChg>
      </pc:sldMasterChg>
    </pc:docChg>
  </pc:docChgLst>
  <pc:docChgLst>
    <pc:chgData name="Amilcar Jose Rodriguez Barrios" userId="efa7753a-59bf-44f0-ad53-c3388f48cff0" providerId="ADAL" clId="{3DAC2069-8816-4825-ADA4-947419A870AD}"/>
    <pc:docChg chg="undo custSel modSld">
      <pc:chgData name="Amilcar Jose Rodriguez Barrios" userId="efa7753a-59bf-44f0-ad53-c3388f48cff0" providerId="ADAL" clId="{3DAC2069-8816-4825-ADA4-947419A870AD}" dt="2020-12-17T13:54:10.862" v="4671" actId="113"/>
      <pc:docMkLst>
        <pc:docMk/>
      </pc:docMkLst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469080592" sldId="257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469080592" sldId="257"/>
            <ac:spMk id="36" creationId="{34DA5269-62F3-4C56-93F9-0263568EE59C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469080592" sldId="257"/>
            <ac:spMk id="80" creationId="{4F00E2DA-3D10-4929-AD3B-3DC1A1C555DC}"/>
          </ac:spMkLst>
        </pc:spChg>
      </pc:sldChg>
      <pc:sldChg chg="addSp modSp">
        <pc:chgData name="Amilcar Jose Rodriguez Barrios" userId="efa7753a-59bf-44f0-ad53-c3388f48cff0" providerId="ADAL" clId="{3DAC2069-8816-4825-ADA4-947419A870AD}" dt="2020-12-17T12:40:58.123" v="20" actId="1076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3DAC2069-8816-4825-ADA4-947419A870AD}" dt="2020-12-17T12:39:32.226" v="14" actId="14100"/>
          <ac:spMkLst>
            <pc:docMk/>
            <pc:sldMk cId="571400001" sldId="258"/>
            <ac:spMk id="8" creationId="{EC75E5CE-9752-4EE9-B3A0-9625BA717C5E}"/>
          </ac:spMkLst>
        </pc:spChg>
        <pc:spChg chg="mod">
          <ac:chgData name="Amilcar Jose Rodriguez Barrios" userId="efa7753a-59bf-44f0-ad53-c3388f48cff0" providerId="ADAL" clId="{3DAC2069-8816-4825-ADA4-947419A870AD}" dt="2020-12-17T12:40:08.823" v="17" actId="1076"/>
          <ac:spMkLst>
            <pc:docMk/>
            <pc:sldMk cId="571400001" sldId="258"/>
            <ac:spMk id="13" creationId="{469B9B0C-6722-4013-ADF1-E18757240CE7}"/>
          </ac:spMkLst>
        </pc:spChg>
        <pc:spChg chg="mod">
          <ac:chgData name="Amilcar Jose Rodriguez Barrios" userId="efa7753a-59bf-44f0-ad53-c3388f48cff0" providerId="ADAL" clId="{3DAC2069-8816-4825-ADA4-947419A870AD}" dt="2020-12-17T12:40:16.520" v="18" actId="1076"/>
          <ac:spMkLst>
            <pc:docMk/>
            <pc:sldMk cId="571400001" sldId="258"/>
            <ac:spMk id="57" creationId="{7E26892A-B852-44FE-B5D6-BFF935FAFEAF}"/>
          </ac:spMkLst>
        </pc:spChg>
        <pc:picChg chg="add mod">
          <ac:chgData name="Amilcar Jose Rodriguez Barrios" userId="efa7753a-59bf-44f0-ad53-c3388f48cff0" providerId="ADAL" clId="{3DAC2069-8816-4825-ADA4-947419A870AD}" dt="2020-12-17T12:40:58.123" v="20" actId="1076"/>
          <ac:picMkLst>
            <pc:docMk/>
            <pc:sldMk cId="571400001" sldId="258"/>
            <ac:picMk id="11" creationId="{3FE75E5E-1AD3-42F3-875D-60D03A6D84B8}"/>
          </ac:picMkLst>
        </pc:pic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62150763" sldId="287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62150763" sldId="287"/>
            <ac:spMk id="61" creationId="{B0C0198D-F9CF-454C-BD88-C3672F0F49A6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284327744" sldId="395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84327744" sldId="395"/>
            <ac:spMk id="12" creationId="{B4982BF0-AE88-438A-A9F8-5FC1562A8A7F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84327744" sldId="395"/>
            <ac:spMk id="17" creationId="{53A47E7F-38EA-4121-AAC6-1A890D02751B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342589898" sldId="68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42589898" sldId="683"/>
            <ac:spMk id="39" creationId="{7EA9FF4F-E35C-451D-9B00-3477BD71BAC5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42589898" sldId="683"/>
            <ac:spMk id="44" creationId="{587C2332-2176-4982-8060-9963D8B8E891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42589898" sldId="683"/>
            <ac:spMk id="57" creationId="{64387453-4E50-4E47-89DD-9BC7B03A8502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103465576" sldId="684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103465576" sldId="684"/>
            <ac:spMk id="59" creationId="{52AEC627-5D34-4DB8-B7BF-AA5BAA4CBCEB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209181331" sldId="3638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09181331" sldId="3638"/>
            <ac:spMk id="36" creationId="{12D90B85-35D8-457A-AC3D-B33C214CE74D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09181331" sldId="3638"/>
            <ac:spMk id="40" creationId="{1150E868-1BA3-44FE-9BA8-8E9E9643ACBE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09181331" sldId="3638"/>
            <ac:spMk id="46" creationId="{3255C62F-F78F-47B8-9A6A-67CF94014B09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757682436" sldId="3645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757682436" sldId="3645"/>
            <ac:spMk id="13" creationId="{D7B6A423-51F4-49FE-9C0C-59A25A37D75A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911262559" sldId="4284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911262559" sldId="4284"/>
            <ac:spMk id="21" creationId="{0259B88E-5CE1-48BC-BE9F-90EF88E03F1C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286416875" sldId="4285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86416875" sldId="4285"/>
            <ac:spMk id="21" creationId="{0259B88E-5CE1-48BC-BE9F-90EF88E03F1C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945548728" sldId="2076136546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945548728" sldId="2076136546"/>
            <ac:spMk id="13" creationId="{D7B6A423-51F4-49FE-9C0C-59A25A37D75A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321342202" sldId="2076136562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21342202" sldId="2076136562"/>
            <ac:spMk id="108" creationId="{7A86400C-4706-4F01-8C60-73C84F90411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57483651" sldId="2076136582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57483651" sldId="2076136582"/>
            <ac:spMk id="31" creationId="{69C71B8A-750E-44F9-B31D-F0E8E25E8DC4}"/>
          </ac:spMkLst>
        </pc:spChg>
        <pc:grpChg chg="mod">
          <ac:chgData name="Amilcar Jose Rodriguez Barrios" userId="efa7753a-59bf-44f0-ad53-c3388f48cff0" providerId="ADAL" clId="{3DAC2069-8816-4825-ADA4-947419A870AD}" dt="2020-12-17T12:44:39.521" v="51"/>
          <ac:grpSpMkLst>
            <pc:docMk/>
            <pc:sldMk cId="157483651" sldId="2076136582"/>
            <ac:grpSpMk id="28" creationId="{A291E4C1-682F-46C0-9BC9-74EA398BB4A4}"/>
          </ac:grpSpMkLst>
        </pc:gr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605071185" sldId="2076136601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605071185" sldId="2076136601"/>
            <ac:spMk id="19" creationId="{1D907421-4797-4BC5-98FB-49D04FCB98B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384884872" sldId="207613676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84884872" sldId="2076136763"/>
            <ac:spMk id="14" creationId="{A793DF6F-564E-44F4-9E71-A5435EFD17CA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84884872" sldId="2076136763"/>
            <ac:spMk id="18" creationId="{7926F5F6-8E80-4940-B9EC-1543E9B27148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84884872" sldId="2076136763"/>
            <ac:spMk id="19" creationId="{639EC1CA-3D29-4188-BF01-DEB932B7AA63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84884872" sldId="2076136763"/>
            <ac:spMk id="20" creationId="{DD0A4F51-F87E-4D61-A881-974B7BD1CFB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237547217" sldId="2076136784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37547217" sldId="2076136784"/>
            <ac:spMk id="2" creationId="{FCCEC97E-923B-4FE8-BEC3-E5A75CD4C9DD}"/>
          </ac:spMkLst>
        </pc:spChg>
      </pc:sldChg>
      <pc:sldChg chg="addSp 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760041650" sldId="207613680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760041650" sldId="2076136803"/>
            <ac:spMk id="4" creationId="{C745D0EB-1020-4BDE-B3DE-5CF6BA5CE4BC}"/>
          </ac:spMkLst>
        </pc:spChg>
        <pc:picChg chg="add mod">
          <ac:chgData name="Amilcar Jose Rodriguez Barrios" userId="efa7753a-59bf-44f0-ad53-c3388f48cff0" providerId="ADAL" clId="{3DAC2069-8816-4825-ADA4-947419A870AD}" dt="2020-12-17T12:41:08.666" v="22" actId="1076"/>
          <ac:picMkLst>
            <pc:docMk/>
            <pc:sldMk cId="2760041650" sldId="2076136803"/>
            <ac:picMk id="13" creationId="{A2A3D72E-AD1B-4A60-BAF1-C6D099089F02}"/>
          </ac:picMkLst>
        </pc:picChg>
      </pc:sldChg>
      <pc:sldChg chg="modSp">
        <pc:chgData name="Amilcar Jose Rodriguez Barrios" userId="efa7753a-59bf-44f0-ad53-c3388f48cff0" providerId="ADAL" clId="{3DAC2069-8816-4825-ADA4-947419A870AD}" dt="2020-12-17T13:46:39.229" v="3852" actId="313"/>
        <pc:sldMkLst>
          <pc:docMk/>
          <pc:sldMk cId="4196624749" sldId="2076136894"/>
        </pc:sldMkLst>
        <pc:spChg chg="mod">
          <ac:chgData name="Amilcar Jose Rodriguez Barrios" userId="efa7753a-59bf-44f0-ad53-c3388f48cff0" providerId="ADAL" clId="{3DAC2069-8816-4825-ADA4-947419A870AD}" dt="2020-12-17T13:46:39.229" v="3852" actId="313"/>
          <ac:spMkLst>
            <pc:docMk/>
            <pc:sldMk cId="4196624749" sldId="2076136894"/>
            <ac:spMk id="19" creationId="{1D907421-4797-4BC5-98FB-49D04FCB98B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12584325" sldId="2076136912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12584325" sldId="2076136912"/>
            <ac:spMk id="7" creationId="{3F64A03C-F3A8-4415-844C-F5E171EFBC1F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140877990" sldId="207613691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140877990" sldId="2076136913"/>
            <ac:spMk id="7" creationId="{18711B36-F062-4DA2-AA11-641C6EECAD57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600785167" sldId="2076136914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600785167" sldId="2076136914"/>
            <ac:spMk id="8" creationId="{ED338D79-1E1C-43B1-B17E-819C692B764C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4101849846" sldId="2076136915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4101849846" sldId="2076136915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130114543" sldId="2076136916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130114543" sldId="2076136916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689981511" sldId="2076136917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689981511" sldId="2076136917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601340441" sldId="2076136919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601340441" sldId="2076136919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041337270" sldId="2076136920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041337270" sldId="2076136920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3180797" sldId="2076136922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180797" sldId="2076136922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123222839" sldId="2076137078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123222839" sldId="2076137078"/>
            <ac:spMk id="98" creationId="{96AB01A6-D5B9-4581-833A-A464E23E3778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062218640" sldId="2076137079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062218640" sldId="2076137079"/>
            <ac:spMk id="13" creationId="{D7B6A423-51F4-49FE-9C0C-59A25A37D75A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391892854" sldId="2076137149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91892854" sldId="2076137149"/>
            <ac:spMk id="6" creationId="{0493ACF8-6EEF-4498-B918-9EAD0A13CD0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419799954" sldId="2076137166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419799954" sldId="2076137166"/>
            <ac:spMk id="31" creationId="{91968D97-BF31-4171-8A81-A04BAEF23E35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3:54:10.862" v="4671" actId="113"/>
        <pc:sldMkLst>
          <pc:docMk/>
          <pc:sldMk cId="2769416638" sldId="2076137181"/>
        </pc:sldMkLst>
        <pc:spChg chg="mod">
          <ac:chgData name="Amilcar Jose Rodriguez Barrios" userId="efa7753a-59bf-44f0-ad53-c3388f48cff0" providerId="ADAL" clId="{3DAC2069-8816-4825-ADA4-947419A870AD}" dt="2020-12-17T13:54:10.862" v="4671" actId="113"/>
          <ac:spMkLst>
            <pc:docMk/>
            <pc:sldMk cId="2769416638" sldId="2076137181"/>
            <ac:spMk id="19" creationId="{1D907421-4797-4BC5-98FB-49D04FCB98B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365514192" sldId="2076137238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365514192" sldId="2076137238"/>
            <ac:spMk id="8" creationId="{DEAAAB52-2C96-403B-B468-187085457F46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917066725" sldId="2076137239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917066725" sldId="2076137239"/>
            <ac:spMk id="2" creationId="{70BC7501-4386-465F-B356-D80BFBC83F1A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181945621" sldId="207613724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181945621" sldId="2076137243"/>
            <ac:spMk id="5" creationId="{41E12932-C79A-4A60-883D-AE87399A0590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322822494" sldId="2076137247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22822494" sldId="2076137247"/>
            <ac:spMk id="26" creationId="{9415FBE7-2A37-40A2-80BA-C6E5F1A4DF06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96214891" sldId="2076137251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96214891" sldId="2076137251"/>
            <ac:spMk id="27" creationId="{CC52AD2B-9454-42B3-BC5C-2A5EEEBAA7A4}"/>
          </ac:spMkLst>
        </pc:spChg>
      </pc:sldChg>
    </pc:docChg>
  </pc:docChgLst>
  <pc:docChgLst>
    <pc:chgData name="Amilcar Jose Rodriguez Barrios" userId="efa7753a-59bf-44f0-ad53-c3388f48cff0" providerId="ADAL" clId="{ECC100FD-023F-4E10-9A7E-BC0C9D78DF98}"/>
    <pc:docChg chg="undo custSel addSld delSld modSld sldOrd">
      <pc:chgData name="Amilcar Jose Rodriguez Barrios" userId="efa7753a-59bf-44f0-ad53-c3388f48cff0" providerId="ADAL" clId="{ECC100FD-023F-4E10-9A7E-BC0C9D78DF98}" dt="2021-03-10T18:09:09.541" v="7965" actId="13926"/>
      <pc:docMkLst>
        <pc:docMk/>
      </pc:docMkLst>
      <pc:sldChg chg="addSp delSp modSp mod">
        <pc:chgData name="Amilcar Jose Rodriguez Barrios" userId="efa7753a-59bf-44f0-ad53-c3388f48cff0" providerId="ADAL" clId="{ECC100FD-023F-4E10-9A7E-BC0C9D78DF98}" dt="2021-02-17T15:54:10.511" v="39" actId="1076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ECC100FD-023F-4E10-9A7E-BC0C9D78DF98}" dt="2021-02-17T15:54:10.511" v="39" actId="1076"/>
          <ac:spMkLst>
            <pc:docMk/>
            <pc:sldMk cId="571400001" sldId="258"/>
            <ac:spMk id="13" creationId="{469B9B0C-6722-4013-ADF1-E18757240CE7}"/>
          </ac:spMkLst>
        </pc:spChg>
        <pc:graphicFrameChg chg="add del modGraphic">
          <ac:chgData name="Amilcar Jose Rodriguez Barrios" userId="efa7753a-59bf-44f0-ad53-c3388f48cff0" providerId="ADAL" clId="{ECC100FD-023F-4E10-9A7E-BC0C9D78DF98}" dt="2021-02-16T12:02:05.202" v="18" actId="478"/>
          <ac:graphicFrameMkLst>
            <pc:docMk/>
            <pc:sldMk cId="571400001" sldId="258"/>
            <ac:graphicFrameMk id="4" creationId="{CF84AFAA-9FE4-443C-A5EB-574ADEDF45CC}"/>
          </ac:graphicFrameMkLst>
        </pc:graphicFrameChg>
      </pc:sldChg>
      <pc:sldChg chg="add del">
        <pc:chgData name="Amilcar Jose Rodriguez Barrios" userId="efa7753a-59bf-44f0-ad53-c3388f48cff0" providerId="ADAL" clId="{ECC100FD-023F-4E10-9A7E-BC0C9D78DF98}" dt="2021-02-17T16:08:53.796" v="333"/>
        <pc:sldMkLst>
          <pc:docMk/>
          <pc:sldMk cId="3851702326" sldId="452"/>
        </pc:sldMkLst>
      </pc:sldChg>
      <pc:sldChg chg="modSp mod">
        <pc:chgData name="Amilcar Jose Rodriguez Barrios" userId="efa7753a-59bf-44f0-ad53-c3388f48cff0" providerId="ADAL" clId="{ECC100FD-023F-4E10-9A7E-BC0C9D78DF98}" dt="2021-03-10T18:09:09.541" v="7965" actId="13926"/>
        <pc:sldMkLst>
          <pc:docMk/>
          <pc:sldMk cId="538824936" sldId="601"/>
        </pc:sldMkLst>
        <pc:spChg chg="mod">
          <ac:chgData name="Amilcar Jose Rodriguez Barrios" userId="efa7753a-59bf-44f0-ad53-c3388f48cff0" providerId="ADAL" clId="{ECC100FD-023F-4E10-9A7E-BC0C9D78DF98}" dt="2021-03-10T18:09:09.541" v="7965" actId="13926"/>
          <ac:spMkLst>
            <pc:docMk/>
            <pc:sldMk cId="538824936" sldId="601"/>
            <ac:spMk id="13" creationId="{0C8BAEB0-0DAD-4BE8-A19C-297A16056ACD}"/>
          </ac:spMkLst>
        </pc:spChg>
      </pc:sldChg>
      <pc:sldChg chg="addSp delSp modSp mod">
        <pc:chgData name="Amilcar Jose Rodriguez Barrios" userId="efa7753a-59bf-44f0-ad53-c3388f48cff0" providerId="ADAL" clId="{ECC100FD-023F-4E10-9A7E-BC0C9D78DF98}" dt="2021-02-16T11:58:13.615" v="16" actId="1035"/>
        <pc:sldMkLst>
          <pc:docMk/>
          <pc:sldMk cId="3758542229" sldId="2076137274"/>
        </pc:sldMkLst>
        <pc:spChg chg="add mod">
          <ac:chgData name="Amilcar Jose Rodriguez Barrios" userId="efa7753a-59bf-44f0-ad53-c3388f48cff0" providerId="ADAL" clId="{ECC100FD-023F-4E10-9A7E-BC0C9D78DF98}" dt="2021-02-16T11:58:00.087" v="0"/>
          <ac:spMkLst>
            <pc:docMk/>
            <pc:sldMk cId="3758542229" sldId="2076137274"/>
            <ac:spMk id="9" creationId="{70874260-3556-4285-BCB1-DCBA7B218358}"/>
          </ac:spMkLst>
        </pc:spChg>
        <pc:spChg chg="mod">
          <ac:chgData name="Amilcar Jose Rodriguez Barrios" userId="efa7753a-59bf-44f0-ad53-c3388f48cff0" providerId="ADAL" clId="{ECC100FD-023F-4E10-9A7E-BC0C9D78DF98}" dt="2021-02-16T11:58:13.615" v="16" actId="1035"/>
          <ac:spMkLst>
            <pc:docMk/>
            <pc:sldMk cId="3758542229" sldId="2076137274"/>
            <ac:spMk id="14" creationId="{1F791CB8-425C-47B8-BBBA-8A85D44A79EA}"/>
          </ac:spMkLst>
        </pc:spChg>
        <pc:cxnChg chg="add mod">
          <ac:chgData name="Amilcar Jose Rodriguez Barrios" userId="efa7753a-59bf-44f0-ad53-c3388f48cff0" providerId="ADAL" clId="{ECC100FD-023F-4E10-9A7E-BC0C9D78DF98}" dt="2021-02-16T11:58:10.235" v="2"/>
          <ac:cxnSpMkLst>
            <pc:docMk/>
            <pc:sldMk cId="3758542229" sldId="2076137274"/>
            <ac:cxnSpMk id="10" creationId="{8040A1F8-2F0A-49EF-B7F1-FBD20C594CF7}"/>
          </ac:cxnSpMkLst>
        </pc:cxnChg>
        <pc:cxnChg chg="del">
          <ac:chgData name="Amilcar Jose Rodriguez Barrios" userId="efa7753a-59bf-44f0-ad53-c3388f48cff0" providerId="ADAL" clId="{ECC100FD-023F-4E10-9A7E-BC0C9D78DF98}" dt="2021-02-16T11:58:03.073" v="1" actId="478"/>
          <ac:cxnSpMkLst>
            <pc:docMk/>
            <pc:sldMk cId="3758542229" sldId="2076137274"/>
            <ac:cxnSpMk id="12" creationId="{0AAD6F6E-44CB-44C3-B406-7DF205F46958}"/>
          </ac:cxnSpMkLst>
        </pc:cxnChg>
      </pc:sldChg>
      <pc:sldChg chg="modSp mod">
        <pc:chgData name="Amilcar Jose Rodriguez Barrios" userId="efa7753a-59bf-44f0-ad53-c3388f48cff0" providerId="ADAL" clId="{ECC100FD-023F-4E10-9A7E-BC0C9D78DF98}" dt="2021-02-18T11:50:10.950" v="1290" actId="1076"/>
        <pc:sldMkLst>
          <pc:docMk/>
          <pc:sldMk cId="997963777" sldId="2076137281"/>
        </pc:sldMkLst>
        <pc:spChg chg="mod">
          <ac:chgData name="Amilcar Jose Rodriguez Barrios" userId="efa7753a-59bf-44f0-ad53-c3388f48cff0" providerId="ADAL" clId="{ECC100FD-023F-4E10-9A7E-BC0C9D78DF98}" dt="2021-02-18T11:50:10.950" v="1290" actId="1076"/>
          <ac:spMkLst>
            <pc:docMk/>
            <pc:sldMk cId="997963777" sldId="2076137281"/>
            <ac:spMk id="36" creationId="{B02A4B9F-01A5-416D-9B14-1B98DC3B2064}"/>
          </ac:spMkLst>
        </pc:spChg>
      </pc:sldChg>
      <pc:sldChg chg="modSp">
        <pc:chgData name="Amilcar Jose Rodriguez Barrios" userId="efa7753a-59bf-44f0-ad53-c3388f48cff0" providerId="ADAL" clId="{ECC100FD-023F-4E10-9A7E-BC0C9D78DF98}" dt="2021-02-18T13:36:19.589" v="1294" actId="20577"/>
        <pc:sldMkLst>
          <pc:docMk/>
          <pc:sldMk cId="952208775" sldId="2076137289"/>
        </pc:sldMkLst>
        <pc:spChg chg="mod">
          <ac:chgData name="Amilcar Jose Rodriguez Barrios" userId="efa7753a-59bf-44f0-ad53-c3388f48cff0" providerId="ADAL" clId="{ECC100FD-023F-4E10-9A7E-BC0C9D78DF98}" dt="2021-02-18T13:36:19.589" v="1294" actId="20577"/>
          <ac:spMkLst>
            <pc:docMk/>
            <pc:sldMk cId="952208775" sldId="2076137289"/>
            <ac:spMk id="13" creationId="{7DCA1CF9-6D2D-492A-AAA0-411591208077}"/>
          </ac:spMkLst>
        </pc:spChg>
      </pc:sldChg>
      <pc:sldChg chg="modSp mod">
        <pc:chgData name="Amilcar Jose Rodriguez Barrios" userId="efa7753a-59bf-44f0-ad53-c3388f48cff0" providerId="ADAL" clId="{ECC100FD-023F-4E10-9A7E-BC0C9D78DF98}" dt="2021-02-18T13:47:40.666" v="1298" actId="1076"/>
        <pc:sldMkLst>
          <pc:docMk/>
          <pc:sldMk cId="4066474187" sldId="2076137292"/>
        </pc:sldMkLst>
        <pc:spChg chg="mod">
          <ac:chgData name="Amilcar Jose Rodriguez Barrios" userId="efa7753a-59bf-44f0-ad53-c3388f48cff0" providerId="ADAL" clId="{ECC100FD-023F-4E10-9A7E-BC0C9D78DF98}" dt="2021-02-18T13:46:38.553" v="1296" actId="1076"/>
          <ac:spMkLst>
            <pc:docMk/>
            <pc:sldMk cId="4066474187" sldId="2076137292"/>
            <ac:spMk id="40" creationId="{33F8FBEA-1D2A-4A9B-AD9D-813A168530DE}"/>
          </ac:spMkLst>
        </pc:spChg>
        <pc:spChg chg="mod">
          <ac:chgData name="Amilcar Jose Rodriguez Barrios" userId="efa7753a-59bf-44f0-ad53-c3388f48cff0" providerId="ADAL" clId="{ECC100FD-023F-4E10-9A7E-BC0C9D78DF98}" dt="2021-02-18T13:47:40.666" v="1298" actId="1076"/>
          <ac:spMkLst>
            <pc:docMk/>
            <pc:sldMk cId="4066474187" sldId="2076137292"/>
            <ac:spMk id="56" creationId="{38B9AF64-59FC-4F90-99FC-6B34C70E5A6F}"/>
          </ac:spMkLst>
        </pc:spChg>
      </pc:sldChg>
      <pc:sldChg chg="addSp modSp mod modAnim">
        <pc:chgData name="Amilcar Jose Rodriguez Barrios" userId="efa7753a-59bf-44f0-ad53-c3388f48cff0" providerId="ADAL" clId="{ECC100FD-023F-4E10-9A7E-BC0C9D78DF98}" dt="2021-02-17T16:04:16.139" v="238" actId="1076"/>
        <pc:sldMkLst>
          <pc:docMk/>
          <pc:sldMk cId="3187365257" sldId="2076137294"/>
        </pc:sldMkLst>
        <pc:spChg chg="mod">
          <ac:chgData name="Amilcar Jose Rodriguez Barrios" userId="efa7753a-59bf-44f0-ad53-c3388f48cff0" providerId="ADAL" clId="{ECC100FD-023F-4E10-9A7E-BC0C9D78DF98}" dt="2021-02-17T16:00:47.754" v="143"/>
          <ac:spMkLst>
            <pc:docMk/>
            <pc:sldMk cId="3187365257" sldId="2076137294"/>
            <ac:spMk id="3" creationId="{11EC96D4-C03D-48FE-B228-D6A257E2E658}"/>
          </ac:spMkLst>
        </pc:spChg>
        <pc:spChg chg="mod">
          <ac:chgData name="Amilcar Jose Rodriguez Barrios" userId="efa7753a-59bf-44f0-ad53-c3388f48cff0" providerId="ADAL" clId="{ECC100FD-023F-4E10-9A7E-BC0C9D78DF98}" dt="2021-02-17T16:04:07.166" v="235" actId="20577"/>
          <ac:spMkLst>
            <pc:docMk/>
            <pc:sldMk cId="3187365257" sldId="2076137294"/>
            <ac:spMk id="4" creationId="{6CE1CC0A-32CD-45BE-ACBF-69D1B1BDDA04}"/>
          </ac:spMkLst>
        </pc:spChg>
        <pc:spChg chg="mod">
          <ac:chgData name="Amilcar Jose Rodriguez Barrios" userId="efa7753a-59bf-44f0-ad53-c3388f48cff0" providerId="ADAL" clId="{ECC100FD-023F-4E10-9A7E-BC0C9D78DF98}" dt="2021-02-17T16:00:47.754" v="143"/>
          <ac:spMkLst>
            <pc:docMk/>
            <pc:sldMk cId="3187365257" sldId="2076137294"/>
            <ac:spMk id="7" creationId="{E15F5754-C045-4017-B847-95AEDB3325D3}"/>
          </ac:spMkLst>
        </pc:spChg>
        <pc:spChg chg="mod">
          <ac:chgData name="Amilcar Jose Rodriguez Barrios" userId="efa7753a-59bf-44f0-ad53-c3388f48cff0" providerId="ADAL" clId="{ECC100FD-023F-4E10-9A7E-BC0C9D78DF98}" dt="2021-02-17T16:00:47.754" v="143"/>
          <ac:spMkLst>
            <pc:docMk/>
            <pc:sldMk cId="3187365257" sldId="2076137294"/>
            <ac:spMk id="9" creationId="{DC2CA619-726D-4304-92FB-9D658FF02077}"/>
          </ac:spMkLst>
        </pc:spChg>
        <pc:spChg chg="add mod">
          <ac:chgData name="Amilcar Jose Rodriguez Barrios" userId="efa7753a-59bf-44f0-ad53-c3388f48cff0" providerId="ADAL" clId="{ECC100FD-023F-4E10-9A7E-BC0C9D78DF98}" dt="2021-02-17T16:04:11.721" v="236" actId="1076"/>
          <ac:spMkLst>
            <pc:docMk/>
            <pc:sldMk cId="3187365257" sldId="2076137294"/>
            <ac:spMk id="11" creationId="{72DD2C92-26EC-42BF-8C86-A59007533D8E}"/>
          </ac:spMkLst>
        </pc:spChg>
        <pc:spChg chg="add mod">
          <ac:chgData name="Amilcar Jose Rodriguez Barrios" userId="efa7753a-59bf-44f0-ad53-c3388f48cff0" providerId="ADAL" clId="{ECC100FD-023F-4E10-9A7E-BC0C9D78DF98}" dt="2021-02-17T16:04:16.139" v="238" actId="1076"/>
          <ac:spMkLst>
            <pc:docMk/>
            <pc:sldMk cId="3187365257" sldId="2076137294"/>
            <ac:spMk id="12" creationId="{94B5D9AF-E6FD-4757-BF69-E49B6B0B623F}"/>
          </ac:spMkLst>
        </pc:spChg>
        <pc:spChg chg="add mod">
          <ac:chgData name="Amilcar Jose Rodriguez Barrios" userId="efa7753a-59bf-44f0-ad53-c3388f48cff0" providerId="ADAL" clId="{ECC100FD-023F-4E10-9A7E-BC0C9D78DF98}" dt="2021-02-17T16:03:08.171" v="233" actId="1035"/>
          <ac:spMkLst>
            <pc:docMk/>
            <pc:sldMk cId="3187365257" sldId="2076137294"/>
            <ac:spMk id="15" creationId="{14DBFF02-C0C7-40AF-93AD-D13F3CCADBF4}"/>
          </ac:spMkLst>
        </pc:spChg>
        <pc:spChg chg="add mod">
          <ac:chgData name="Amilcar Jose Rodriguez Barrios" userId="efa7753a-59bf-44f0-ad53-c3388f48cff0" providerId="ADAL" clId="{ECC100FD-023F-4E10-9A7E-BC0C9D78DF98}" dt="2021-02-17T16:03:08.171" v="233" actId="1035"/>
          <ac:spMkLst>
            <pc:docMk/>
            <pc:sldMk cId="3187365257" sldId="2076137294"/>
            <ac:spMk id="16" creationId="{A7DDFC9C-B3AF-423F-9028-D9BFA37ABE11}"/>
          </ac:spMkLst>
        </pc:spChg>
        <pc:grpChg chg="add mod">
          <ac:chgData name="Amilcar Jose Rodriguez Barrios" userId="efa7753a-59bf-44f0-ad53-c3388f48cff0" providerId="ADAL" clId="{ECC100FD-023F-4E10-9A7E-BC0C9D78DF98}" dt="2021-02-17T16:00:47.754" v="143"/>
          <ac:grpSpMkLst>
            <pc:docMk/>
            <pc:sldMk cId="3187365257" sldId="2076137294"/>
            <ac:grpSpMk id="2" creationId="{BAF91D50-53CF-4A93-801C-0E5041078632}"/>
          </ac:grpSpMkLst>
        </pc:grpChg>
        <pc:grpChg chg="add mod">
          <ac:chgData name="Amilcar Jose Rodriguez Barrios" userId="efa7753a-59bf-44f0-ad53-c3388f48cff0" providerId="ADAL" clId="{ECC100FD-023F-4E10-9A7E-BC0C9D78DF98}" dt="2021-02-17T16:00:47.754" v="143"/>
          <ac:grpSpMkLst>
            <pc:docMk/>
            <pc:sldMk cId="3187365257" sldId="2076137294"/>
            <ac:grpSpMk id="5" creationId="{0F690F59-4407-48EC-9F0B-4ABE0FFD0B01}"/>
          </ac:grpSpMkLst>
        </pc:grpChg>
        <pc:grpChg chg="add mod">
          <ac:chgData name="Amilcar Jose Rodriguez Barrios" userId="efa7753a-59bf-44f0-ad53-c3388f48cff0" providerId="ADAL" clId="{ECC100FD-023F-4E10-9A7E-BC0C9D78DF98}" dt="2021-02-17T16:00:47.754" v="143"/>
          <ac:grpSpMkLst>
            <pc:docMk/>
            <pc:sldMk cId="3187365257" sldId="2076137294"/>
            <ac:grpSpMk id="8" creationId="{6FAA9F82-BBC8-40DF-BC0E-2E40BCC15B31}"/>
          </ac:grpSpMkLst>
        </pc:grpChg>
        <pc:picChg chg="mod">
          <ac:chgData name="Amilcar Jose Rodriguez Barrios" userId="efa7753a-59bf-44f0-ad53-c3388f48cff0" providerId="ADAL" clId="{ECC100FD-023F-4E10-9A7E-BC0C9D78DF98}" dt="2021-02-17T16:00:47.754" v="143"/>
          <ac:picMkLst>
            <pc:docMk/>
            <pc:sldMk cId="3187365257" sldId="2076137294"/>
            <ac:picMk id="10" creationId="{68BDB4F6-6234-4780-8EA7-2E722D0E1A5D}"/>
          </ac:picMkLst>
        </pc:picChg>
        <pc:picChg chg="add mod">
          <ac:chgData name="Amilcar Jose Rodriguez Barrios" userId="efa7753a-59bf-44f0-ad53-c3388f48cff0" providerId="ADAL" clId="{ECC100FD-023F-4E10-9A7E-BC0C9D78DF98}" dt="2021-02-17T16:03:08.171" v="233" actId="1035"/>
          <ac:picMkLst>
            <pc:docMk/>
            <pc:sldMk cId="3187365257" sldId="2076137294"/>
            <ac:picMk id="13" creationId="{C84B4CAA-7BE5-45B9-99BD-20E608B16973}"/>
          </ac:picMkLst>
        </pc:picChg>
        <pc:picChg chg="add mod">
          <ac:chgData name="Amilcar Jose Rodriguez Barrios" userId="efa7753a-59bf-44f0-ad53-c3388f48cff0" providerId="ADAL" clId="{ECC100FD-023F-4E10-9A7E-BC0C9D78DF98}" dt="2021-02-17T16:03:08.171" v="233" actId="1035"/>
          <ac:picMkLst>
            <pc:docMk/>
            <pc:sldMk cId="3187365257" sldId="2076137294"/>
            <ac:picMk id="14" creationId="{59055DBB-4D8F-4C8E-A962-09708D63C4E5}"/>
          </ac:picMkLst>
        </pc:picChg>
        <pc:cxnChg chg="mod">
          <ac:chgData name="Amilcar Jose Rodriguez Barrios" userId="efa7753a-59bf-44f0-ad53-c3388f48cff0" providerId="ADAL" clId="{ECC100FD-023F-4E10-9A7E-BC0C9D78DF98}" dt="2021-02-17T16:00:47.754" v="143"/>
          <ac:cxnSpMkLst>
            <pc:docMk/>
            <pc:sldMk cId="3187365257" sldId="2076137294"/>
            <ac:cxnSpMk id="6" creationId="{A2D695A8-8610-499B-A56C-B9531898E6C6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17T15:55:13.336" v="54" actId="1036"/>
        <pc:sldMkLst>
          <pc:docMk/>
          <pc:sldMk cId="593808913" sldId="2076137295"/>
        </pc:sldMkLst>
        <pc:spChg chg="mod">
          <ac:chgData name="Amilcar Jose Rodriguez Barrios" userId="efa7753a-59bf-44f0-ad53-c3388f48cff0" providerId="ADAL" clId="{ECC100FD-023F-4E10-9A7E-BC0C9D78DF98}" dt="2021-02-17T15:55:13.336" v="54" actId="1036"/>
          <ac:spMkLst>
            <pc:docMk/>
            <pc:sldMk cId="593808913" sldId="2076137295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6:28.216" v="60" actId="108"/>
        <pc:sldMkLst>
          <pc:docMk/>
          <pc:sldMk cId="4219126205" sldId="2076137296"/>
        </pc:sldMkLst>
        <pc:spChg chg="mod">
          <ac:chgData name="Amilcar Jose Rodriguez Barrios" userId="efa7753a-59bf-44f0-ad53-c3388f48cff0" providerId="ADAL" clId="{ECC100FD-023F-4E10-9A7E-BC0C9D78DF98}" dt="2021-02-17T15:56:28.216" v="60" actId="108"/>
          <ac:spMkLst>
            <pc:docMk/>
            <pc:sldMk cId="4219126205" sldId="2076137296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8:55.493" v="74" actId="20577"/>
        <pc:sldMkLst>
          <pc:docMk/>
          <pc:sldMk cId="966643513" sldId="2076137297"/>
        </pc:sldMkLst>
        <pc:spChg chg="mod">
          <ac:chgData name="Amilcar Jose Rodriguez Barrios" userId="efa7753a-59bf-44f0-ad53-c3388f48cff0" providerId="ADAL" clId="{ECC100FD-023F-4E10-9A7E-BC0C9D78DF98}" dt="2021-02-17T15:58:55.493" v="74" actId="20577"/>
          <ac:spMkLst>
            <pc:docMk/>
            <pc:sldMk cId="966643513" sldId="2076137297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8:58.016" v="76" actId="20577"/>
        <pc:sldMkLst>
          <pc:docMk/>
          <pc:sldMk cId="601471233" sldId="2076137298"/>
        </pc:sldMkLst>
        <pc:spChg chg="mod">
          <ac:chgData name="Amilcar Jose Rodriguez Barrios" userId="efa7753a-59bf-44f0-ad53-c3388f48cff0" providerId="ADAL" clId="{ECC100FD-023F-4E10-9A7E-BC0C9D78DF98}" dt="2021-02-17T15:58:58.016" v="76" actId="20577"/>
          <ac:spMkLst>
            <pc:docMk/>
            <pc:sldMk cId="601471233" sldId="2076137298"/>
            <ac:spMk id="9" creationId="{C29B8A9C-B48D-43AC-82AB-E40DDF8AA98E}"/>
          </ac:spMkLst>
        </pc:spChg>
      </pc:sldChg>
      <pc:sldChg chg="modSp add del mod">
        <pc:chgData name="Amilcar Jose Rodriguez Barrios" userId="efa7753a-59bf-44f0-ad53-c3388f48cff0" providerId="ADAL" clId="{ECC100FD-023F-4E10-9A7E-BC0C9D78DF98}" dt="2021-03-04T18:43:28.644" v="6048" actId="47"/>
        <pc:sldMkLst>
          <pc:docMk/>
          <pc:sldMk cId="1851285565" sldId="2076137299"/>
        </pc:sldMkLst>
        <pc:spChg chg="mod">
          <ac:chgData name="Amilcar Jose Rodriguez Barrios" userId="efa7753a-59bf-44f0-ad53-c3388f48cff0" providerId="ADAL" clId="{ECC100FD-023F-4E10-9A7E-BC0C9D78DF98}" dt="2021-02-17T15:59:13.621" v="82" actId="207"/>
          <ac:spMkLst>
            <pc:docMk/>
            <pc:sldMk cId="1851285565" sldId="2076137299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9:30.998" v="89" actId="207"/>
        <pc:sldMkLst>
          <pc:docMk/>
          <pc:sldMk cId="1607363252" sldId="2076137300"/>
        </pc:sldMkLst>
        <pc:spChg chg="mod">
          <ac:chgData name="Amilcar Jose Rodriguez Barrios" userId="efa7753a-59bf-44f0-ad53-c3388f48cff0" providerId="ADAL" clId="{ECC100FD-023F-4E10-9A7E-BC0C9D78DF98}" dt="2021-02-17T15:59:30.998" v="89" actId="207"/>
          <ac:spMkLst>
            <pc:docMk/>
            <pc:sldMk cId="1607363252" sldId="2076137300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9:54.924" v="104" actId="207"/>
        <pc:sldMkLst>
          <pc:docMk/>
          <pc:sldMk cId="938276891" sldId="2076137301"/>
        </pc:sldMkLst>
        <pc:spChg chg="mod">
          <ac:chgData name="Amilcar Jose Rodriguez Barrios" userId="efa7753a-59bf-44f0-ad53-c3388f48cff0" providerId="ADAL" clId="{ECC100FD-023F-4E10-9A7E-BC0C9D78DF98}" dt="2021-02-17T15:59:54.924" v="104" actId="207"/>
          <ac:spMkLst>
            <pc:docMk/>
            <pc:sldMk cId="938276891" sldId="2076137301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6:00:13.363" v="123" actId="207"/>
        <pc:sldMkLst>
          <pc:docMk/>
          <pc:sldMk cId="1578494439" sldId="2076137302"/>
        </pc:sldMkLst>
        <pc:spChg chg="mod">
          <ac:chgData name="Amilcar Jose Rodriguez Barrios" userId="efa7753a-59bf-44f0-ad53-c3388f48cff0" providerId="ADAL" clId="{ECC100FD-023F-4E10-9A7E-BC0C9D78DF98}" dt="2021-02-17T16:00:13.363" v="123" actId="207"/>
          <ac:spMkLst>
            <pc:docMk/>
            <pc:sldMk cId="1578494439" sldId="2076137302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6:00:33.919" v="142" actId="20577"/>
        <pc:sldMkLst>
          <pc:docMk/>
          <pc:sldMk cId="3678190627" sldId="2076137303"/>
        </pc:sldMkLst>
        <pc:spChg chg="mod">
          <ac:chgData name="Amilcar Jose Rodriguez Barrios" userId="efa7753a-59bf-44f0-ad53-c3388f48cff0" providerId="ADAL" clId="{ECC100FD-023F-4E10-9A7E-BC0C9D78DF98}" dt="2021-02-17T16:00:33.919" v="142" actId="20577"/>
          <ac:spMkLst>
            <pc:docMk/>
            <pc:sldMk cId="3678190627" sldId="2076137303"/>
            <ac:spMk id="9" creationId="{E7731D0A-BED0-4C7D-80D9-145621B03A73}"/>
          </ac:spMkLst>
        </pc:spChg>
      </pc:sldChg>
      <pc:sldChg chg="addSp modSp new mod modAnim">
        <pc:chgData name="Amilcar Jose Rodriguez Barrios" userId="efa7753a-59bf-44f0-ad53-c3388f48cff0" providerId="ADAL" clId="{ECC100FD-023F-4E10-9A7E-BC0C9D78DF98}" dt="2021-02-18T14:23:57.788" v="1304" actId="1076"/>
        <pc:sldMkLst>
          <pc:docMk/>
          <pc:sldMk cId="1989167472" sldId="2076137304"/>
        </pc:sldMkLst>
        <pc:spChg chg="mod">
          <ac:chgData name="Amilcar Jose Rodriguez Barrios" userId="efa7753a-59bf-44f0-ad53-c3388f48cff0" providerId="ADAL" clId="{ECC100FD-023F-4E10-9A7E-BC0C9D78DF98}" dt="2021-02-17T16:04:19.968" v="239"/>
          <ac:spMkLst>
            <pc:docMk/>
            <pc:sldMk cId="1989167472" sldId="2076137304"/>
            <ac:spMk id="3" creationId="{82C7BDB2-EC14-41F7-9E20-A292FE439625}"/>
          </ac:spMkLst>
        </pc:spChg>
        <pc:spChg chg="mod">
          <ac:chgData name="Amilcar Jose Rodriguez Barrios" userId="efa7753a-59bf-44f0-ad53-c3388f48cff0" providerId="ADAL" clId="{ECC100FD-023F-4E10-9A7E-BC0C9D78DF98}" dt="2021-02-17T16:04:19.968" v="239"/>
          <ac:spMkLst>
            <pc:docMk/>
            <pc:sldMk cId="1989167472" sldId="2076137304"/>
            <ac:spMk id="4" creationId="{DAD647B6-DBCE-47B5-AA3B-A1A0C75DDDD8}"/>
          </ac:spMkLst>
        </pc:spChg>
        <pc:spChg chg="mod">
          <ac:chgData name="Amilcar Jose Rodriguez Barrios" userId="efa7753a-59bf-44f0-ad53-c3388f48cff0" providerId="ADAL" clId="{ECC100FD-023F-4E10-9A7E-BC0C9D78DF98}" dt="2021-02-17T16:04:19.968" v="239"/>
          <ac:spMkLst>
            <pc:docMk/>
            <pc:sldMk cId="1989167472" sldId="2076137304"/>
            <ac:spMk id="7" creationId="{9E7AC3E4-D88E-4AAB-B824-FFE48967EF7E}"/>
          </ac:spMkLst>
        </pc:spChg>
        <pc:spChg chg="mod">
          <ac:chgData name="Amilcar Jose Rodriguez Barrios" userId="efa7753a-59bf-44f0-ad53-c3388f48cff0" providerId="ADAL" clId="{ECC100FD-023F-4E10-9A7E-BC0C9D78DF98}" dt="2021-02-17T16:04:19.968" v="239"/>
          <ac:spMkLst>
            <pc:docMk/>
            <pc:sldMk cId="1989167472" sldId="2076137304"/>
            <ac:spMk id="9" creationId="{126ABDA7-0CEF-48E6-9F57-B80EB7EC7444}"/>
          </ac:spMkLst>
        </pc:spChg>
        <pc:spChg chg="add mod">
          <ac:chgData name="Amilcar Jose Rodriguez Barrios" userId="efa7753a-59bf-44f0-ad53-c3388f48cff0" providerId="ADAL" clId="{ECC100FD-023F-4E10-9A7E-BC0C9D78DF98}" dt="2021-02-17T16:04:36.835" v="242" actId="108"/>
          <ac:spMkLst>
            <pc:docMk/>
            <pc:sldMk cId="1989167472" sldId="2076137304"/>
            <ac:spMk id="11" creationId="{B291716F-9CAC-4A03-A239-705EF2EEDCC7}"/>
          </ac:spMkLst>
        </pc:spChg>
        <pc:spChg chg="add mod">
          <ac:chgData name="Amilcar Jose Rodriguez Barrios" userId="efa7753a-59bf-44f0-ad53-c3388f48cff0" providerId="ADAL" clId="{ECC100FD-023F-4E10-9A7E-BC0C9D78DF98}" dt="2021-02-17T16:05:06.277" v="298" actId="20577"/>
          <ac:spMkLst>
            <pc:docMk/>
            <pc:sldMk cId="1989167472" sldId="2076137304"/>
            <ac:spMk id="12" creationId="{496F804A-4B79-4110-9D8A-0679BE2FA69B}"/>
          </ac:spMkLst>
        </pc:spChg>
        <pc:spChg chg="mod">
          <ac:chgData name="Amilcar Jose Rodriguez Barrios" userId="efa7753a-59bf-44f0-ad53-c3388f48cff0" providerId="ADAL" clId="{ECC100FD-023F-4E10-9A7E-BC0C9D78DF98}" dt="2021-02-17T16:04:55.416" v="245"/>
          <ac:spMkLst>
            <pc:docMk/>
            <pc:sldMk cId="1989167472" sldId="2076137304"/>
            <ac:spMk id="16" creationId="{7ED5E377-FE14-4C3D-85DB-3FC7EE057BAF}"/>
          </ac:spMkLst>
        </pc:spChg>
        <pc:spChg chg="mod">
          <ac:chgData name="Amilcar Jose Rodriguez Barrios" userId="efa7753a-59bf-44f0-ad53-c3388f48cff0" providerId="ADAL" clId="{ECC100FD-023F-4E10-9A7E-BC0C9D78DF98}" dt="2021-02-17T16:04:55.416" v="245"/>
          <ac:spMkLst>
            <pc:docMk/>
            <pc:sldMk cId="1989167472" sldId="2076137304"/>
            <ac:spMk id="20" creationId="{1AF1EAEA-0FC6-40F1-8326-87634FA52A0D}"/>
          </ac:spMkLst>
        </pc:spChg>
        <pc:spChg chg="mod">
          <ac:chgData name="Amilcar Jose Rodriguez Barrios" userId="efa7753a-59bf-44f0-ad53-c3388f48cff0" providerId="ADAL" clId="{ECC100FD-023F-4E10-9A7E-BC0C9D78DF98}" dt="2021-02-17T16:04:55.416" v="245"/>
          <ac:spMkLst>
            <pc:docMk/>
            <pc:sldMk cId="1989167472" sldId="2076137304"/>
            <ac:spMk id="24" creationId="{CC03943F-8B1A-45E4-BB11-22EA141FC541}"/>
          </ac:spMkLst>
        </pc:spChg>
        <pc:spChg chg="mod">
          <ac:chgData name="Amilcar Jose Rodriguez Barrios" userId="efa7753a-59bf-44f0-ad53-c3388f48cff0" providerId="ADAL" clId="{ECC100FD-023F-4E10-9A7E-BC0C9D78DF98}" dt="2021-02-17T16:04:55.416" v="245"/>
          <ac:spMkLst>
            <pc:docMk/>
            <pc:sldMk cId="1989167472" sldId="2076137304"/>
            <ac:spMk id="28" creationId="{03F57C36-4562-44B8-9B6B-DE1EE39FD565}"/>
          </ac:spMkLst>
        </pc:spChg>
        <pc:spChg chg="add mod">
          <ac:chgData name="Amilcar Jose Rodriguez Barrios" userId="efa7753a-59bf-44f0-ad53-c3388f48cff0" providerId="ADAL" clId="{ECC100FD-023F-4E10-9A7E-BC0C9D78DF98}" dt="2021-02-17T16:05:00.785" v="287" actId="1036"/>
          <ac:spMkLst>
            <pc:docMk/>
            <pc:sldMk cId="1989167472" sldId="2076137304"/>
            <ac:spMk id="29" creationId="{1313A3C0-4F45-4E14-BEB9-800F1E60FEC2}"/>
          </ac:spMkLst>
        </pc:spChg>
        <pc:spChg chg="add mod">
          <ac:chgData name="Amilcar Jose Rodriguez Barrios" userId="efa7753a-59bf-44f0-ad53-c3388f48cff0" providerId="ADAL" clId="{ECC100FD-023F-4E10-9A7E-BC0C9D78DF98}" dt="2021-02-18T14:23:57.788" v="1304" actId="1076"/>
          <ac:spMkLst>
            <pc:docMk/>
            <pc:sldMk cId="1989167472" sldId="2076137304"/>
            <ac:spMk id="30" creationId="{D9708500-73C1-4A62-A7FD-3E8467C09E9B}"/>
          </ac:spMkLst>
        </pc:spChg>
        <pc:spChg chg="add mod">
          <ac:chgData name="Amilcar Jose Rodriguez Barrios" userId="efa7753a-59bf-44f0-ad53-c3388f48cff0" providerId="ADAL" clId="{ECC100FD-023F-4E10-9A7E-BC0C9D78DF98}" dt="2021-02-17T16:05:00.785" v="287" actId="1036"/>
          <ac:spMkLst>
            <pc:docMk/>
            <pc:sldMk cId="1989167472" sldId="2076137304"/>
            <ac:spMk id="31" creationId="{B03C17D7-92E2-4F93-9AA5-D33312DE2241}"/>
          </ac:spMkLst>
        </pc:spChg>
        <pc:spChg chg="add mod">
          <ac:chgData name="Amilcar Jose Rodriguez Barrios" userId="efa7753a-59bf-44f0-ad53-c3388f48cff0" providerId="ADAL" clId="{ECC100FD-023F-4E10-9A7E-BC0C9D78DF98}" dt="2021-02-18T13:54:10.357" v="1300" actId="1076"/>
          <ac:spMkLst>
            <pc:docMk/>
            <pc:sldMk cId="1989167472" sldId="2076137304"/>
            <ac:spMk id="32" creationId="{6454F9B6-44B6-4617-B1C0-96E56588D112}"/>
          </ac:spMkLst>
        </pc:spChg>
        <pc:spChg chg="add mod">
          <ac:chgData name="Amilcar Jose Rodriguez Barrios" userId="efa7753a-59bf-44f0-ad53-c3388f48cff0" providerId="ADAL" clId="{ECC100FD-023F-4E10-9A7E-BC0C9D78DF98}" dt="2021-02-17T16:05:00.785" v="287" actId="1036"/>
          <ac:spMkLst>
            <pc:docMk/>
            <pc:sldMk cId="1989167472" sldId="2076137304"/>
            <ac:spMk id="33" creationId="{FD3881C2-FFA1-4362-B130-B6114B57B70C}"/>
          </ac:spMkLst>
        </pc:spChg>
        <pc:grpChg chg="add mod">
          <ac:chgData name="Amilcar Jose Rodriguez Barrios" userId="efa7753a-59bf-44f0-ad53-c3388f48cff0" providerId="ADAL" clId="{ECC100FD-023F-4E10-9A7E-BC0C9D78DF98}" dt="2021-02-17T16:04:19.968" v="239"/>
          <ac:grpSpMkLst>
            <pc:docMk/>
            <pc:sldMk cId="1989167472" sldId="2076137304"/>
            <ac:grpSpMk id="2" creationId="{1A217CF7-8224-4D49-A738-8A85A0B6FED4}"/>
          </ac:grpSpMkLst>
        </pc:grpChg>
        <pc:grpChg chg="add mod">
          <ac:chgData name="Amilcar Jose Rodriguez Barrios" userId="efa7753a-59bf-44f0-ad53-c3388f48cff0" providerId="ADAL" clId="{ECC100FD-023F-4E10-9A7E-BC0C9D78DF98}" dt="2021-02-17T16:04:19.968" v="239"/>
          <ac:grpSpMkLst>
            <pc:docMk/>
            <pc:sldMk cId="1989167472" sldId="2076137304"/>
            <ac:grpSpMk id="5" creationId="{F28164A2-FAF4-4FFA-97F8-FDA3DFA92B0A}"/>
          </ac:grpSpMkLst>
        </pc:grpChg>
        <pc:grpChg chg="add mod">
          <ac:chgData name="Amilcar Jose Rodriguez Barrios" userId="efa7753a-59bf-44f0-ad53-c3388f48cff0" providerId="ADAL" clId="{ECC100FD-023F-4E10-9A7E-BC0C9D78DF98}" dt="2021-02-17T16:04:19.968" v="239"/>
          <ac:grpSpMkLst>
            <pc:docMk/>
            <pc:sldMk cId="1989167472" sldId="2076137304"/>
            <ac:grpSpMk id="8" creationId="{E4FF6FE5-3211-4F8B-9980-9C8D4334175F}"/>
          </ac:grpSpMkLst>
        </pc:grpChg>
        <pc:grpChg chg="add mod">
          <ac:chgData name="Amilcar Jose Rodriguez Barrios" userId="efa7753a-59bf-44f0-ad53-c3388f48cff0" providerId="ADAL" clId="{ECC100FD-023F-4E10-9A7E-BC0C9D78DF98}" dt="2021-02-17T16:05:00.785" v="287" actId="1036"/>
          <ac:grpSpMkLst>
            <pc:docMk/>
            <pc:sldMk cId="1989167472" sldId="2076137304"/>
            <ac:grpSpMk id="13" creationId="{C13B3A27-D2EE-4074-95ED-9226227A4043}"/>
          </ac:grpSpMkLst>
        </pc:grpChg>
        <pc:grpChg chg="add mod">
          <ac:chgData name="Amilcar Jose Rodriguez Barrios" userId="efa7753a-59bf-44f0-ad53-c3388f48cff0" providerId="ADAL" clId="{ECC100FD-023F-4E10-9A7E-BC0C9D78DF98}" dt="2021-02-17T16:05:00.785" v="287" actId="1036"/>
          <ac:grpSpMkLst>
            <pc:docMk/>
            <pc:sldMk cId="1989167472" sldId="2076137304"/>
            <ac:grpSpMk id="17" creationId="{D56E3417-5A27-4767-94CC-0F8AF04F1249}"/>
          </ac:grpSpMkLst>
        </pc:grpChg>
        <pc:grpChg chg="add mod">
          <ac:chgData name="Amilcar Jose Rodriguez Barrios" userId="efa7753a-59bf-44f0-ad53-c3388f48cff0" providerId="ADAL" clId="{ECC100FD-023F-4E10-9A7E-BC0C9D78DF98}" dt="2021-02-17T16:05:00.785" v="287" actId="1036"/>
          <ac:grpSpMkLst>
            <pc:docMk/>
            <pc:sldMk cId="1989167472" sldId="2076137304"/>
            <ac:grpSpMk id="21" creationId="{BB5C4CA5-3C52-4050-9AB4-CCE67C1473B3}"/>
          </ac:grpSpMkLst>
        </pc:grpChg>
        <pc:grpChg chg="add mod">
          <ac:chgData name="Amilcar Jose Rodriguez Barrios" userId="efa7753a-59bf-44f0-ad53-c3388f48cff0" providerId="ADAL" clId="{ECC100FD-023F-4E10-9A7E-BC0C9D78DF98}" dt="2021-02-17T16:05:00.785" v="287" actId="1036"/>
          <ac:grpSpMkLst>
            <pc:docMk/>
            <pc:sldMk cId="1989167472" sldId="2076137304"/>
            <ac:grpSpMk id="25" creationId="{2AC6641F-97AA-4C85-8AA0-142C118BA579}"/>
          </ac:grpSpMkLst>
        </pc:grpChg>
        <pc:picChg chg="mod">
          <ac:chgData name="Amilcar Jose Rodriguez Barrios" userId="efa7753a-59bf-44f0-ad53-c3388f48cff0" providerId="ADAL" clId="{ECC100FD-023F-4E10-9A7E-BC0C9D78DF98}" dt="2021-02-17T16:04:19.968" v="239"/>
          <ac:picMkLst>
            <pc:docMk/>
            <pc:sldMk cId="1989167472" sldId="2076137304"/>
            <ac:picMk id="10" creationId="{4A2FD1BA-0C20-4BBF-A24E-EE69050388EA}"/>
          </ac:picMkLst>
        </pc:picChg>
        <pc:picChg chg="add mod">
          <ac:chgData name="Amilcar Jose Rodriguez Barrios" userId="efa7753a-59bf-44f0-ad53-c3388f48cff0" providerId="ADAL" clId="{ECC100FD-023F-4E10-9A7E-BC0C9D78DF98}" dt="2021-02-17T16:05:00.785" v="287" actId="1036"/>
          <ac:picMkLst>
            <pc:docMk/>
            <pc:sldMk cId="1989167472" sldId="2076137304"/>
            <ac:picMk id="34" creationId="{A0C120F3-8E1C-466A-9B73-4250153B11EA}"/>
          </ac:picMkLst>
        </pc:picChg>
        <pc:cxnChg chg="mod">
          <ac:chgData name="Amilcar Jose Rodriguez Barrios" userId="efa7753a-59bf-44f0-ad53-c3388f48cff0" providerId="ADAL" clId="{ECC100FD-023F-4E10-9A7E-BC0C9D78DF98}" dt="2021-02-17T16:04:19.968" v="239"/>
          <ac:cxnSpMkLst>
            <pc:docMk/>
            <pc:sldMk cId="1989167472" sldId="2076137304"/>
            <ac:cxnSpMk id="6" creationId="{551417FA-CCA2-4AAC-A23C-E1600BFA55FD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14" creationId="{C337CC84-047A-44E1-A06D-DD84C7CDDB20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15" creationId="{3C531616-3755-4ACF-B9D3-80B3AE10BC09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18" creationId="{EAE38C91-85FF-48B6-95E7-510867A58AAE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19" creationId="{DC01BBE6-1B36-44D1-9B6C-61A41C6E78DD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22" creationId="{FBE44EF9-F792-4976-A82C-4DF1F8C43C81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23" creationId="{CC66F7EF-E6EE-4194-8741-ACF793DCDEF6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26" creationId="{F308401E-BC3C-4B18-9DB9-38FDDE9828ED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27" creationId="{70DCC88D-DAC2-4BF9-84A5-812BA060FECD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17T16:07:13.475" v="329" actId="113"/>
        <pc:sldMkLst>
          <pc:docMk/>
          <pc:sldMk cId="2430840791" sldId="2076137305"/>
        </pc:sldMkLst>
        <pc:spChg chg="mod">
          <ac:chgData name="Amilcar Jose Rodriguez Barrios" userId="efa7753a-59bf-44f0-ad53-c3388f48cff0" providerId="ADAL" clId="{ECC100FD-023F-4E10-9A7E-BC0C9D78DF98}" dt="2021-02-17T16:05:36.324" v="302"/>
          <ac:spMkLst>
            <pc:docMk/>
            <pc:sldMk cId="2430840791" sldId="2076137305"/>
            <ac:spMk id="3" creationId="{F6BEF48A-CF3F-4B36-B629-CC422244EAC0}"/>
          </ac:spMkLst>
        </pc:spChg>
        <pc:spChg chg="mod">
          <ac:chgData name="Amilcar Jose Rodriguez Barrios" userId="efa7753a-59bf-44f0-ad53-c3388f48cff0" providerId="ADAL" clId="{ECC100FD-023F-4E10-9A7E-BC0C9D78DF98}" dt="2021-02-17T16:05:36.324" v="302"/>
          <ac:spMkLst>
            <pc:docMk/>
            <pc:sldMk cId="2430840791" sldId="2076137305"/>
            <ac:spMk id="4" creationId="{45E557D4-7006-44DA-B289-E7ADE211F406}"/>
          </ac:spMkLst>
        </pc:spChg>
        <pc:spChg chg="mod">
          <ac:chgData name="Amilcar Jose Rodriguez Barrios" userId="efa7753a-59bf-44f0-ad53-c3388f48cff0" providerId="ADAL" clId="{ECC100FD-023F-4E10-9A7E-BC0C9D78DF98}" dt="2021-02-17T16:05:36.324" v="302"/>
          <ac:spMkLst>
            <pc:docMk/>
            <pc:sldMk cId="2430840791" sldId="2076137305"/>
            <ac:spMk id="7" creationId="{DD927EAA-40D7-4A0B-B4D4-0864C85B1D9E}"/>
          </ac:spMkLst>
        </pc:spChg>
        <pc:spChg chg="mod">
          <ac:chgData name="Amilcar Jose Rodriguez Barrios" userId="efa7753a-59bf-44f0-ad53-c3388f48cff0" providerId="ADAL" clId="{ECC100FD-023F-4E10-9A7E-BC0C9D78DF98}" dt="2021-02-17T16:05:36.324" v="302"/>
          <ac:spMkLst>
            <pc:docMk/>
            <pc:sldMk cId="2430840791" sldId="2076137305"/>
            <ac:spMk id="9" creationId="{A93C125B-7DFD-4D62-A8F9-2793B54482CD}"/>
          </ac:spMkLst>
        </pc:spChg>
        <pc:spChg chg="add mod">
          <ac:chgData name="Amilcar Jose Rodriguez Barrios" userId="efa7753a-59bf-44f0-ad53-c3388f48cff0" providerId="ADAL" clId="{ECC100FD-023F-4E10-9A7E-BC0C9D78DF98}" dt="2021-02-17T16:07:13.475" v="329" actId="113"/>
          <ac:spMkLst>
            <pc:docMk/>
            <pc:sldMk cId="2430840791" sldId="2076137305"/>
            <ac:spMk id="11" creationId="{9B743B8B-0631-49EB-A5CC-A8B3185B9B55}"/>
          </ac:spMkLst>
        </pc:spChg>
        <pc:spChg chg="add mod">
          <ac:chgData name="Amilcar Jose Rodriguez Barrios" userId="efa7753a-59bf-44f0-ad53-c3388f48cff0" providerId="ADAL" clId="{ECC100FD-023F-4E10-9A7E-BC0C9D78DF98}" dt="2021-02-17T16:06:08.611" v="313" actId="1076"/>
          <ac:spMkLst>
            <pc:docMk/>
            <pc:sldMk cId="2430840791" sldId="2076137305"/>
            <ac:spMk id="12" creationId="{D3F06A7F-9D06-4230-9C4C-46B91D29FD99}"/>
          </ac:spMkLst>
        </pc:spChg>
        <pc:grpChg chg="add mod">
          <ac:chgData name="Amilcar Jose Rodriguez Barrios" userId="efa7753a-59bf-44f0-ad53-c3388f48cff0" providerId="ADAL" clId="{ECC100FD-023F-4E10-9A7E-BC0C9D78DF98}" dt="2021-02-17T16:05:36.324" v="302"/>
          <ac:grpSpMkLst>
            <pc:docMk/>
            <pc:sldMk cId="2430840791" sldId="2076137305"/>
            <ac:grpSpMk id="2" creationId="{E2985DAC-732C-455B-861C-4C1D0C0D5934}"/>
          </ac:grpSpMkLst>
        </pc:grpChg>
        <pc:grpChg chg="add mod">
          <ac:chgData name="Amilcar Jose Rodriguez Barrios" userId="efa7753a-59bf-44f0-ad53-c3388f48cff0" providerId="ADAL" clId="{ECC100FD-023F-4E10-9A7E-BC0C9D78DF98}" dt="2021-02-17T16:05:36.324" v="302"/>
          <ac:grpSpMkLst>
            <pc:docMk/>
            <pc:sldMk cId="2430840791" sldId="2076137305"/>
            <ac:grpSpMk id="5" creationId="{BB4D6BD7-E457-4FE4-98A6-B5C57A9F73CC}"/>
          </ac:grpSpMkLst>
        </pc:grpChg>
        <pc:grpChg chg="add mod">
          <ac:chgData name="Amilcar Jose Rodriguez Barrios" userId="efa7753a-59bf-44f0-ad53-c3388f48cff0" providerId="ADAL" clId="{ECC100FD-023F-4E10-9A7E-BC0C9D78DF98}" dt="2021-02-17T16:05:36.324" v="302"/>
          <ac:grpSpMkLst>
            <pc:docMk/>
            <pc:sldMk cId="2430840791" sldId="2076137305"/>
            <ac:grpSpMk id="8" creationId="{7B378774-62ED-465A-BAB0-EDA7B08EE91C}"/>
          </ac:grpSpMkLst>
        </pc:grpChg>
        <pc:grpChg chg="add mod">
          <ac:chgData name="Amilcar Jose Rodriguez Barrios" userId="efa7753a-59bf-44f0-ad53-c3388f48cff0" providerId="ADAL" clId="{ECC100FD-023F-4E10-9A7E-BC0C9D78DF98}" dt="2021-02-17T16:06:13.792" v="316" actId="1076"/>
          <ac:grpSpMkLst>
            <pc:docMk/>
            <pc:sldMk cId="2430840791" sldId="2076137305"/>
            <ac:grpSpMk id="13" creationId="{BD2D323A-19DD-40C2-9E6C-D86470B375D0}"/>
          </ac:grpSpMkLst>
        </pc:grpChg>
        <pc:picChg chg="mod">
          <ac:chgData name="Amilcar Jose Rodriguez Barrios" userId="efa7753a-59bf-44f0-ad53-c3388f48cff0" providerId="ADAL" clId="{ECC100FD-023F-4E10-9A7E-BC0C9D78DF98}" dt="2021-02-17T16:05:36.324" v="302"/>
          <ac:picMkLst>
            <pc:docMk/>
            <pc:sldMk cId="2430840791" sldId="2076137305"/>
            <ac:picMk id="10" creationId="{22E3D4A6-626D-4397-8D26-70F87CBCD519}"/>
          </ac:picMkLst>
        </pc:picChg>
        <pc:picChg chg="mod">
          <ac:chgData name="Amilcar Jose Rodriguez Barrios" userId="efa7753a-59bf-44f0-ad53-c3388f48cff0" providerId="ADAL" clId="{ECC100FD-023F-4E10-9A7E-BC0C9D78DF98}" dt="2021-02-17T16:05:43.860" v="303"/>
          <ac:picMkLst>
            <pc:docMk/>
            <pc:sldMk cId="2430840791" sldId="2076137305"/>
            <ac:picMk id="14" creationId="{DA0A6440-09A6-47E4-901B-F8DF641D30C1}"/>
          </ac:picMkLst>
        </pc:picChg>
        <pc:cxnChg chg="mod">
          <ac:chgData name="Amilcar Jose Rodriguez Barrios" userId="efa7753a-59bf-44f0-ad53-c3388f48cff0" providerId="ADAL" clId="{ECC100FD-023F-4E10-9A7E-BC0C9D78DF98}" dt="2021-02-17T16:05:36.324" v="302"/>
          <ac:cxnSpMkLst>
            <pc:docMk/>
            <pc:sldMk cId="2430840791" sldId="2076137305"/>
            <ac:cxnSpMk id="6" creationId="{7A4990C6-50C5-4A96-87F1-30DCF6676D91}"/>
          </ac:cxnSpMkLst>
        </pc:cxnChg>
        <pc:cxnChg chg="mod">
          <ac:chgData name="Amilcar Jose Rodriguez Barrios" userId="efa7753a-59bf-44f0-ad53-c3388f48cff0" providerId="ADAL" clId="{ECC100FD-023F-4E10-9A7E-BC0C9D78DF98}" dt="2021-02-17T16:05:43.860" v="303"/>
          <ac:cxnSpMkLst>
            <pc:docMk/>
            <pc:sldMk cId="2430840791" sldId="2076137305"/>
            <ac:cxnSpMk id="15" creationId="{68473B26-4E9E-446B-9658-1C833D12A044}"/>
          </ac:cxnSpMkLst>
        </pc:cxnChg>
        <pc:cxnChg chg="mod">
          <ac:chgData name="Amilcar Jose Rodriguez Barrios" userId="efa7753a-59bf-44f0-ad53-c3388f48cff0" providerId="ADAL" clId="{ECC100FD-023F-4E10-9A7E-BC0C9D78DF98}" dt="2021-02-17T16:05:43.860" v="303"/>
          <ac:cxnSpMkLst>
            <pc:docMk/>
            <pc:sldMk cId="2430840791" sldId="2076137305"/>
            <ac:cxnSpMk id="16" creationId="{101353D5-41E6-4650-9E6D-17926EF03CEB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18T14:02:02.333" v="1302" actId="1076"/>
        <pc:sldMkLst>
          <pc:docMk/>
          <pc:sldMk cId="2298941301" sldId="2076137306"/>
        </pc:sldMkLst>
        <pc:spChg chg="mod">
          <ac:chgData name="Amilcar Jose Rodriguez Barrios" userId="efa7753a-59bf-44f0-ad53-c3388f48cff0" providerId="ADAL" clId="{ECC100FD-023F-4E10-9A7E-BC0C9D78DF98}" dt="2021-02-17T16:06:44.093" v="317"/>
          <ac:spMkLst>
            <pc:docMk/>
            <pc:sldMk cId="2298941301" sldId="2076137306"/>
            <ac:spMk id="3" creationId="{B20328AA-2383-413B-8938-13FA6A2C27F0}"/>
          </ac:spMkLst>
        </pc:spChg>
        <pc:spChg chg="mod">
          <ac:chgData name="Amilcar Jose Rodriguez Barrios" userId="efa7753a-59bf-44f0-ad53-c3388f48cff0" providerId="ADAL" clId="{ECC100FD-023F-4E10-9A7E-BC0C9D78DF98}" dt="2021-02-17T16:06:44.093" v="317"/>
          <ac:spMkLst>
            <pc:docMk/>
            <pc:sldMk cId="2298941301" sldId="2076137306"/>
            <ac:spMk id="4" creationId="{F42D10BC-904D-4C4F-ACB8-8EFB5B8E3376}"/>
          </ac:spMkLst>
        </pc:spChg>
        <pc:spChg chg="mod">
          <ac:chgData name="Amilcar Jose Rodriguez Barrios" userId="efa7753a-59bf-44f0-ad53-c3388f48cff0" providerId="ADAL" clId="{ECC100FD-023F-4E10-9A7E-BC0C9D78DF98}" dt="2021-02-17T16:06:44.093" v="317"/>
          <ac:spMkLst>
            <pc:docMk/>
            <pc:sldMk cId="2298941301" sldId="2076137306"/>
            <ac:spMk id="7" creationId="{1517D6B1-B660-459A-A7AA-67725B45BA4A}"/>
          </ac:spMkLst>
        </pc:spChg>
        <pc:spChg chg="mod">
          <ac:chgData name="Amilcar Jose Rodriguez Barrios" userId="efa7753a-59bf-44f0-ad53-c3388f48cff0" providerId="ADAL" clId="{ECC100FD-023F-4E10-9A7E-BC0C9D78DF98}" dt="2021-02-17T16:06:44.093" v="317"/>
          <ac:spMkLst>
            <pc:docMk/>
            <pc:sldMk cId="2298941301" sldId="2076137306"/>
            <ac:spMk id="9" creationId="{BBCCC6EC-DBC9-4E7E-8C41-458A4F734662}"/>
          </ac:spMkLst>
        </pc:spChg>
        <pc:spChg chg="add mod">
          <ac:chgData name="Amilcar Jose Rodriguez Barrios" userId="efa7753a-59bf-44f0-ad53-c3388f48cff0" providerId="ADAL" clId="{ECC100FD-023F-4E10-9A7E-BC0C9D78DF98}" dt="2021-02-17T16:07:18.374" v="331" actId="1076"/>
          <ac:spMkLst>
            <pc:docMk/>
            <pc:sldMk cId="2298941301" sldId="2076137306"/>
            <ac:spMk id="11" creationId="{3600424E-8D5C-4AE5-BD45-4324F920605B}"/>
          </ac:spMkLst>
        </pc:spChg>
        <pc:spChg chg="add mod">
          <ac:chgData name="Amilcar Jose Rodriguez Barrios" userId="efa7753a-59bf-44f0-ad53-c3388f48cff0" providerId="ADAL" clId="{ECC100FD-023F-4E10-9A7E-BC0C9D78DF98}" dt="2021-02-17T16:07:02.694" v="324" actId="1076"/>
          <ac:spMkLst>
            <pc:docMk/>
            <pc:sldMk cId="2298941301" sldId="2076137306"/>
            <ac:spMk id="12" creationId="{79822756-2781-462F-ADDF-75A2ABEA26C5}"/>
          </ac:spMkLst>
        </pc:spChg>
        <pc:grpChg chg="add mod">
          <ac:chgData name="Amilcar Jose Rodriguez Barrios" userId="efa7753a-59bf-44f0-ad53-c3388f48cff0" providerId="ADAL" clId="{ECC100FD-023F-4E10-9A7E-BC0C9D78DF98}" dt="2021-02-17T16:06:44.093" v="317"/>
          <ac:grpSpMkLst>
            <pc:docMk/>
            <pc:sldMk cId="2298941301" sldId="2076137306"/>
            <ac:grpSpMk id="2" creationId="{5BCE4CBB-41D3-4838-9B76-F2BE4636CD0C}"/>
          </ac:grpSpMkLst>
        </pc:grpChg>
        <pc:grpChg chg="add mod">
          <ac:chgData name="Amilcar Jose Rodriguez Barrios" userId="efa7753a-59bf-44f0-ad53-c3388f48cff0" providerId="ADAL" clId="{ECC100FD-023F-4E10-9A7E-BC0C9D78DF98}" dt="2021-02-17T16:06:44.093" v="317"/>
          <ac:grpSpMkLst>
            <pc:docMk/>
            <pc:sldMk cId="2298941301" sldId="2076137306"/>
            <ac:grpSpMk id="5" creationId="{CA8B5EEC-A26B-4DD8-ACAA-0D1F6C22791F}"/>
          </ac:grpSpMkLst>
        </pc:grpChg>
        <pc:grpChg chg="add mod">
          <ac:chgData name="Amilcar Jose Rodriguez Barrios" userId="efa7753a-59bf-44f0-ad53-c3388f48cff0" providerId="ADAL" clId="{ECC100FD-023F-4E10-9A7E-BC0C9D78DF98}" dt="2021-02-17T16:06:44.093" v="317"/>
          <ac:grpSpMkLst>
            <pc:docMk/>
            <pc:sldMk cId="2298941301" sldId="2076137306"/>
            <ac:grpSpMk id="8" creationId="{8C933850-B7C0-4091-8FFB-C932DA2E4022}"/>
          </ac:grpSpMkLst>
        </pc:grpChg>
        <pc:grpChg chg="add mod">
          <ac:chgData name="Amilcar Jose Rodriguez Barrios" userId="efa7753a-59bf-44f0-ad53-c3388f48cff0" providerId="ADAL" clId="{ECC100FD-023F-4E10-9A7E-BC0C9D78DF98}" dt="2021-02-18T14:02:02.333" v="1302" actId="1076"/>
          <ac:grpSpMkLst>
            <pc:docMk/>
            <pc:sldMk cId="2298941301" sldId="2076137306"/>
            <ac:grpSpMk id="13" creationId="{76CD2F7C-B8AF-4F3C-AAE4-C090242669FC}"/>
          </ac:grpSpMkLst>
        </pc:grpChg>
        <pc:picChg chg="mod">
          <ac:chgData name="Amilcar Jose Rodriguez Barrios" userId="efa7753a-59bf-44f0-ad53-c3388f48cff0" providerId="ADAL" clId="{ECC100FD-023F-4E10-9A7E-BC0C9D78DF98}" dt="2021-02-17T16:06:44.093" v="317"/>
          <ac:picMkLst>
            <pc:docMk/>
            <pc:sldMk cId="2298941301" sldId="2076137306"/>
            <ac:picMk id="10" creationId="{D8FD91EE-A5AB-4694-A103-5EDC869552C2}"/>
          </ac:picMkLst>
        </pc:picChg>
        <pc:picChg chg="mod">
          <ac:chgData name="Amilcar Jose Rodriguez Barrios" userId="efa7753a-59bf-44f0-ad53-c3388f48cff0" providerId="ADAL" clId="{ECC100FD-023F-4E10-9A7E-BC0C9D78DF98}" dt="2021-02-17T16:06:50.286" v="318"/>
          <ac:picMkLst>
            <pc:docMk/>
            <pc:sldMk cId="2298941301" sldId="2076137306"/>
            <ac:picMk id="14" creationId="{14BA654E-9947-4112-9FC1-ED59D52E33E7}"/>
          </ac:picMkLst>
        </pc:picChg>
        <pc:cxnChg chg="mod">
          <ac:chgData name="Amilcar Jose Rodriguez Barrios" userId="efa7753a-59bf-44f0-ad53-c3388f48cff0" providerId="ADAL" clId="{ECC100FD-023F-4E10-9A7E-BC0C9D78DF98}" dt="2021-02-17T16:06:44.093" v="317"/>
          <ac:cxnSpMkLst>
            <pc:docMk/>
            <pc:sldMk cId="2298941301" sldId="2076137306"/>
            <ac:cxnSpMk id="6" creationId="{D2FA4B94-B6C2-478D-A4AB-5D7A36402B85}"/>
          </ac:cxnSpMkLst>
        </pc:cxnChg>
        <pc:cxnChg chg="mod">
          <ac:chgData name="Amilcar Jose Rodriguez Barrios" userId="efa7753a-59bf-44f0-ad53-c3388f48cff0" providerId="ADAL" clId="{ECC100FD-023F-4E10-9A7E-BC0C9D78DF98}" dt="2021-02-17T16:06:50.286" v="318"/>
          <ac:cxnSpMkLst>
            <pc:docMk/>
            <pc:sldMk cId="2298941301" sldId="2076137306"/>
            <ac:cxnSpMk id="15" creationId="{2D31FF55-A722-4395-B887-723BC463232F}"/>
          </ac:cxnSpMkLst>
        </pc:cxnChg>
        <pc:cxnChg chg="mod">
          <ac:chgData name="Amilcar Jose Rodriguez Barrios" userId="efa7753a-59bf-44f0-ad53-c3388f48cff0" providerId="ADAL" clId="{ECC100FD-023F-4E10-9A7E-BC0C9D78DF98}" dt="2021-02-17T16:06:50.286" v="318"/>
          <ac:cxnSpMkLst>
            <pc:docMk/>
            <pc:sldMk cId="2298941301" sldId="2076137306"/>
            <ac:cxnSpMk id="16" creationId="{61B9597C-CC60-4EB3-B097-5DB6ED135467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17T16:10:33.778" v="403" actId="1076"/>
        <pc:sldMkLst>
          <pc:docMk/>
          <pc:sldMk cId="3387504626" sldId="2076137307"/>
        </pc:sldMkLst>
        <pc:spChg chg="add mod">
          <ac:chgData name="Amilcar Jose Rodriguez Barrios" userId="efa7753a-59bf-44f0-ad53-c3388f48cff0" providerId="ADAL" clId="{ECC100FD-023F-4E10-9A7E-BC0C9D78DF98}" dt="2021-02-17T16:10:33.778" v="403" actId="1076"/>
          <ac:spMkLst>
            <pc:docMk/>
            <pc:sldMk cId="3387504626" sldId="2076137307"/>
            <ac:spMk id="2" creationId="{C0FD5AC5-2CC8-4272-B700-EB8BDA466F30}"/>
          </ac:spMkLst>
        </pc:spChg>
        <pc:spChg chg="mod">
          <ac:chgData name="Amilcar Jose Rodriguez Barrios" userId="efa7753a-59bf-44f0-ad53-c3388f48cff0" providerId="ADAL" clId="{ECC100FD-023F-4E10-9A7E-BC0C9D78DF98}" dt="2021-02-17T16:09:30.459" v="358"/>
          <ac:spMkLst>
            <pc:docMk/>
            <pc:sldMk cId="3387504626" sldId="2076137307"/>
            <ac:spMk id="5" creationId="{C81C7DC4-12AB-494E-B8A5-B5EAC510948D}"/>
          </ac:spMkLst>
        </pc:spChg>
        <pc:spChg chg="mod">
          <ac:chgData name="Amilcar Jose Rodriguez Barrios" userId="efa7753a-59bf-44f0-ad53-c3388f48cff0" providerId="ADAL" clId="{ECC100FD-023F-4E10-9A7E-BC0C9D78DF98}" dt="2021-02-17T16:09:30.459" v="358"/>
          <ac:spMkLst>
            <pc:docMk/>
            <pc:sldMk cId="3387504626" sldId="2076137307"/>
            <ac:spMk id="6" creationId="{4B0D09D1-3340-449F-92D1-4D69E5F19371}"/>
          </ac:spMkLst>
        </pc:spChg>
        <pc:spChg chg="add mod">
          <ac:chgData name="Amilcar Jose Rodriguez Barrios" userId="efa7753a-59bf-44f0-ad53-c3388f48cff0" providerId="ADAL" clId="{ECC100FD-023F-4E10-9A7E-BC0C9D78DF98}" dt="2021-02-17T16:10:31.374" v="402" actId="1036"/>
          <ac:spMkLst>
            <pc:docMk/>
            <pc:sldMk cId="3387504626" sldId="2076137307"/>
            <ac:spMk id="7" creationId="{27CB6333-C638-4278-A6EC-00049BA2983E}"/>
          </ac:spMkLst>
        </pc:spChg>
        <pc:spChg chg="add mod">
          <ac:chgData name="Amilcar Jose Rodriguez Barrios" userId="efa7753a-59bf-44f0-ad53-c3388f48cff0" providerId="ADAL" clId="{ECC100FD-023F-4E10-9A7E-BC0C9D78DF98}" dt="2021-02-17T16:10:31.374" v="402" actId="1036"/>
          <ac:spMkLst>
            <pc:docMk/>
            <pc:sldMk cId="3387504626" sldId="2076137307"/>
            <ac:spMk id="8" creationId="{2DA1BAA2-DDC1-427D-9FCE-BE7298FF1BC0}"/>
          </ac:spMkLst>
        </pc:spChg>
        <pc:spChg chg="mod">
          <ac:chgData name="Amilcar Jose Rodriguez Barrios" userId="efa7753a-59bf-44f0-ad53-c3388f48cff0" providerId="ADAL" clId="{ECC100FD-023F-4E10-9A7E-BC0C9D78DF98}" dt="2021-02-17T16:10:16.403" v="380"/>
          <ac:spMkLst>
            <pc:docMk/>
            <pc:sldMk cId="3387504626" sldId="2076137307"/>
            <ac:spMk id="10" creationId="{5A9D4734-7ADA-47D7-B464-77BDEBC127CD}"/>
          </ac:spMkLst>
        </pc:spChg>
        <pc:spChg chg="mod">
          <ac:chgData name="Amilcar Jose Rodriguez Barrios" userId="efa7753a-59bf-44f0-ad53-c3388f48cff0" providerId="ADAL" clId="{ECC100FD-023F-4E10-9A7E-BC0C9D78DF98}" dt="2021-02-17T16:10:16.403" v="380"/>
          <ac:spMkLst>
            <pc:docMk/>
            <pc:sldMk cId="3387504626" sldId="2076137307"/>
            <ac:spMk id="11" creationId="{D54D7BB0-C124-4A1E-9EF8-05ADC533D0D8}"/>
          </ac:spMkLst>
        </pc:spChg>
        <pc:spChg chg="mod">
          <ac:chgData name="Amilcar Jose Rodriguez Barrios" userId="efa7753a-59bf-44f0-ad53-c3388f48cff0" providerId="ADAL" clId="{ECC100FD-023F-4E10-9A7E-BC0C9D78DF98}" dt="2021-02-17T16:10:16.403" v="380"/>
          <ac:spMkLst>
            <pc:docMk/>
            <pc:sldMk cId="3387504626" sldId="2076137307"/>
            <ac:spMk id="14" creationId="{693543BD-3385-4E03-A9EA-05D292036DCA}"/>
          </ac:spMkLst>
        </pc:spChg>
        <pc:spChg chg="mod">
          <ac:chgData name="Amilcar Jose Rodriguez Barrios" userId="efa7753a-59bf-44f0-ad53-c3388f48cff0" providerId="ADAL" clId="{ECC100FD-023F-4E10-9A7E-BC0C9D78DF98}" dt="2021-02-17T16:10:16.403" v="380"/>
          <ac:spMkLst>
            <pc:docMk/>
            <pc:sldMk cId="3387504626" sldId="2076137307"/>
            <ac:spMk id="16" creationId="{445C0F0B-19A8-43AD-8887-4B85AB8F49CD}"/>
          </ac:spMkLst>
        </pc:spChg>
        <pc:grpChg chg="add mod">
          <ac:chgData name="Amilcar Jose Rodriguez Barrios" userId="efa7753a-59bf-44f0-ad53-c3388f48cff0" providerId="ADAL" clId="{ECC100FD-023F-4E10-9A7E-BC0C9D78DF98}" dt="2021-02-17T16:10:31.374" v="402" actId="1036"/>
          <ac:grpSpMkLst>
            <pc:docMk/>
            <pc:sldMk cId="3387504626" sldId="2076137307"/>
            <ac:grpSpMk id="4" creationId="{78AB8C8D-D8FE-4009-8E76-55699CC8E08C}"/>
          </ac:grpSpMkLst>
        </pc:grpChg>
        <pc:grpChg chg="add mod">
          <ac:chgData name="Amilcar Jose Rodriguez Barrios" userId="efa7753a-59bf-44f0-ad53-c3388f48cff0" providerId="ADAL" clId="{ECC100FD-023F-4E10-9A7E-BC0C9D78DF98}" dt="2021-02-17T16:10:19.810" v="388" actId="1035"/>
          <ac:grpSpMkLst>
            <pc:docMk/>
            <pc:sldMk cId="3387504626" sldId="2076137307"/>
            <ac:grpSpMk id="9" creationId="{5D1D256F-2109-4172-B195-3515BA556E44}"/>
          </ac:grpSpMkLst>
        </pc:grpChg>
        <pc:grpChg chg="add mod">
          <ac:chgData name="Amilcar Jose Rodriguez Barrios" userId="efa7753a-59bf-44f0-ad53-c3388f48cff0" providerId="ADAL" clId="{ECC100FD-023F-4E10-9A7E-BC0C9D78DF98}" dt="2021-02-17T16:10:19.810" v="388" actId="1035"/>
          <ac:grpSpMkLst>
            <pc:docMk/>
            <pc:sldMk cId="3387504626" sldId="2076137307"/>
            <ac:grpSpMk id="12" creationId="{5B7CBB0A-89F9-4C73-8A5E-6DE85C04DBED}"/>
          </ac:grpSpMkLst>
        </pc:grpChg>
        <pc:grpChg chg="add mod">
          <ac:chgData name="Amilcar Jose Rodriguez Barrios" userId="efa7753a-59bf-44f0-ad53-c3388f48cff0" providerId="ADAL" clId="{ECC100FD-023F-4E10-9A7E-BC0C9D78DF98}" dt="2021-02-17T16:10:19.810" v="388" actId="1035"/>
          <ac:grpSpMkLst>
            <pc:docMk/>
            <pc:sldMk cId="3387504626" sldId="2076137307"/>
            <ac:grpSpMk id="15" creationId="{0D36BF59-1B81-496F-9241-87569D9C2D7C}"/>
          </ac:grpSpMkLst>
        </pc:grpChg>
        <pc:picChg chg="add mod">
          <ac:chgData name="Amilcar Jose Rodriguez Barrios" userId="efa7753a-59bf-44f0-ad53-c3388f48cff0" providerId="ADAL" clId="{ECC100FD-023F-4E10-9A7E-BC0C9D78DF98}" dt="2021-02-17T16:10:31.374" v="402" actId="1036"/>
          <ac:picMkLst>
            <pc:docMk/>
            <pc:sldMk cId="3387504626" sldId="2076137307"/>
            <ac:picMk id="3" creationId="{A0043E68-3A84-4906-9753-EDAEC57F3BEB}"/>
          </ac:picMkLst>
        </pc:picChg>
        <pc:picChg chg="mod">
          <ac:chgData name="Amilcar Jose Rodriguez Barrios" userId="efa7753a-59bf-44f0-ad53-c3388f48cff0" providerId="ADAL" clId="{ECC100FD-023F-4E10-9A7E-BC0C9D78DF98}" dt="2021-02-17T16:10:16.403" v="380"/>
          <ac:picMkLst>
            <pc:docMk/>
            <pc:sldMk cId="3387504626" sldId="2076137307"/>
            <ac:picMk id="17" creationId="{51B4C8D1-EE62-46E0-BF22-AD6CBDACA32A}"/>
          </ac:picMkLst>
        </pc:picChg>
        <pc:cxnChg chg="mod">
          <ac:chgData name="Amilcar Jose Rodriguez Barrios" userId="efa7753a-59bf-44f0-ad53-c3388f48cff0" providerId="ADAL" clId="{ECC100FD-023F-4E10-9A7E-BC0C9D78DF98}" dt="2021-02-17T16:10:16.403" v="380"/>
          <ac:cxnSpMkLst>
            <pc:docMk/>
            <pc:sldMk cId="3387504626" sldId="2076137307"/>
            <ac:cxnSpMk id="13" creationId="{6697D0BD-C153-40C5-814D-D4B1AE773CDA}"/>
          </ac:cxnSpMkLst>
        </pc:cxnChg>
      </pc:sldChg>
      <pc:sldChg chg="modSp add del mod">
        <pc:chgData name="Amilcar Jose Rodriguez Barrios" userId="efa7753a-59bf-44f0-ad53-c3388f48cff0" providerId="ADAL" clId="{ECC100FD-023F-4E10-9A7E-BC0C9D78DF98}" dt="2021-02-17T16:10:21.952" v="389" actId="47"/>
        <pc:sldMkLst>
          <pc:docMk/>
          <pc:sldMk cId="2490023874" sldId="2076137308"/>
        </pc:sldMkLst>
        <pc:spChg chg="mod">
          <ac:chgData name="Amilcar Jose Rodriguez Barrios" userId="efa7753a-59bf-44f0-ad53-c3388f48cff0" providerId="ADAL" clId="{ECC100FD-023F-4E10-9A7E-BC0C9D78DF98}" dt="2021-02-17T16:09:06.317" v="353" actId="113"/>
          <ac:spMkLst>
            <pc:docMk/>
            <pc:sldMk cId="2490023874" sldId="2076137308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2-17T16:11:56.139" v="446" actId="1076"/>
        <pc:sldMkLst>
          <pc:docMk/>
          <pc:sldMk cId="3583498315" sldId="2076137309"/>
        </pc:sldMkLst>
        <pc:spChg chg="add mod">
          <ac:chgData name="Amilcar Jose Rodriguez Barrios" userId="efa7753a-59bf-44f0-ad53-c3388f48cff0" providerId="ADAL" clId="{ECC100FD-023F-4E10-9A7E-BC0C9D78DF98}" dt="2021-02-17T16:10:58.366" v="407" actId="20577"/>
          <ac:spMkLst>
            <pc:docMk/>
            <pc:sldMk cId="3583498315" sldId="2076137309"/>
            <ac:spMk id="2" creationId="{9A737677-B1FB-442D-AA60-7E2FF208BAB5}"/>
          </ac:spMkLst>
        </pc:spChg>
        <pc:spChg chg="add mod">
          <ac:chgData name="Amilcar Jose Rodriguez Barrios" userId="efa7753a-59bf-44f0-ad53-c3388f48cff0" providerId="ADAL" clId="{ECC100FD-023F-4E10-9A7E-BC0C9D78DF98}" dt="2021-02-17T16:10:48.421" v="404"/>
          <ac:spMkLst>
            <pc:docMk/>
            <pc:sldMk cId="3583498315" sldId="2076137309"/>
            <ac:spMk id="3" creationId="{FA6325DD-4820-4588-96DB-263BE2F98C05}"/>
          </ac:spMkLst>
        </pc:spChg>
        <pc:spChg chg="add mod">
          <ac:chgData name="Amilcar Jose Rodriguez Barrios" userId="efa7753a-59bf-44f0-ad53-c3388f48cff0" providerId="ADAL" clId="{ECC100FD-023F-4E10-9A7E-BC0C9D78DF98}" dt="2021-02-17T16:11:56.139" v="446" actId="1076"/>
          <ac:spMkLst>
            <pc:docMk/>
            <pc:sldMk cId="3583498315" sldId="2076137309"/>
            <ac:spMk id="4" creationId="{B2A05C25-6070-4E0B-A212-575662DCA15E}"/>
          </ac:spMkLst>
        </pc:spChg>
        <pc:spChg chg="add del mod">
          <ac:chgData name="Amilcar Jose Rodriguez Barrios" userId="efa7753a-59bf-44f0-ad53-c3388f48cff0" providerId="ADAL" clId="{ECC100FD-023F-4E10-9A7E-BC0C9D78DF98}" dt="2021-02-17T16:11:51.448" v="444" actId="478"/>
          <ac:spMkLst>
            <pc:docMk/>
            <pc:sldMk cId="3583498315" sldId="2076137309"/>
            <ac:spMk id="5" creationId="{FB629218-757D-41A9-B72E-B5D12859B134}"/>
          </ac:spMkLst>
        </pc:spChg>
        <pc:spChg chg="add mod">
          <ac:chgData name="Amilcar Jose Rodriguez Barrios" userId="efa7753a-59bf-44f0-ad53-c3388f48cff0" providerId="ADAL" clId="{ECC100FD-023F-4E10-9A7E-BC0C9D78DF98}" dt="2021-02-17T16:11:15.416" v="436" actId="20577"/>
          <ac:spMkLst>
            <pc:docMk/>
            <pc:sldMk cId="3583498315" sldId="2076137309"/>
            <ac:spMk id="6" creationId="{5F7E92B5-37A1-44D2-8E11-6D3F4A150ECB}"/>
          </ac:spMkLst>
        </pc:spChg>
        <pc:spChg chg="mod">
          <ac:chgData name="Amilcar Jose Rodriguez Barrios" userId="efa7753a-59bf-44f0-ad53-c3388f48cff0" providerId="ADAL" clId="{ECC100FD-023F-4E10-9A7E-BC0C9D78DF98}" dt="2021-02-17T16:10:52.944" v="405"/>
          <ac:spMkLst>
            <pc:docMk/>
            <pc:sldMk cId="3583498315" sldId="2076137309"/>
            <ac:spMk id="8" creationId="{26F2D6E0-DFCD-4068-8B5A-735753770C07}"/>
          </ac:spMkLst>
        </pc:spChg>
        <pc:spChg chg="mod">
          <ac:chgData name="Amilcar Jose Rodriguez Barrios" userId="efa7753a-59bf-44f0-ad53-c3388f48cff0" providerId="ADAL" clId="{ECC100FD-023F-4E10-9A7E-BC0C9D78DF98}" dt="2021-02-17T16:10:52.944" v="405"/>
          <ac:spMkLst>
            <pc:docMk/>
            <pc:sldMk cId="3583498315" sldId="2076137309"/>
            <ac:spMk id="9" creationId="{0215403C-9236-408C-8390-1AE407805169}"/>
          </ac:spMkLst>
        </pc:spChg>
        <pc:spChg chg="mod">
          <ac:chgData name="Amilcar Jose Rodriguez Barrios" userId="efa7753a-59bf-44f0-ad53-c3388f48cff0" providerId="ADAL" clId="{ECC100FD-023F-4E10-9A7E-BC0C9D78DF98}" dt="2021-02-17T16:10:52.944" v="405"/>
          <ac:spMkLst>
            <pc:docMk/>
            <pc:sldMk cId="3583498315" sldId="2076137309"/>
            <ac:spMk id="12" creationId="{0C290A3B-6B45-40BA-88F4-F9FD096E682B}"/>
          </ac:spMkLst>
        </pc:spChg>
        <pc:spChg chg="mod">
          <ac:chgData name="Amilcar Jose Rodriguez Barrios" userId="efa7753a-59bf-44f0-ad53-c3388f48cff0" providerId="ADAL" clId="{ECC100FD-023F-4E10-9A7E-BC0C9D78DF98}" dt="2021-02-17T16:10:52.944" v="405"/>
          <ac:spMkLst>
            <pc:docMk/>
            <pc:sldMk cId="3583498315" sldId="2076137309"/>
            <ac:spMk id="14" creationId="{79B95F72-5D32-4541-A235-D576A2FE931F}"/>
          </ac:spMkLst>
        </pc:spChg>
        <pc:spChg chg="add mod">
          <ac:chgData name="Amilcar Jose Rodriguez Barrios" userId="efa7753a-59bf-44f0-ad53-c3388f48cff0" providerId="ADAL" clId="{ECC100FD-023F-4E10-9A7E-BC0C9D78DF98}" dt="2021-02-17T16:11:54.271" v="445" actId="1076"/>
          <ac:spMkLst>
            <pc:docMk/>
            <pc:sldMk cId="3583498315" sldId="2076137309"/>
            <ac:spMk id="16" creationId="{E3A40545-C762-477A-BA04-18034143BFB6}"/>
          </ac:spMkLst>
        </pc:spChg>
        <pc:grpChg chg="add mod">
          <ac:chgData name="Amilcar Jose Rodriguez Barrios" userId="efa7753a-59bf-44f0-ad53-c3388f48cff0" providerId="ADAL" clId="{ECC100FD-023F-4E10-9A7E-BC0C9D78DF98}" dt="2021-02-17T16:11:40.683" v="439" actId="1076"/>
          <ac:grpSpMkLst>
            <pc:docMk/>
            <pc:sldMk cId="3583498315" sldId="2076137309"/>
            <ac:grpSpMk id="7" creationId="{07B5858E-7FA2-43BA-9BA7-0195A84048E8}"/>
          </ac:grpSpMkLst>
        </pc:grpChg>
        <pc:grpChg chg="add mod">
          <ac:chgData name="Amilcar Jose Rodriguez Barrios" userId="efa7753a-59bf-44f0-ad53-c3388f48cff0" providerId="ADAL" clId="{ECC100FD-023F-4E10-9A7E-BC0C9D78DF98}" dt="2021-02-17T16:10:52.944" v="405"/>
          <ac:grpSpMkLst>
            <pc:docMk/>
            <pc:sldMk cId="3583498315" sldId="2076137309"/>
            <ac:grpSpMk id="10" creationId="{D7AF7B67-4D96-4956-9D95-A0D60AB02C12}"/>
          </ac:grpSpMkLst>
        </pc:grpChg>
        <pc:grpChg chg="add mod">
          <ac:chgData name="Amilcar Jose Rodriguez Barrios" userId="efa7753a-59bf-44f0-ad53-c3388f48cff0" providerId="ADAL" clId="{ECC100FD-023F-4E10-9A7E-BC0C9D78DF98}" dt="2021-02-17T16:10:52.944" v="405"/>
          <ac:grpSpMkLst>
            <pc:docMk/>
            <pc:sldMk cId="3583498315" sldId="2076137309"/>
            <ac:grpSpMk id="13" creationId="{B4677B38-0D10-495E-AE0E-07C44C2C8BA3}"/>
          </ac:grpSpMkLst>
        </pc:grpChg>
        <pc:picChg chg="mod">
          <ac:chgData name="Amilcar Jose Rodriguez Barrios" userId="efa7753a-59bf-44f0-ad53-c3388f48cff0" providerId="ADAL" clId="{ECC100FD-023F-4E10-9A7E-BC0C9D78DF98}" dt="2021-02-17T16:10:52.944" v="405"/>
          <ac:picMkLst>
            <pc:docMk/>
            <pc:sldMk cId="3583498315" sldId="2076137309"/>
            <ac:picMk id="15" creationId="{D1E5C921-0CFB-45D1-81A1-1D691967B864}"/>
          </ac:picMkLst>
        </pc:picChg>
        <pc:cxnChg chg="mod">
          <ac:chgData name="Amilcar Jose Rodriguez Barrios" userId="efa7753a-59bf-44f0-ad53-c3388f48cff0" providerId="ADAL" clId="{ECC100FD-023F-4E10-9A7E-BC0C9D78DF98}" dt="2021-02-17T16:10:52.944" v="405"/>
          <ac:cxnSpMkLst>
            <pc:docMk/>
            <pc:sldMk cId="3583498315" sldId="2076137309"/>
            <ac:cxnSpMk id="11" creationId="{36BDAE8A-C45D-4D34-8D39-6BF7BB2053F3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17T19:35:32.198" v="1017" actId="1076"/>
        <pc:sldMkLst>
          <pc:docMk/>
          <pc:sldMk cId="1584785280" sldId="2076137310"/>
        </pc:sldMkLst>
        <pc:spChg chg="mod">
          <ac:chgData name="Amilcar Jose Rodriguez Barrios" userId="efa7753a-59bf-44f0-ad53-c3388f48cff0" providerId="ADAL" clId="{ECC100FD-023F-4E10-9A7E-BC0C9D78DF98}" dt="2021-02-17T16:13:38.744" v="447"/>
          <ac:spMkLst>
            <pc:docMk/>
            <pc:sldMk cId="1584785280" sldId="2076137310"/>
            <ac:spMk id="3" creationId="{AE111FE3-5EA2-4BA1-976E-3AFE92785D24}"/>
          </ac:spMkLst>
        </pc:spChg>
        <pc:spChg chg="mod">
          <ac:chgData name="Amilcar Jose Rodriguez Barrios" userId="efa7753a-59bf-44f0-ad53-c3388f48cff0" providerId="ADAL" clId="{ECC100FD-023F-4E10-9A7E-BC0C9D78DF98}" dt="2021-02-17T16:13:38.744" v="447"/>
          <ac:spMkLst>
            <pc:docMk/>
            <pc:sldMk cId="1584785280" sldId="2076137310"/>
            <ac:spMk id="4" creationId="{F4097B9C-AB8F-4BD6-A45D-5300AB9C67BD}"/>
          </ac:spMkLst>
        </pc:spChg>
        <pc:spChg chg="mod">
          <ac:chgData name="Amilcar Jose Rodriguez Barrios" userId="efa7753a-59bf-44f0-ad53-c3388f48cff0" providerId="ADAL" clId="{ECC100FD-023F-4E10-9A7E-BC0C9D78DF98}" dt="2021-02-17T16:13:38.744" v="447"/>
          <ac:spMkLst>
            <pc:docMk/>
            <pc:sldMk cId="1584785280" sldId="2076137310"/>
            <ac:spMk id="7" creationId="{FA4FC977-9F6B-469C-862A-F6127A6A289A}"/>
          </ac:spMkLst>
        </pc:spChg>
        <pc:spChg chg="mod">
          <ac:chgData name="Amilcar Jose Rodriguez Barrios" userId="efa7753a-59bf-44f0-ad53-c3388f48cff0" providerId="ADAL" clId="{ECC100FD-023F-4E10-9A7E-BC0C9D78DF98}" dt="2021-02-17T16:13:38.744" v="447"/>
          <ac:spMkLst>
            <pc:docMk/>
            <pc:sldMk cId="1584785280" sldId="2076137310"/>
            <ac:spMk id="9" creationId="{2F0D2523-FF24-4F7F-9ED2-DCABC927A9D7}"/>
          </ac:spMkLst>
        </pc:spChg>
        <pc:spChg chg="add del mod">
          <ac:chgData name="Amilcar Jose Rodriguez Barrios" userId="efa7753a-59bf-44f0-ad53-c3388f48cff0" providerId="ADAL" clId="{ECC100FD-023F-4E10-9A7E-BC0C9D78DF98}" dt="2021-02-17T16:14:41.465" v="462" actId="478"/>
          <ac:spMkLst>
            <pc:docMk/>
            <pc:sldMk cId="1584785280" sldId="2076137310"/>
            <ac:spMk id="11" creationId="{8C7029FF-DC82-4D22-9DD8-57B3EDBBBE1D}"/>
          </ac:spMkLst>
        </pc:spChg>
        <pc:spChg chg="add mod">
          <ac:chgData name="Amilcar Jose Rodriguez Barrios" userId="efa7753a-59bf-44f0-ad53-c3388f48cff0" providerId="ADAL" clId="{ECC100FD-023F-4E10-9A7E-BC0C9D78DF98}" dt="2021-02-17T18:45:06.595" v="473" actId="20577"/>
          <ac:spMkLst>
            <pc:docMk/>
            <pc:sldMk cId="1584785280" sldId="2076137310"/>
            <ac:spMk id="12" creationId="{0FDEFB39-2234-440B-8088-659171EA92D0}"/>
          </ac:spMkLst>
        </pc:spChg>
        <pc:spChg chg="add mod">
          <ac:chgData name="Amilcar Jose Rodriguez Barrios" userId="efa7753a-59bf-44f0-ad53-c3388f48cff0" providerId="ADAL" clId="{ECC100FD-023F-4E10-9A7E-BC0C9D78DF98}" dt="2021-02-17T16:13:59.789" v="448"/>
          <ac:spMkLst>
            <pc:docMk/>
            <pc:sldMk cId="1584785280" sldId="2076137310"/>
            <ac:spMk id="13" creationId="{C896B09F-3985-4AF7-B366-F8A989169F50}"/>
          </ac:spMkLst>
        </pc:spChg>
        <pc:spChg chg="add mod">
          <ac:chgData name="Amilcar Jose Rodriguez Barrios" userId="efa7753a-59bf-44f0-ad53-c3388f48cff0" providerId="ADAL" clId="{ECC100FD-023F-4E10-9A7E-BC0C9D78DF98}" dt="2021-02-17T16:13:59.789" v="448"/>
          <ac:spMkLst>
            <pc:docMk/>
            <pc:sldMk cId="1584785280" sldId="2076137310"/>
            <ac:spMk id="14" creationId="{E8F8C507-B706-4797-BB41-487BCF1D6656}"/>
          </ac:spMkLst>
        </pc:spChg>
        <pc:spChg chg="add mod">
          <ac:chgData name="Amilcar Jose Rodriguez Barrios" userId="efa7753a-59bf-44f0-ad53-c3388f48cff0" providerId="ADAL" clId="{ECC100FD-023F-4E10-9A7E-BC0C9D78DF98}" dt="2021-02-17T18:46:52.969" v="719" actId="1076"/>
          <ac:spMkLst>
            <pc:docMk/>
            <pc:sldMk cId="1584785280" sldId="2076137310"/>
            <ac:spMk id="15" creationId="{56BC6D63-2323-4EBC-8D83-56A2A03EEADB}"/>
          </ac:spMkLst>
        </pc:spChg>
        <pc:spChg chg="add mod">
          <ac:chgData name="Amilcar Jose Rodriguez Barrios" userId="efa7753a-59bf-44f0-ad53-c3388f48cff0" providerId="ADAL" clId="{ECC100FD-023F-4E10-9A7E-BC0C9D78DF98}" dt="2021-02-17T19:35:32.198" v="1017" actId="1076"/>
          <ac:spMkLst>
            <pc:docMk/>
            <pc:sldMk cId="1584785280" sldId="2076137310"/>
            <ac:spMk id="16" creationId="{0A068C04-6453-40CB-8C30-84B378533D2E}"/>
          </ac:spMkLst>
        </pc:spChg>
        <pc:grpChg chg="add mod">
          <ac:chgData name="Amilcar Jose Rodriguez Barrios" userId="efa7753a-59bf-44f0-ad53-c3388f48cff0" providerId="ADAL" clId="{ECC100FD-023F-4E10-9A7E-BC0C9D78DF98}" dt="2021-02-17T16:13:38.744" v="447"/>
          <ac:grpSpMkLst>
            <pc:docMk/>
            <pc:sldMk cId="1584785280" sldId="2076137310"/>
            <ac:grpSpMk id="2" creationId="{B2F38AA6-74E0-473A-8654-713E3A121033}"/>
          </ac:grpSpMkLst>
        </pc:grpChg>
        <pc:grpChg chg="add mod">
          <ac:chgData name="Amilcar Jose Rodriguez Barrios" userId="efa7753a-59bf-44f0-ad53-c3388f48cff0" providerId="ADAL" clId="{ECC100FD-023F-4E10-9A7E-BC0C9D78DF98}" dt="2021-02-17T16:13:38.744" v="447"/>
          <ac:grpSpMkLst>
            <pc:docMk/>
            <pc:sldMk cId="1584785280" sldId="2076137310"/>
            <ac:grpSpMk id="5" creationId="{68A06684-CA1D-445F-AD97-72FFE4642012}"/>
          </ac:grpSpMkLst>
        </pc:grpChg>
        <pc:grpChg chg="add mod">
          <ac:chgData name="Amilcar Jose Rodriguez Barrios" userId="efa7753a-59bf-44f0-ad53-c3388f48cff0" providerId="ADAL" clId="{ECC100FD-023F-4E10-9A7E-BC0C9D78DF98}" dt="2021-02-17T16:13:38.744" v="447"/>
          <ac:grpSpMkLst>
            <pc:docMk/>
            <pc:sldMk cId="1584785280" sldId="2076137310"/>
            <ac:grpSpMk id="8" creationId="{4E20BD5A-FEC7-401A-A792-71C4FDCBC0CC}"/>
          </ac:grpSpMkLst>
        </pc:grpChg>
        <pc:picChg chg="mod">
          <ac:chgData name="Amilcar Jose Rodriguez Barrios" userId="efa7753a-59bf-44f0-ad53-c3388f48cff0" providerId="ADAL" clId="{ECC100FD-023F-4E10-9A7E-BC0C9D78DF98}" dt="2021-02-17T16:13:38.744" v="447"/>
          <ac:picMkLst>
            <pc:docMk/>
            <pc:sldMk cId="1584785280" sldId="2076137310"/>
            <ac:picMk id="10" creationId="{B12C38A4-184B-491C-893E-3EF1A75C74AB}"/>
          </ac:picMkLst>
        </pc:picChg>
        <pc:cxnChg chg="mod">
          <ac:chgData name="Amilcar Jose Rodriguez Barrios" userId="efa7753a-59bf-44f0-ad53-c3388f48cff0" providerId="ADAL" clId="{ECC100FD-023F-4E10-9A7E-BC0C9D78DF98}" dt="2021-02-17T16:13:38.744" v="447"/>
          <ac:cxnSpMkLst>
            <pc:docMk/>
            <pc:sldMk cId="1584785280" sldId="2076137310"/>
            <ac:cxnSpMk id="6" creationId="{789A610E-0D28-421E-B606-AE1C93A3D72A}"/>
          </ac:cxnSpMkLst>
        </pc:cxnChg>
      </pc:sldChg>
      <pc:sldChg chg="addSp delSp modSp new mod delAnim modAnim">
        <pc:chgData name="Amilcar Jose Rodriguez Barrios" userId="efa7753a-59bf-44f0-ad53-c3388f48cff0" providerId="ADAL" clId="{ECC100FD-023F-4E10-9A7E-BC0C9D78DF98}" dt="2021-02-18T15:06:27.396" v="1317" actId="20577"/>
        <pc:sldMkLst>
          <pc:docMk/>
          <pc:sldMk cId="347515606" sldId="2076137311"/>
        </pc:sldMkLst>
        <pc:spChg chg="mod">
          <ac:chgData name="Amilcar Jose Rodriguez Barrios" userId="efa7753a-59bf-44f0-ad53-c3388f48cff0" providerId="ADAL" clId="{ECC100FD-023F-4E10-9A7E-BC0C9D78DF98}" dt="2021-02-17T18:47:36.661" v="720"/>
          <ac:spMkLst>
            <pc:docMk/>
            <pc:sldMk cId="347515606" sldId="2076137311"/>
            <ac:spMk id="3" creationId="{B6609762-10BA-43CB-BD08-DB891037F8B9}"/>
          </ac:spMkLst>
        </pc:spChg>
        <pc:spChg chg="mod">
          <ac:chgData name="Amilcar Jose Rodriguez Barrios" userId="efa7753a-59bf-44f0-ad53-c3388f48cff0" providerId="ADAL" clId="{ECC100FD-023F-4E10-9A7E-BC0C9D78DF98}" dt="2021-02-17T18:47:36.661" v="720"/>
          <ac:spMkLst>
            <pc:docMk/>
            <pc:sldMk cId="347515606" sldId="2076137311"/>
            <ac:spMk id="4" creationId="{1D83C7BD-D074-4412-A128-A2231BAD70C8}"/>
          </ac:spMkLst>
        </pc:spChg>
        <pc:spChg chg="mod">
          <ac:chgData name="Amilcar Jose Rodriguez Barrios" userId="efa7753a-59bf-44f0-ad53-c3388f48cff0" providerId="ADAL" clId="{ECC100FD-023F-4E10-9A7E-BC0C9D78DF98}" dt="2021-02-17T18:47:36.661" v="720"/>
          <ac:spMkLst>
            <pc:docMk/>
            <pc:sldMk cId="347515606" sldId="2076137311"/>
            <ac:spMk id="7" creationId="{3E45C02A-23E8-4EE5-A6AD-F228BA3EF987}"/>
          </ac:spMkLst>
        </pc:spChg>
        <pc:spChg chg="mod">
          <ac:chgData name="Amilcar Jose Rodriguez Barrios" userId="efa7753a-59bf-44f0-ad53-c3388f48cff0" providerId="ADAL" clId="{ECC100FD-023F-4E10-9A7E-BC0C9D78DF98}" dt="2021-02-17T18:47:36.661" v="720"/>
          <ac:spMkLst>
            <pc:docMk/>
            <pc:sldMk cId="347515606" sldId="2076137311"/>
            <ac:spMk id="9" creationId="{F30E5DB8-64EA-4D67-9954-1B5644275B27}"/>
          </ac:spMkLst>
        </pc:spChg>
        <pc:spChg chg="add mod">
          <ac:chgData name="Amilcar Jose Rodriguez Barrios" userId="efa7753a-59bf-44f0-ad53-c3388f48cff0" providerId="ADAL" clId="{ECC100FD-023F-4E10-9A7E-BC0C9D78DF98}" dt="2021-02-17T18:48:39.203" v="764" actId="1076"/>
          <ac:spMkLst>
            <pc:docMk/>
            <pc:sldMk cId="347515606" sldId="2076137311"/>
            <ac:spMk id="11" creationId="{EFEB412E-52AE-4B79-A1EF-38680277C9CC}"/>
          </ac:spMkLst>
        </pc:spChg>
        <pc:spChg chg="mod">
          <ac:chgData name="Amilcar Jose Rodriguez Barrios" userId="efa7753a-59bf-44f0-ad53-c3388f48cff0" providerId="ADAL" clId="{ECC100FD-023F-4E10-9A7E-BC0C9D78DF98}" dt="2021-02-18T15:06:27.396" v="1317" actId="20577"/>
          <ac:spMkLst>
            <pc:docMk/>
            <pc:sldMk cId="347515606" sldId="2076137311"/>
            <ac:spMk id="13" creationId="{E77A96B2-DDA9-4210-844F-47F3A6474A30}"/>
          </ac:spMkLst>
        </pc:spChg>
        <pc:spChg chg="mod">
          <ac:chgData name="Amilcar Jose Rodriguez Barrios" userId="efa7753a-59bf-44f0-ad53-c3388f48cff0" providerId="ADAL" clId="{ECC100FD-023F-4E10-9A7E-BC0C9D78DF98}" dt="2021-02-17T18:48:06.104" v="727" actId="255"/>
          <ac:spMkLst>
            <pc:docMk/>
            <pc:sldMk cId="347515606" sldId="2076137311"/>
            <ac:spMk id="14" creationId="{48F3C126-037D-448F-BE77-DE036B4AAB7E}"/>
          </ac:spMkLst>
        </pc:spChg>
        <pc:spChg chg="mod">
          <ac:chgData name="Amilcar Jose Rodriguez Barrios" userId="efa7753a-59bf-44f0-ad53-c3388f48cff0" providerId="ADAL" clId="{ECC100FD-023F-4E10-9A7E-BC0C9D78DF98}" dt="2021-02-17T18:47:44.574" v="721"/>
          <ac:spMkLst>
            <pc:docMk/>
            <pc:sldMk cId="347515606" sldId="2076137311"/>
            <ac:spMk id="16" creationId="{D57DE0F2-7910-4484-BC37-ADFF22707DBF}"/>
          </ac:spMkLst>
        </pc:spChg>
        <pc:spChg chg="mod">
          <ac:chgData name="Amilcar Jose Rodriguez Barrios" userId="efa7753a-59bf-44f0-ad53-c3388f48cff0" providerId="ADAL" clId="{ECC100FD-023F-4E10-9A7E-BC0C9D78DF98}" dt="2021-02-17T18:47:59.993" v="725" actId="255"/>
          <ac:spMkLst>
            <pc:docMk/>
            <pc:sldMk cId="347515606" sldId="2076137311"/>
            <ac:spMk id="17" creationId="{719610E6-4426-4352-902E-CF34DAA0EE2A}"/>
          </ac:spMkLst>
        </pc:spChg>
        <pc:spChg chg="del mod topLvl">
          <ac:chgData name="Amilcar Jose Rodriguez Barrios" userId="efa7753a-59bf-44f0-ad53-c3388f48cff0" providerId="ADAL" clId="{ECC100FD-023F-4E10-9A7E-BC0C9D78DF98}" dt="2021-02-17T18:48:22.395" v="756" actId="478"/>
          <ac:spMkLst>
            <pc:docMk/>
            <pc:sldMk cId="347515606" sldId="2076137311"/>
            <ac:spMk id="19" creationId="{55DFC56C-8FA0-4CC2-9A37-27FF23090A4F}"/>
          </ac:spMkLst>
        </pc:spChg>
        <pc:spChg chg="del mod topLvl">
          <ac:chgData name="Amilcar Jose Rodriguez Barrios" userId="efa7753a-59bf-44f0-ad53-c3388f48cff0" providerId="ADAL" clId="{ECC100FD-023F-4E10-9A7E-BC0C9D78DF98}" dt="2021-02-17T18:48:49.434" v="766" actId="478"/>
          <ac:spMkLst>
            <pc:docMk/>
            <pc:sldMk cId="347515606" sldId="2076137311"/>
            <ac:spMk id="20" creationId="{7C5D75F2-31F7-441F-A4A8-D0395963E236}"/>
          </ac:spMkLst>
        </pc:spChg>
        <pc:spChg chg="add mod">
          <ac:chgData name="Amilcar Jose Rodriguez Barrios" userId="efa7753a-59bf-44f0-ad53-c3388f48cff0" providerId="ADAL" clId="{ECC100FD-023F-4E10-9A7E-BC0C9D78DF98}" dt="2021-02-17T18:48:36.814" v="763" actId="1076"/>
          <ac:spMkLst>
            <pc:docMk/>
            <pc:sldMk cId="347515606" sldId="2076137311"/>
            <ac:spMk id="21" creationId="{8F89D4F1-A2A9-4B9B-97B6-309F232A9922}"/>
          </ac:spMkLst>
        </pc:spChg>
        <pc:spChg chg="mod">
          <ac:chgData name="Amilcar Jose Rodriguez Barrios" userId="efa7753a-59bf-44f0-ad53-c3388f48cff0" providerId="ADAL" clId="{ECC100FD-023F-4E10-9A7E-BC0C9D78DF98}" dt="2021-02-17T18:48:15.657" v="731" actId="571"/>
          <ac:spMkLst>
            <pc:docMk/>
            <pc:sldMk cId="347515606" sldId="2076137311"/>
            <ac:spMk id="23" creationId="{D77EC4C7-19A8-4FFA-89A7-BC09A3C26762}"/>
          </ac:spMkLst>
        </pc:spChg>
        <pc:spChg chg="mod">
          <ac:chgData name="Amilcar Jose Rodriguez Barrios" userId="efa7753a-59bf-44f0-ad53-c3388f48cff0" providerId="ADAL" clId="{ECC100FD-023F-4E10-9A7E-BC0C9D78DF98}" dt="2021-02-17T18:48:15.657" v="731" actId="571"/>
          <ac:spMkLst>
            <pc:docMk/>
            <pc:sldMk cId="347515606" sldId="2076137311"/>
            <ac:spMk id="24" creationId="{777A4DD7-6E6F-42A2-9C08-0BDDFF3E384D}"/>
          </ac:spMkLst>
        </pc:spChg>
        <pc:spChg chg="mod">
          <ac:chgData name="Amilcar Jose Rodriguez Barrios" userId="efa7753a-59bf-44f0-ad53-c3388f48cff0" providerId="ADAL" clId="{ECC100FD-023F-4E10-9A7E-BC0C9D78DF98}" dt="2021-02-17T18:48:15.657" v="731" actId="571"/>
          <ac:spMkLst>
            <pc:docMk/>
            <pc:sldMk cId="347515606" sldId="2076137311"/>
            <ac:spMk id="26" creationId="{11B4A833-A552-4618-87BC-5FAE9527F16B}"/>
          </ac:spMkLst>
        </pc:spChg>
        <pc:spChg chg="mod">
          <ac:chgData name="Amilcar Jose Rodriguez Barrios" userId="efa7753a-59bf-44f0-ad53-c3388f48cff0" providerId="ADAL" clId="{ECC100FD-023F-4E10-9A7E-BC0C9D78DF98}" dt="2021-02-17T18:48:15.657" v="731" actId="571"/>
          <ac:spMkLst>
            <pc:docMk/>
            <pc:sldMk cId="347515606" sldId="2076137311"/>
            <ac:spMk id="27" creationId="{3F89D0E9-6CA9-4AFE-AC64-6A74BDC4E853}"/>
          </ac:spMkLst>
        </pc:spChg>
        <pc:grpChg chg="add mod">
          <ac:chgData name="Amilcar Jose Rodriguez Barrios" userId="efa7753a-59bf-44f0-ad53-c3388f48cff0" providerId="ADAL" clId="{ECC100FD-023F-4E10-9A7E-BC0C9D78DF98}" dt="2021-02-17T18:47:36.661" v="720"/>
          <ac:grpSpMkLst>
            <pc:docMk/>
            <pc:sldMk cId="347515606" sldId="2076137311"/>
            <ac:grpSpMk id="2" creationId="{C0CF51CB-2208-486B-8E79-04002DCB0E0C}"/>
          </ac:grpSpMkLst>
        </pc:grpChg>
        <pc:grpChg chg="add mod">
          <ac:chgData name="Amilcar Jose Rodriguez Barrios" userId="efa7753a-59bf-44f0-ad53-c3388f48cff0" providerId="ADAL" clId="{ECC100FD-023F-4E10-9A7E-BC0C9D78DF98}" dt="2021-02-17T18:47:36.661" v="720"/>
          <ac:grpSpMkLst>
            <pc:docMk/>
            <pc:sldMk cId="347515606" sldId="2076137311"/>
            <ac:grpSpMk id="5" creationId="{21064416-E31B-4F53-AD51-2D0D572A1356}"/>
          </ac:grpSpMkLst>
        </pc:grpChg>
        <pc:grpChg chg="add mod">
          <ac:chgData name="Amilcar Jose Rodriguez Barrios" userId="efa7753a-59bf-44f0-ad53-c3388f48cff0" providerId="ADAL" clId="{ECC100FD-023F-4E10-9A7E-BC0C9D78DF98}" dt="2021-02-17T18:47:36.661" v="720"/>
          <ac:grpSpMkLst>
            <pc:docMk/>
            <pc:sldMk cId="347515606" sldId="2076137311"/>
            <ac:grpSpMk id="8" creationId="{59F68D3D-BDD3-4904-9E6C-5F00592FEC6B}"/>
          </ac:grpSpMkLst>
        </pc:grpChg>
        <pc:grpChg chg="add mod">
          <ac:chgData name="Amilcar Jose Rodriguez Barrios" userId="efa7753a-59bf-44f0-ad53-c3388f48cff0" providerId="ADAL" clId="{ECC100FD-023F-4E10-9A7E-BC0C9D78DF98}" dt="2021-02-17T18:48:18.907" v="754" actId="1036"/>
          <ac:grpSpMkLst>
            <pc:docMk/>
            <pc:sldMk cId="347515606" sldId="2076137311"/>
            <ac:grpSpMk id="12" creationId="{3FF076E1-00D2-4852-B298-DB4C5C3ECC35}"/>
          </ac:grpSpMkLst>
        </pc:grpChg>
        <pc:grpChg chg="add del mod">
          <ac:chgData name="Amilcar Jose Rodriguez Barrios" userId="efa7753a-59bf-44f0-ad53-c3388f48cff0" providerId="ADAL" clId="{ECC100FD-023F-4E10-9A7E-BC0C9D78DF98}" dt="2021-02-17T18:48:21.313" v="755" actId="478"/>
          <ac:grpSpMkLst>
            <pc:docMk/>
            <pc:sldMk cId="347515606" sldId="2076137311"/>
            <ac:grpSpMk id="15" creationId="{F1060BB4-8F99-4198-8D53-87D51304219E}"/>
          </ac:grpSpMkLst>
        </pc:grpChg>
        <pc:grpChg chg="add del mod">
          <ac:chgData name="Amilcar Jose Rodriguez Barrios" userId="efa7753a-59bf-44f0-ad53-c3388f48cff0" providerId="ADAL" clId="{ECC100FD-023F-4E10-9A7E-BC0C9D78DF98}" dt="2021-02-17T18:48:22.395" v="756" actId="478"/>
          <ac:grpSpMkLst>
            <pc:docMk/>
            <pc:sldMk cId="347515606" sldId="2076137311"/>
            <ac:grpSpMk id="18" creationId="{43AA77F4-4047-4CD7-8158-8BAC7390CC6E}"/>
          </ac:grpSpMkLst>
        </pc:grpChg>
        <pc:grpChg chg="add mod">
          <ac:chgData name="Amilcar Jose Rodriguez Barrios" userId="efa7753a-59bf-44f0-ad53-c3388f48cff0" providerId="ADAL" clId="{ECC100FD-023F-4E10-9A7E-BC0C9D78DF98}" dt="2021-02-17T18:48:18.907" v="754" actId="1036"/>
          <ac:grpSpMkLst>
            <pc:docMk/>
            <pc:sldMk cId="347515606" sldId="2076137311"/>
            <ac:grpSpMk id="22" creationId="{C19EA6C0-3CF6-46F3-BCFD-85139DBBBECC}"/>
          </ac:grpSpMkLst>
        </pc:grpChg>
        <pc:grpChg chg="add mod">
          <ac:chgData name="Amilcar Jose Rodriguez Barrios" userId="efa7753a-59bf-44f0-ad53-c3388f48cff0" providerId="ADAL" clId="{ECC100FD-023F-4E10-9A7E-BC0C9D78DF98}" dt="2021-02-17T18:48:52.510" v="767" actId="1076"/>
          <ac:grpSpMkLst>
            <pc:docMk/>
            <pc:sldMk cId="347515606" sldId="2076137311"/>
            <ac:grpSpMk id="25" creationId="{38547FB3-C1EE-4F20-B230-8C7C22670A7F}"/>
          </ac:grpSpMkLst>
        </pc:grpChg>
        <pc:picChg chg="mod">
          <ac:chgData name="Amilcar Jose Rodriguez Barrios" userId="efa7753a-59bf-44f0-ad53-c3388f48cff0" providerId="ADAL" clId="{ECC100FD-023F-4E10-9A7E-BC0C9D78DF98}" dt="2021-02-17T18:47:36.661" v="720"/>
          <ac:picMkLst>
            <pc:docMk/>
            <pc:sldMk cId="347515606" sldId="2076137311"/>
            <ac:picMk id="10" creationId="{6A4D0F4C-986B-4546-A355-470872FEA0D0}"/>
          </ac:picMkLst>
        </pc:picChg>
        <pc:cxnChg chg="mod">
          <ac:chgData name="Amilcar Jose Rodriguez Barrios" userId="efa7753a-59bf-44f0-ad53-c3388f48cff0" providerId="ADAL" clId="{ECC100FD-023F-4E10-9A7E-BC0C9D78DF98}" dt="2021-02-17T18:47:36.661" v="720"/>
          <ac:cxnSpMkLst>
            <pc:docMk/>
            <pc:sldMk cId="347515606" sldId="2076137311"/>
            <ac:cxnSpMk id="6" creationId="{80FDD2E9-FFCF-4568-AC3A-EC55D092DEF3}"/>
          </ac:cxnSpMkLst>
        </pc:cxnChg>
      </pc:sldChg>
      <pc:sldChg chg="addSp modSp new mod">
        <pc:chgData name="Amilcar Jose Rodriguez Barrios" userId="efa7753a-59bf-44f0-ad53-c3388f48cff0" providerId="ADAL" clId="{ECC100FD-023F-4E10-9A7E-BC0C9D78DF98}" dt="2021-02-17T19:35:20.361" v="1013" actId="1076"/>
        <pc:sldMkLst>
          <pc:docMk/>
          <pc:sldMk cId="2729037683" sldId="2076137312"/>
        </pc:sldMkLst>
        <pc:spChg chg="add mod">
          <ac:chgData name="Amilcar Jose Rodriguez Barrios" userId="efa7753a-59bf-44f0-ad53-c3388f48cff0" providerId="ADAL" clId="{ECC100FD-023F-4E10-9A7E-BC0C9D78DF98}" dt="2021-02-17T19:06:14.798" v="968" actId="20577"/>
          <ac:spMkLst>
            <pc:docMk/>
            <pc:sldMk cId="2729037683" sldId="2076137312"/>
            <ac:spMk id="2" creationId="{241A332D-E6B9-4D5B-91E1-037BA2E0E620}"/>
          </ac:spMkLst>
        </pc:spChg>
        <pc:spChg chg="add mod">
          <ac:chgData name="Amilcar Jose Rodriguez Barrios" userId="efa7753a-59bf-44f0-ad53-c3388f48cff0" providerId="ADAL" clId="{ECC100FD-023F-4E10-9A7E-BC0C9D78DF98}" dt="2021-02-17T19:03:21.201" v="953"/>
          <ac:spMkLst>
            <pc:docMk/>
            <pc:sldMk cId="2729037683" sldId="2076137312"/>
            <ac:spMk id="3" creationId="{6FB217A2-92E5-437D-AA30-697238853BF5}"/>
          </ac:spMkLst>
        </pc:spChg>
        <pc:spChg chg="add mod">
          <ac:chgData name="Amilcar Jose Rodriguez Barrios" userId="efa7753a-59bf-44f0-ad53-c3388f48cff0" providerId="ADAL" clId="{ECC100FD-023F-4E10-9A7E-BC0C9D78DF98}" dt="2021-02-17T19:03:21.201" v="953"/>
          <ac:spMkLst>
            <pc:docMk/>
            <pc:sldMk cId="2729037683" sldId="2076137312"/>
            <ac:spMk id="4" creationId="{C7404390-DEF5-42E1-B016-8027F54C8471}"/>
          </ac:spMkLst>
        </pc:spChg>
        <pc:spChg chg="add mod">
          <ac:chgData name="Amilcar Jose Rodriguez Barrios" userId="efa7753a-59bf-44f0-ad53-c3388f48cff0" providerId="ADAL" clId="{ECC100FD-023F-4E10-9A7E-BC0C9D78DF98}" dt="2021-02-17T19:06:19.324" v="969" actId="14100"/>
          <ac:spMkLst>
            <pc:docMk/>
            <pc:sldMk cId="2729037683" sldId="2076137312"/>
            <ac:spMk id="5" creationId="{218EF4CE-0CA4-4B84-8344-422DC30F9414}"/>
          </ac:spMkLst>
        </pc:spChg>
        <pc:spChg chg="mod">
          <ac:chgData name="Amilcar Jose Rodriguez Barrios" userId="efa7753a-59bf-44f0-ad53-c3388f48cff0" providerId="ADAL" clId="{ECC100FD-023F-4E10-9A7E-BC0C9D78DF98}" dt="2021-02-17T19:03:25.944" v="954"/>
          <ac:spMkLst>
            <pc:docMk/>
            <pc:sldMk cId="2729037683" sldId="2076137312"/>
            <ac:spMk id="7" creationId="{0DC438A9-0031-4A70-BBB0-15111C572D79}"/>
          </ac:spMkLst>
        </pc:spChg>
        <pc:spChg chg="mod">
          <ac:chgData name="Amilcar Jose Rodriguez Barrios" userId="efa7753a-59bf-44f0-ad53-c3388f48cff0" providerId="ADAL" clId="{ECC100FD-023F-4E10-9A7E-BC0C9D78DF98}" dt="2021-02-17T19:03:25.944" v="954"/>
          <ac:spMkLst>
            <pc:docMk/>
            <pc:sldMk cId="2729037683" sldId="2076137312"/>
            <ac:spMk id="8" creationId="{FB9D1BE4-A478-46F8-A14F-34C3983C9D01}"/>
          </ac:spMkLst>
        </pc:spChg>
        <pc:spChg chg="mod">
          <ac:chgData name="Amilcar Jose Rodriguez Barrios" userId="efa7753a-59bf-44f0-ad53-c3388f48cff0" providerId="ADAL" clId="{ECC100FD-023F-4E10-9A7E-BC0C9D78DF98}" dt="2021-02-17T19:03:25.944" v="954"/>
          <ac:spMkLst>
            <pc:docMk/>
            <pc:sldMk cId="2729037683" sldId="2076137312"/>
            <ac:spMk id="11" creationId="{AA261AA5-604E-4709-8A3B-836E12954DFA}"/>
          </ac:spMkLst>
        </pc:spChg>
        <pc:spChg chg="mod">
          <ac:chgData name="Amilcar Jose Rodriguez Barrios" userId="efa7753a-59bf-44f0-ad53-c3388f48cff0" providerId="ADAL" clId="{ECC100FD-023F-4E10-9A7E-BC0C9D78DF98}" dt="2021-02-17T19:03:25.944" v="954"/>
          <ac:spMkLst>
            <pc:docMk/>
            <pc:sldMk cId="2729037683" sldId="2076137312"/>
            <ac:spMk id="13" creationId="{ADEF497E-159F-4441-9357-F47C5897E35F}"/>
          </ac:spMkLst>
        </pc:spChg>
        <pc:spChg chg="add mod">
          <ac:chgData name="Amilcar Jose Rodriguez Barrios" userId="efa7753a-59bf-44f0-ad53-c3388f48cff0" providerId="ADAL" clId="{ECC100FD-023F-4E10-9A7E-BC0C9D78DF98}" dt="2021-02-17T19:35:20.361" v="1013" actId="1076"/>
          <ac:spMkLst>
            <pc:docMk/>
            <pc:sldMk cId="2729037683" sldId="2076137312"/>
            <ac:spMk id="15" creationId="{71C8838E-FC62-41F4-9B08-FA13B63B71F8}"/>
          </ac:spMkLst>
        </pc:spChg>
        <pc:grpChg chg="add mod">
          <ac:chgData name="Amilcar Jose Rodriguez Barrios" userId="efa7753a-59bf-44f0-ad53-c3388f48cff0" providerId="ADAL" clId="{ECC100FD-023F-4E10-9A7E-BC0C9D78DF98}" dt="2021-02-17T19:03:25.944" v="954"/>
          <ac:grpSpMkLst>
            <pc:docMk/>
            <pc:sldMk cId="2729037683" sldId="2076137312"/>
            <ac:grpSpMk id="6" creationId="{5912A9AD-601B-4556-BF39-2F3E9F4FCC1C}"/>
          </ac:grpSpMkLst>
        </pc:grpChg>
        <pc:grpChg chg="add mod">
          <ac:chgData name="Amilcar Jose Rodriguez Barrios" userId="efa7753a-59bf-44f0-ad53-c3388f48cff0" providerId="ADAL" clId="{ECC100FD-023F-4E10-9A7E-BC0C9D78DF98}" dt="2021-02-17T19:03:25.944" v="954"/>
          <ac:grpSpMkLst>
            <pc:docMk/>
            <pc:sldMk cId="2729037683" sldId="2076137312"/>
            <ac:grpSpMk id="9" creationId="{C9A04FB7-4F02-4C69-AFC3-13C886C71F3A}"/>
          </ac:grpSpMkLst>
        </pc:grpChg>
        <pc:grpChg chg="add mod">
          <ac:chgData name="Amilcar Jose Rodriguez Barrios" userId="efa7753a-59bf-44f0-ad53-c3388f48cff0" providerId="ADAL" clId="{ECC100FD-023F-4E10-9A7E-BC0C9D78DF98}" dt="2021-02-17T19:03:25.944" v="954"/>
          <ac:grpSpMkLst>
            <pc:docMk/>
            <pc:sldMk cId="2729037683" sldId="2076137312"/>
            <ac:grpSpMk id="12" creationId="{373A758F-F237-4929-B6BF-67535D6F140D}"/>
          </ac:grpSpMkLst>
        </pc:grpChg>
        <pc:picChg chg="mod">
          <ac:chgData name="Amilcar Jose Rodriguez Barrios" userId="efa7753a-59bf-44f0-ad53-c3388f48cff0" providerId="ADAL" clId="{ECC100FD-023F-4E10-9A7E-BC0C9D78DF98}" dt="2021-02-17T19:03:25.944" v="954"/>
          <ac:picMkLst>
            <pc:docMk/>
            <pc:sldMk cId="2729037683" sldId="2076137312"/>
            <ac:picMk id="14" creationId="{54597992-F4AC-4FB5-B5C7-2DA17FCA78B2}"/>
          </ac:picMkLst>
        </pc:picChg>
        <pc:cxnChg chg="mod">
          <ac:chgData name="Amilcar Jose Rodriguez Barrios" userId="efa7753a-59bf-44f0-ad53-c3388f48cff0" providerId="ADAL" clId="{ECC100FD-023F-4E10-9A7E-BC0C9D78DF98}" dt="2021-02-17T19:03:25.944" v="954"/>
          <ac:cxnSpMkLst>
            <pc:docMk/>
            <pc:sldMk cId="2729037683" sldId="2076137312"/>
            <ac:cxnSpMk id="10" creationId="{BA5D4C7A-9B8D-49AA-8E56-00687CFD33DA}"/>
          </ac:cxnSpMkLst>
        </pc:cxnChg>
      </pc:sldChg>
      <pc:sldChg chg="addSp delSp modSp add mod ord modNotesTx">
        <pc:chgData name="Amilcar Jose Rodriguez Barrios" userId="efa7753a-59bf-44f0-ad53-c3388f48cff0" providerId="ADAL" clId="{ECC100FD-023F-4E10-9A7E-BC0C9D78DF98}" dt="2021-02-17T19:00:33.254" v="952" actId="20577"/>
        <pc:sldMkLst>
          <pc:docMk/>
          <pc:sldMk cId="2887906878" sldId="2076137313"/>
        </pc:sldMkLst>
        <pc:spChg chg="mod">
          <ac:chgData name="Amilcar Jose Rodriguez Barrios" userId="efa7753a-59bf-44f0-ad53-c3388f48cff0" providerId="ADAL" clId="{ECC100FD-023F-4E10-9A7E-BC0C9D78DF98}" dt="2021-02-17T18:49:30.356" v="770" actId="20577"/>
          <ac:spMkLst>
            <pc:docMk/>
            <pc:sldMk cId="2887906878" sldId="2076137313"/>
            <ac:spMk id="2" creationId="{9A737677-B1FB-442D-AA60-7E2FF208BAB5}"/>
          </ac:spMkLst>
        </pc:spChg>
        <pc:spChg chg="mod">
          <ac:chgData name="Amilcar Jose Rodriguez Barrios" userId="efa7753a-59bf-44f0-ad53-c3388f48cff0" providerId="ADAL" clId="{ECC100FD-023F-4E10-9A7E-BC0C9D78DF98}" dt="2021-02-17T18:50:57.397" v="794" actId="1076"/>
          <ac:spMkLst>
            <pc:docMk/>
            <pc:sldMk cId="2887906878" sldId="2076137313"/>
            <ac:spMk id="4" creationId="{B2A05C25-6070-4E0B-A212-575662DCA15E}"/>
          </ac:spMkLst>
        </pc:spChg>
        <pc:spChg chg="mod">
          <ac:chgData name="Amilcar Jose Rodriguez Barrios" userId="efa7753a-59bf-44f0-ad53-c3388f48cff0" providerId="ADAL" clId="{ECC100FD-023F-4E10-9A7E-BC0C9D78DF98}" dt="2021-02-17T18:49:59.256" v="786" actId="20577"/>
          <ac:spMkLst>
            <pc:docMk/>
            <pc:sldMk cId="2887906878" sldId="2076137313"/>
            <ac:spMk id="6" creationId="{5F7E92B5-37A1-44D2-8E11-6D3F4A150ECB}"/>
          </ac:spMkLst>
        </pc:spChg>
        <pc:spChg chg="del">
          <ac:chgData name="Amilcar Jose Rodriguez Barrios" userId="efa7753a-59bf-44f0-ad53-c3388f48cff0" providerId="ADAL" clId="{ECC100FD-023F-4E10-9A7E-BC0C9D78DF98}" dt="2021-02-17T18:50:42.653" v="789" actId="478"/>
          <ac:spMkLst>
            <pc:docMk/>
            <pc:sldMk cId="2887906878" sldId="2076137313"/>
            <ac:spMk id="16" creationId="{E3A40545-C762-477A-BA04-18034143BFB6}"/>
          </ac:spMkLst>
        </pc:spChg>
        <pc:spChg chg="add mod">
          <ac:chgData name="Amilcar Jose Rodriguez Barrios" userId="efa7753a-59bf-44f0-ad53-c3388f48cff0" providerId="ADAL" clId="{ECC100FD-023F-4E10-9A7E-BC0C9D78DF98}" dt="2021-02-17T19:00:33.254" v="952" actId="20577"/>
          <ac:spMkLst>
            <pc:docMk/>
            <pc:sldMk cId="2887906878" sldId="2076137313"/>
            <ac:spMk id="17" creationId="{D088A829-0711-4D5C-8A31-79D495BAC6CB}"/>
          </ac:spMkLst>
        </pc:spChg>
      </pc:sldChg>
      <pc:sldChg chg="addSp delSp modSp add mod">
        <pc:chgData name="Amilcar Jose Rodriguez Barrios" userId="efa7753a-59bf-44f0-ad53-c3388f48cff0" providerId="ADAL" clId="{ECC100FD-023F-4E10-9A7E-BC0C9D78DF98}" dt="2021-02-17T19:07:44.280" v="1008" actId="20577"/>
        <pc:sldMkLst>
          <pc:docMk/>
          <pc:sldMk cId="2098021836" sldId="2076137314"/>
        </pc:sldMkLst>
        <pc:spChg chg="mod">
          <ac:chgData name="Amilcar Jose Rodriguez Barrios" userId="efa7753a-59bf-44f0-ad53-c3388f48cff0" providerId="ADAL" clId="{ECC100FD-023F-4E10-9A7E-BC0C9D78DF98}" dt="2021-02-17T19:06:43.052" v="972" actId="20577"/>
          <ac:spMkLst>
            <pc:docMk/>
            <pc:sldMk cId="2098021836" sldId="2076137314"/>
            <ac:spMk id="2" creationId="{9A737677-B1FB-442D-AA60-7E2FF208BAB5}"/>
          </ac:spMkLst>
        </pc:spChg>
        <pc:spChg chg="mod">
          <ac:chgData name="Amilcar Jose Rodriguez Barrios" userId="efa7753a-59bf-44f0-ad53-c3388f48cff0" providerId="ADAL" clId="{ECC100FD-023F-4E10-9A7E-BC0C9D78DF98}" dt="2021-02-17T19:06:46.804" v="980" actId="20577"/>
          <ac:spMkLst>
            <pc:docMk/>
            <pc:sldMk cId="2098021836" sldId="2076137314"/>
            <ac:spMk id="6" creationId="{5F7E92B5-37A1-44D2-8E11-6D3F4A150ECB}"/>
          </ac:spMkLst>
        </pc:spChg>
        <pc:spChg chg="add mod">
          <ac:chgData name="Amilcar Jose Rodriguez Barrios" userId="efa7753a-59bf-44f0-ad53-c3388f48cff0" providerId="ADAL" clId="{ECC100FD-023F-4E10-9A7E-BC0C9D78DF98}" dt="2021-02-17T19:07:44.280" v="1008" actId="20577"/>
          <ac:spMkLst>
            <pc:docMk/>
            <pc:sldMk cId="2098021836" sldId="2076137314"/>
            <ac:spMk id="16" creationId="{4B5E7BA6-6685-4D27-A8CA-125EFDF69E45}"/>
          </ac:spMkLst>
        </pc:spChg>
        <pc:spChg chg="del">
          <ac:chgData name="Amilcar Jose Rodriguez Barrios" userId="efa7753a-59bf-44f0-ad53-c3388f48cff0" providerId="ADAL" clId="{ECC100FD-023F-4E10-9A7E-BC0C9D78DF98}" dt="2021-02-17T19:07:00.879" v="985" actId="478"/>
          <ac:spMkLst>
            <pc:docMk/>
            <pc:sldMk cId="2098021836" sldId="2076137314"/>
            <ac:spMk id="17" creationId="{D088A829-0711-4D5C-8A31-79D495BAC6CB}"/>
          </ac:spMkLst>
        </pc:spChg>
      </pc:sldChg>
      <pc:sldChg chg="addSp modSp add mod">
        <pc:chgData name="Amilcar Jose Rodriguez Barrios" userId="efa7753a-59bf-44f0-ad53-c3388f48cff0" providerId="ADAL" clId="{ECC100FD-023F-4E10-9A7E-BC0C9D78DF98}" dt="2021-02-17T19:35:25.563" v="1015" actId="1076"/>
        <pc:sldMkLst>
          <pc:docMk/>
          <pc:sldMk cId="1186166747" sldId="2076137315"/>
        </pc:sldMkLst>
        <pc:spChg chg="mod">
          <ac:chgData name="Amilcar Jose Rodriguez Barrios" userId="efa7753a-59bf-44f0-ad53-c3388f48cff0" providerId="ADAL" clId="{ECC100FD-023F-4E10-9A7E-BC0C9D78DF98}" dt="2021-02-17T19:35:00.164" v="1011" actId="20577"/>
          <ac:spMkLst>
            <pc:docMk/>
            <pc:sldMk cId="1186166747" sldId="2076137315"/>
            <ac:spMk id="2" creationId="{241A332D-E6B9-4D5B-91E1-037BA2E0E620}"/>
          </ac:spMkLst>
        </pc:spChg>
        <pc:spChg chg="add mod">
          <ac:chgData name="Amilcar Jose Rodriguez Barrios" userId="efa7753a-59bf-44f0-ad53-c3388f48cff0" providerId="ADAL" clId="{ECC100FD-023F-4E10-9A7E-BC0C9D78DF98}" dt="2021-02-17T19:35:25.563" v="1015" actId="1076"/>
          <ac:spMkLst>
            <pc:docMk/>
            <pc:sldMk cId="1186166747" sldId="2076137315"/>
            <ac:spMk id="15" creationId="{9923A8DF-7009-406B-B71F-8AD1ABA06882}"/>
          </ac:spMkLst>
        </pc:spChg>
      </pc:sldChg>
      <pc:sldChg chg="addSp modSp new mod modAnim">
        <pc:chgData name="Amilcar Jose Rodriguez Barrios" userId="efa7753a-59bf-44f0-ad53-c3388f48cff0" providerId="ADAL" clId="{ECC100FD-023F-4E10-9A7E-BC0C9D78DF98}" dt="2021-02-17T19:37:51.804" v="1026" actId="108"/>
        <pc:sldMkLst>
          <pc:docMk/>
          <pc:sldMk cId="515390844" sldId="2076137316"/>
        </pc:sldMkLst>
        <pc:spChg chg="mod">
          <ac:chgData name="Amilcar Jose Rodriguez Barrios" userId="efa7753a-59bf-44f0-ad53-c3388f48cff0" providerId="ADAL" clId="{ECC100FD-023F-4E10-9A7E-BC0C9D78DF98}" dt="2021-02-17T19:35:54.555" v="1019"/>
          <ac:spMkLst>
            <pc:docMk/>
            <pc:sldMk cId="515390844" sldId="2076137316"/>
            <ac:spMk id="4" creationId="{2BEA62AF-EF69-4706-AD4A-9346843D410C}"/>
          </ac:spMkLst>
        </pc:spChg>
        <pc:spChg chg="mod">
          <ac:chgData name="Amilcar Jose Rodriguez Barrios" userId="efa7753a-59bf-44f0-ad53-c3388f48cff0" providerId="ADAL" clId="{ECC100FD-023F-4E10-9A7E-BC0C9D78DF98}" dt="2021-02-17T19:35:54.555" v="1019"/>
          <ac:spMkLst>
            <pc:docMk/>
            <pc:sldMk cId="515390844" sldId="2076137316"/>
            <ac:spMk id="5" creationId="{E6834B73-0D6F-4158-B00F-4297A185E932}"/>
          </ac:spMkLst>
        </pc:spChg>
        <pc:spChg chg="add mod">
          <ac:chgData name="Amilcar Jose Rodriguez Barrios" userId="efa7753a-59bf-44f0-ad53-c3388f48cff0" providerId="ADAL" clId="{ECC100FD-023F-4E10-9A7E-BC0C9D78DF98}" dt="2021-02-17T19:35:56.673" v="1020" actId="1076"/>
          <ac:spMkLst>
            <pc:docMk/>
            <pc:sldMk cId="515390844" sldId="2076137316"/>
            <ac:spMk id="6" creationId="{420A4CD9-7553-4546-B60E-C978452CC61F}"/>
          </ac:spMkLst>
        </pc:spChg>
        <pc:spChg chg="add mod">
          <ac:chgData name="Amilcar Jose Rodriguez Barrios" userId="efa7753a-59bf-44f0-ad53-c3388f48cff0" providerId="ADAL" clId="{ECC100FD-023F-4E10-9A7E-BC0C9D78DF98}" dt="2021-02-17T19:35:56.673" v="1020" actId="1076"/>
          <ac:spMkLst>
            <pc:docMk/>
            <pc:sldMk cId="515390844" sldId="2076137316"/>
            <ac:spMk id="7" creationId="{422CA63A-4E91-463D-8062-5876AEC99ED5}"/>
          </ac:spMkLst>
        </pc:spChg>
        <pc:spChg chg="mod">
          <ac:chgData name="Amilcar Jose Rodriguez Barrios" userId="efa7753a-59bf-44f0-ad53-c3388f48cff0" providerId="ADAL" clId="{ECC100FD-023F-4E10-9A7E-BC0C9D78DF98}" dt="2021-02-17T19:36:01.313" v="1021"/>
          <ac:spMkLst>
            <pc:docMk/>
            <pc:sldMk cId="515390844" sldId="2076137316"/>
            <ac:spMk id="9" creationId="{7FE8CA0A-4374-4CBF-B98C-291B29061818}"/>
          </ac:spMkLst>
        </pc:spChg>
        <pc:spChg chg="mod">
          <ac:chgData name="Amilcar Jose Rodriguez Barrios" userId="efa7753a-59bf-44f0-ad53-c3388f48cff0" providerId="ADAL" clId="{ECC100FD-023F-4E10-9A7E-BC0C9D78DF98}" dt="2021-02-17T19:36:01.313" v="1021"/>
          <ac:spMkLst>
            <pc:docMk/>
            <pc:sldMk cId="515390844" sldId="2076137316"/>
            <ac:spMk id="10" creationId="{DC167D2F-977A-42A2-B105-D75343714969}"/>
          </ac:spMkLst>
        </pc:spChg>
        <pc:spChg chg="mod">
          <ac:chgData name="Amilcar Jose Rodriguez Barrios" userId="efa7753a-59bf-44f0-ad53-c3388f48cff0" providerId="ADAL" clId="{ECC100FD-023F-4E10-9A7E-BC0C9D78DF98}" dt="2021-02-17T19:36:01.313" v="1021"/>
          <ac:spMkLst>
            <pc:docMk/>
            <pc:sldMk cId="515390844" sldId="2076137316"/>
            <ac:spMk id="13" creationId="{DD24AEA0-656B-49C1-8042-94F616970CC6}"/>
          </ac:spMkLst>
        </pc:spChg>
        <pc:spChg chg="mod">
          <ac:chgData name="Amilcar Jose Rodriguez Barrios" userId="efa7753a-59bf-44f0-ad53-c3388f48cff0" providerId="ADAL" clId="{ECC100FD-023F-4E10-9A7E-BC0C9D78DF98}" dt="2021-02-17T19:36:01.313" v="1021"/>
          <ac:spMkLst>
            <pc:docMk/>
            <pc:sldMk cId="515390844" sldId="2076137316"/>
            <ac:spMk id="15" creationId="{0BE284CD-89DA-4114-8273-0A68F4A802B3}"/>
          </ac:spMkLst>
        </pc:spChg>
        <pc:spChg chg="add mod">
          <ac:chgData name="Amilcar Jose Rodriguez Barrios" userId="efa7753a-59bf-44f0-ad53-c3388f48cff0" providerId="ADAL" clId="{ECC100FD-023F-4E10-9A7E-BC0C9D78DF98}" dt="2021-02-17T19:37:51.804" v="1026" actId="108"/>
          <ac:spMkLst>
            <pc:docMk/>
            <pc:sldMk cId="515390844" sldId="2076137316"/>
            <ac:spMk id="17" creationId="{9AAC941B-6A09-45E6-A9AC-6AFC3603C38E}"/>
          </ac:spMkLst>
        </pc:spChg>
        <pc:grpChg chg="add mod">
          <ac:chgData name="Amilcar Jose Rodriguez Barrios" userId="efa7753a-59bf-44f0-ad53-c3388f48cff0" providerId="ADAL" clId="{ECC100FD-023F-4E10-9A7E-BC0C9D78DF98}" dt="2021-02-17T19:35:56.673" v="1020" actId="1076"/>
          <ac:grpSpMkLst>
            <pc:docMk/>
            <pc:sldMk cId="515390844" sldId="2076137316"/>
            <ac:grpSpMk id="3" creationId="{46C5389E-CE3B-4FF7-8AAB-7BA358A15095}"/>
          </ac:grpSpMkLst>
        </pc:grpChg>
        <pc:grpChg chg="add mod">
          <ac:chgData name="Amilcar Jose Rodriguez Barrios" userId="efa7753a-59bf-44f0-ad53-c3388f48cff0" providerId="ADAL" clId="{ECC100FD-023F-4E10-9A7E-BC0C9D78DF98}" dt="2021-02-17T19:37:41.015" v="1024" actId="1076"/>
          <ac:grpSpMkLst>
            <pc:docMk/>
            <pc:sldMk cId="515390844" sldId="2076137316"/>
            <ac:grpSpMk id="8" creationId="{FC9355CB-5980-4E81-B86E-8F0E326FE912}"/>
          </ac:grpSpMkLst>
        </pc:grpChg>
        <pc:grpChg chg="add mod">
          <ac:chgData name="Amilcar Jose Rodriguez Barrios" userId="efa7753a-59bf-44f0-ad53-c3388f48cff0" providerId="ADAL" clId="{ECC100FD-023F-4E10-9A7E-BC0C9D78DF98}" dt="2021-02-17T19:36:01.313" v="1021"/>
          <ac:grpSpMkLst>
            <pc:docMk/>
            <pc:sldMk cId="515390844" sldId="2076137316"/>
            <ac:grpSpMk id="11" creationId="{6CED405E-B7D3-4068-A2E1-21EAF9A49291}"/>
          </ac:grpSpMkLst>
        </pc:grpChg>
        <pc:grpChg chg="add mod">
          <ac:chgData name="Amilcar Jose Rodriguez Barrios" userId="efa7753a-59bf-44f0-ad53-c3388f48cff0" providerId="ADAL" clId="{ECC100FD-023F-4E10-9A7E-BC0C9D78DF98}" dt="2021-02-17T19:36:01.313" v="1021"/>
          <ac:grpSpMkLst>
            <pc:docMk/>
            <pc:sldMk cId="515390844" sldId="2076137316"/>
            <ac:grpSpMk id="14" creationId="{85A94E18-1555-466E-959B-F50B60725FED}"/>
          </ac:grpSpMkLst>
        </pc:grpChg>
        <pc:picChg chg="add mod">
          <ac:chgData name="Amilcar Jose Rodriguez Barrios" userId="efa7753a-59bf-44f0-ad53-c3388f48cff0" providerId="ADAL" clId="{ECC100FD-023F-4E10-9A7E-BC0C9D78DF98}" dt="2021-02-17T19:35:56.673" v="1020" actId="1076"/>
          <ac:picMkLst>
            <pc:docMk/>
            <pc:sldMk cId="515390844" sldId="2076137316"/>
            <ac:picMk id="2" creationId="{4663003E-F19F-4430-A5A6-F6F33BB23AC4}"/>
          </ac:picMkLst>
        </pc:picChg>
        <pc:picChg chg="mod">
          <ac:chgData name="Amilcar Jose Rodriguez Barrios" userId="efa7753a-59bf-44f0-ad53-c3388f48cff0" providerId="ADAL" clId="{ECC100FD-023F-4E10-9A7E-BC0C9D78DF98}" dt="2021-02-17T19:36:01.313" v="1021"/>
          <ac:picMkLst>
            <pc:docMk/>
            <pc:sldMk cId="515390844" sldId="2076137316"/>
            <ac:picMk id="16" creationId="{BDEEA78A-A032-4F32-B6E6-FAC8AD87F93E}"/>
          </ac:picMkLst>
        </pc:picChg>
        <pc:cxnChg chg="mod">
          <ac:chgData name="Amilcar Jose Rodriguez Barrios" userId="efa7753a-59bf-44f0-ad53-c3388f48cff0" providerId="ADAL" clId="{ECC100FD-023F-4E10-9A7E-BC0C9D78DF98}" dt="2021-02-17T19:36:01.313" v="1021"/>
          <ac:cxnSpMkLst>
            <pc:docMk/>
            <pc:sldMk cId="515390844" sldId="2076137316"/>
            <ac:cxnSpMk id="12" creationId="{0B5660B7-38DA-4D3A-8593-348E16FFD73B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17T19:38:19.235" v="1037" actId="20577"/>
        <pc:sldMkLst>
          <pc:docMk/>
          <pc:sldMk cId="1919558915" sldId="2076137317"/>
        </pc:sldMkLst>
        <pc:spChg chg="mod">
          <ac:chgData name="Amilcar Jose Rodriguez Barrios" userId="efa7753a-59bf-44f0-ad53-c3388f48cff0" providerId="ADAL" clId="{ECC100FD-023F-4E10-9A7E-BC0C9D78DF98}" dt="2021-02-17T19:38:15.122" v="1029" actId="20577"/>
          <ac:spMkLst>
            <pc:docMk/>
            <pc:sldMk cId="1919558915" sldId="2076137317"/>
            <ac:spMk id="2" creationId="{9A737677-B1FB-442D-AA60-7E2FF208BAB5}"/>
          </ac:spMkLst>
        </pc:spChg>
        <pc:spChg chg="mod">
          <ac:chgData name="Amilcar Jose Rodriguez Barrios" userId="efa7753a-59bf-44f0-ad53-c3388f48cff0" providerId="ADAL" clId="{ECC100FD-023F-4E10-9A7E-BC0C9D78DF98}" dt="2021-02-17T19:38:19.235" v="1037" actId="20577"/>
          <ac:spMkLst>
            <pc:docMk/>
            <pc:sldMk cId="1919558915" sldId="2076137317"/>
            <ac:spMk id="6" creationId="{5F7E92B5-37A1-44D2-8E11-6D3F4A150ECB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20:55:07.847" v="1052" actId="20577"/>
        <pc:sldMkLst>
          <pc:docMk/>
          <pc:sldMk cId="712811927" sldId="2076137318"/>
        </pc:sldMkLst>
        <pc:spChg chg="mod">
          <ac:chgData name="Amilcar Jose Rodriguez Barrios" userId="efa7753a-59bf-44f0-ad53-c3388f48cff0" providerId="ADAL" clId="{ECC100FD-023F-4E10-9A7E-BC0C9D78DF98}" dt="2021-02-17T20:55:02.513" v="1040" actId="20577"/>
          <ac:spMkLst>
            <pc:docMk/>
            <pc:sldMk cId="712811927" sldId="2076137318"/>
            <ac:spMk id="2" creationId="{241A332D-E6B9-4D5B-91E1-037BA2E0E620}"/>
          </ac:spMkLst>
        </pc:spChg>
        <pc:spChg chg="mod">
          <ac:chgData name="Amilcar Jose Rodriguez Barrios" userId="efa7753a-59bf-44f0-ad53-c3388f48cff0" providerId="ADAL" clId="{ECC100FD-023F-4E10-9A7E-BC0C9D78DF98}" dt="2021-02-17T20:55:07.847" v="1052" actId="20577"/>
          <ac:spMkLst>
            <pc:docMk/>
            <pc:sldMk cId="712811927" sldId="2076137318"/>
            <ac:spMk id="15" creationId="{9923A8DF-7009-406B-B71F-8AD1ABA06882}"/>
          </ac:spMkLst>
        </pc:spChg>
      </pc:sldChg>
      <pc:sldChg chg="add del">
        <pc:chgData name="Amilcar Jose Rodriguez Barrios" userId="efa7753a-59bf-44f0-ad53-c3388f48cff0" providerId="ADAL" clId="{ECC100FD-023F-4E10-9A7E-BC0C9D78DF98}" dt="2021-02-17T20:55:22.542" v="1054"/>
        <pc:sldMkLst>
          <pc:docMk/>
          <pc:sldMk cId="1294766968" sldId="2076137319"/>
        </pc:sldMkLst>
      </pc:sldChg>
      <pc:sldChg chg="modSp add mod">
        <pc:chgData name="Amilcar Jose Rodriguez Barrios" userId="efa7753a-59bf-44f0-ad53-c3388f48cff0" providerId="ADAL" clId="{ECC100FD-023F-4E10-9A7E-BC0C9D78DF98}" dt="2021-02-22T10:37:44.308" v="1871" actId="20577"/>
        <pc:sldMkLst>
          <pc:docMk/>
          <pc:sldMk cId="1590516263" sldId="2076137319"/>
        </pc:sldMkLst>
        <pc:spChg chg="mod">
          <ac:chgData name="Amilcar Jose Rodriguez Barrios" userId="efa7753a-59bf-44f0-ad53-c3388f48cff0" providerId="ADAL" clId="{ECC100FD-023F-4E10-9A7E-BC0C9D78DF98}" dt="2021-02-22T10:37:44.308" v="1871" actId="20577"/>
          <ac:spMkLst>
            <pc:docMk/>
            <pc:sldMk cId="1590516263" sldId="2076137319"/>
            <ac:spMk id="9" creationId="{E7731D0A-BED0-4C7D-80D9-145621B03A73}"/>
          </ac:spMkLst>
        </pc:spChg>
      </pc:sldChg>
      <pc:sldChg chg="addSp delSp modSp add mod">
        <pc:chgData name="Amilcar Jose Rodriguez Barrios" userId="efa7753a-59bf-44f0-ad53-c3388f48cff0" providerId="ADAL" clId="{ECC100FD-023F-4E10-9A7E-BC0C9D78DF98}" dt="2021-02-22T00:19:51.778" v="1706" actId="478"/>
        <pc:sldMkLst>
          <pc:docMk/>
          <pc:sldMk cId="2749623841" sldId="2076137320"/>
        </pc:sldMkLst>
        <pc:spChg chg="del">
          <ac:chgData name="Amilcar Jose Rodriguez Barrios" userId="efa7753a-59bf-44f0-ad53-c3388f48cff0" providerId="ADAL" clId="{ECC100FD-023F-4E10-9A7E-BC0C9D78DF98}" dt="2021-02-18T00:39:27.858" v="1096" actId="478"/>
          <ac:spMkLst>
            <pc:docMk/>
            <pc:sldMk cId="2749623841" sldId="2076137320"/>
            <ac:spMk id="2" creationId="{241A332D-E6B9-4D5B-91E1-037BA2E0E620}"/>
          </ac:spMkLst>
        </pc:spChg>
        <pc:spChg chg="del">
          <ac:chgData name="Amilcar Jose Rodriguez Barrios" userId="efa7753a-59bf-44f0-ad53-c3388f48cff0" providerId="ADAL" clId="{ECC100FD-023F-4E10-9A7E-BC0C9D78DF98}" dt="2021-02-18T00:39:27.858" v="1096" actId="478"/>
          <ac:spMkLst>
            <pc:docMk/>
            <pc:sldMk cId="2749623841" sldId="2076137320"/>
            <ac:spMk id="3" creationId="{6FB217A2-92E5-437D-AA30-697238853BF5}"/>
          </ac:spMkLst>
        </pc:spChg>
        <pc:spChg chg="del">
          <ac:chgData name="Amilcar Jose Rodriguez Barrios" userId="efa7753a-59bf-44f0-ad53-c3388f48cff0" providerId="ADAL" clId="{ECC100FD-023F-4E10-9A7E-BC0C9D78DF98}" dt="2021-02-18T00:39:27.858" v="1096" actId="478"/>
          <ac:spMkLst>
            <pc:docMk/>
            <pc:sldMk cId="2749623841" sldId="2076137320"/>
            <ac:spMk id="4" creationId="{C7404390-DEF5-42E1-B016-8027F54C8471}"/>
          </ac:spMkLst>
        </pc:spChg>
        <pc:spChg chg="del">
          <ac:chgData name="Amilcar Jose Rodriguez Barrios" userId="efa7753a-59bf-44f0-ad53-c3388f48cff0" providerId="ADAL" clId="{ECC100FD-023F-4E10-9A7E-BC0C9D78DF98}" dt="2021-02-18T00:39:27.858" v="1096" actId="478"/>
          <ac:spMkLst>
            <pc:docMk/>
            <pc:sldMk cId="2749623841" sldId="2076137320"/>
            <ac:spMk id="5" creationId="{218EF4CE-0CA4-4B84-8344-422DC30F9414}"/>
          </ac:spMkLst>
        </pc:spChg>
        <pc:spChg chg="mod">
          <ac:chgData name="Amilcar Jose Rodriguez Barrios" userId="efa7753a-59bf-44f0-ad53-c3388f48cff0" providerId="ADAL" clId="{ECC100FD-023F-4E10-9A7E-BC0C9D78DF98}" dt="2021-02-18T00:39:57.525" v="1120" actId="20577"/>
          <ac:spMkLst>
            <pc:docMk/>
            <pc:sldMk cId="2749623841" sldId="2076137320"/>
            <ac:spMk id="8" creationId="{FB9D1BE4-A478-46F8-A14F-34C3983C9D01}"/>
          </ac:spMkLst>
        </pc:spChg>
        <pc:spChg chg="del">
          <ac:chgData name="Amilcar Jose Rodriguez Barrios" userId="efa7753a-59bf-44f0-ad53-c3388f48cff0" providerId="ADAL" clId="{ECC100FD-023F-4E10-9A7E-BC0C9D78DF98}" dt="2021-02-18T00:39:29.650" v="1097" actId="478"/>
          <ac:spMkLst>
            <pc:docMk/>
            <pc:sldMk cId="2749623841" sldId="2076137320"/>
            <ac:spMk id="15" creationId="{9923A8DF-7009-406B-B71F-8AD1ABA06882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16" creationId="{971B6985-279E-497E-B602-5A2FF8261DDC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17" creationId="{C43DDA50-5CC6-41A1-8C02-8DB84C6E0DA6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18" creationId="{9BB502CC-2ED9-4672-87BF-DA7CD3620076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19" creationId="{DD9486DE-0774-453C-8563-362E60A34C01}"/>
          </ac:spMkLst>
        </pc:spChg>
        <pc:spChg chg="add mod">
          <ac:chgData name="Amilcar Jose Rodriguez Barrios" userId="efa7753a-59bf-44f0-ad53-c3388f48cff0" providerId="ADAL" clId="{ECC100FD-023F-4E10-9A7E-BC0C9D78DF98}" dt="2021-02-18T00:43:28.538" v="1163" actId="207"/>
          <ac:spMkLst>
            <pc:docMk/>
            <pc:sldMk cId="2749623841" sldId="2076137320"/>
            <ac:spMk id="20" creationId="{3824CDF3-310C-4F43-918E-9B638A93E50D}"/>
          </ac:spMkLst>
        </pc:spChg>
        <pc:spChg chg="add mod">
          <ac:chgData name="Amilcar Jose Rodriguez Barrios" userId="efa7753a-59bf-44f0-ad53-c3388f48cff0" providerId="ADAL" clId="{ECC100FD-023F-4E10-9A7E-BC0C9D78DF98}" dt="2021-02-18T00:43:28.538" v="1163" actId="207"/>
          <ac:spMkLst>
            <pc:docMk/>
            <pc:sldMk cId="2749623841" sldId="2076137320"/>
            <ac:spMk id="21" creationId="{AE091DCF-AF98-4927-89A8-55BE7DD2E76C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2" creationId="{0810F66A-F32D-4561-9778-424EF52AD984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3" creationId="{7F08AB76-8230-4D5C-A10D-E85A30A86F77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4" creationId="{6330DBD9-AE46-4642-ACBB-57B28D9B329C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5" creationId="{71C4760D-10C4-4D09-816A-5DE4F9C61CBC}"/>
          </ac:spMkLst>
        </pc:spChg>
        <pc:spChg chg="add mod">
          <ac:chgData name="Amilcar Jose Rodriguez Barrios" userId="efa7753a-59bf-44f0-ad53-c3388f48cff0" providerId="ADAL" clId="{ECC100FD-023F-4E10-9A7E-BC0C9D78DF98}" dt="2021-02-18T00:43:28.538" v="1163" actId="207"/>
          <ac:spMkLst>
            <pc:docMk/>
            <pc:sldMk cId="2749623841" sldId="2076137320"/>
            <ac:spMk id="26" creationId="{F7DC135F-687F-46CF-943B-B882FEB85FA5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7" creationId="{11F5C0C5-9792-4712-86B2-E89F71AE0826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8" creationId="{8AB5E832-9B39-4AB7-8995-E3D4345B1916}"/>
          </ac:spMkLst>
        </pc:spChg>
        <pc:spChg chg="add del mod">
          <ac:chgData name="Amilcar Jose Rodriguez Barrios" userId="efa7753a-59bf-44f0-ad53-c3388f48cff0" providerId="ADAL" clId="{ECC100FD-023F-4E10-9A7E-BC0C9D78DF98}" dt="2021-02-22T00:19:51.778" v="1706" actId="478"/>
          <ac:spMkLst>
            <pc:docMk/>
            <pc:sldMk cId="2749623841" sldId="2076137320"/>
            <ac:spMk id="29" creationId="{BE35B564-0381-4495-BB9F-92355C93E0C8}"/>
          </ac:spMkLst>
        </pc:spChg>
        <pc:spChg chg="add del mod">
          <ac:chgData name="Amilcar Jose Rodriguez Barrios" userId="efa7753a-59bf-44f0-ad53-c3388f48cff0" providerId="ADAL" clId="{ECC100FD-023F-4E10-9A7E-BC0C9D78DF98}" dt="2021-02-22T00:19:50.191" v="1705" actId="478"/>
          <ac:spMkLst>
            <pc:docMk/>
            <pc:sldMk cId="2749623841" sldId="2076137320"/>
            <ac:spMk id="30" creationId="{AA9AD4E2-5B64-43E4-9CC6-ED1A55B94A8C}"/>
          </ac:spMkLst>
        </pc:spChg>
        <pc:spChg chg="add del mod">
          <ac:chgData name="Amilcar Jose Rodriguez Barrios" userId="efa7753a-59bf-44f0-ad53-c3388f48cff0" providerId="ADAL" clId="{ECC100FD-023F-4E10-9A7E-BC0C9D78DF98}" dt="2021-02-22T00:19:50.191" v="1705" actId="478"/>
          <ac:spMkLst>
            <pc:docMk/>
            <pc:sldMk cId="2749623841" sldId="2076137320"/>
            <ac:spMk id="31" creationId="{ED18FEC8-3AD5-4F11-A59E-4DBAAB6EFB7D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32" creationId="{F36C4571-CD7B-48E8-A865-470B7C1564DE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33" creationId="{11BD60D1-927B-4EC6-9470-ADACF3FEB080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34" creationId="{46C1BB01-4894-48C5-9C90-333D73061EB6}"/>
          </ac:spMkLst>
        </pc:spChg>
        <pc:spChg chg="add del mod">
          <ac:chgData name="Amilcar Jose Rodriguez Barrios" userId="efa7753a-59bf-44f0-ad53-c3388f48cff0" providerId="ADAL" clId="{ECC100FD-023F-4E10-9A7E-BC0C9D78DF98}" dt="2021-02-22T00:19:50.191" v="1705" actId="478"/>
          <ac:spMkLst>
            <pc:docMk/>
            <pc:sldMk cId="2749623841" sldId="2076137320"/>
            <ac:spMk id="35" creationId="{8FFCDDF5-3DDD-4C43-93A8-80A55B2AB6BD}"/>
          </ac:spMkLst>
        </pc:spChg>
        <pc:spChg chg="add mod">
          <ac:chgData name="Amilcar Jose Rodriguez Barrios" userId="efa7753a-59bf-44f0-ad53-c3388f48cff0" providerId="ADAL" clId="{ECC100FD-023F-4E10-9A7E-BC0C9D78DF98}" dt="2021-02-18T00:40:32.565" v="1130" actId="1076"/>
          <ac:spMkLst>
            <pc:docMk/>
            <pc:sldMk cId="2749623841" sldId="2076137320"/>
            <ac:spMk id="36" creationId="{D1AECE45-66D8-415C-A3ED-F2ED40FEBF2D}"/>
          </ac:spMkLst>
        </pc:spChg>
      </pc:sldChg>
      <pc:sldChg chg="modSp add del mod">
        <pc:chgData name="Amilcar Jose Rodriguez Barrios" userId="efa7753a-59bf-44f0-ad53-c3388f48cff0" providerId="ADAL" clId="{ECC100FD-023F-4E10-9A7E-BC0C9D78DF98}" dt="2021-02-19T21:01:39.492" v="1318" actId="47"/>
        <pc:sldMkLst>
          <pc:docMk/>
          <pc:sldMk cId="3131559047" sldId="2076137321"/>
        </pc:sldMkLst>
        <pc:spChg chg="mod">
          <ac:chgData name="Amilcar Jose Rodriguez Barrios" userId="efa7753a-59bf-44f0-ad53-c3388f48cff0" providerId="ADAL" clId="{ECC100FD-023F-4E10-9A7E-BC0C9D78DF98}" dt="2021-02-18T00:40:45.036" v="1144" actId="20577"/>
          <ac:spMkLst>
            <pc:docMk/>
            <pc:sldMk cId="3131559047" sldId="2076137321"/>
            <ac:spMk id="9" creationId="{E7731D0A-BED0-4C7D-80D9-145621B03A73}"/>
          </ac:spMkLst>
        </pc:spChg>
      </pc:sldChg>
      <pc:sldChg chg="addSp delSp modSp add mod modAnim">
        <pc:chgData name="Amilcar Jose Rodriguez Barrios" userId="efa7753a-59bf-44f0-ad53-c3388f48cff0" providerId="ADAL" clId="{ECC100FD-023F-4E10-9A7E-BC0C9D78DF98}" dt="2021-02-18T00:43:57.987" v="1168" actId="14100"/>
        <pc:sldMkLst>
          <pc:docMk/>
          <pc:sldMk cId="41380004" sldId="2076137322"/>
        </pc:sldMkLst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16" creationId="{971B6985-279E-497E-B602-5A2FF8261DD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17" creationId="{C43DDA50-5CC6-41A1-8C02-8DB84C6E0DA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18" creationId="{9BB502CC-2ED9-4672-87BF-DA7CD362007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19" creationId="{DD9486DE-0774-453C-8563-362E60A34C01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0" creationId="{3824CDF3-310C-4F43-918E-9B638A93E50D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1" creationId="{AE091DCF-AF98-4927-89A8-55BE7DD2E76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2" creationId="{0810F66A-F32D-4561-9778-424EF52AD984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3" creationId="{7F08AB76-8230-4D5C-A10D-E85A30A86F77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4" creationId="{6330DBD9-AE46-4642-ACBB-57B28D9B329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5" creationId="{71C4760D-10C4-4D09-816A-5DE4F9C61CB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6" creationId="{F7DC135F-687F-46CF-943B-B882FEB85FA5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7" creationId="{11F5C0C5-9792-4712-86B2-E89F71AE082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8" creationId="{8AB5E832-9B39-4AB7-8995-E3D4345B191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9" creationId="{BE35B564-0381-4495-BB9F-92355C93E0C8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0" creationId="{AA9AD4E2-5B64-43E4-9CC6-ED1A55B94A8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1" creationId="{ED18FEC8-3AD5-4F11-A59E-4DBAAB6EFB7D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2" creationId="{F36C4571-CD7B-48E8-A865-470B7C1564DE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3" creationId="{11BD60D1-927B-4EC6-9470-ADACF3FEB080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4" creationId="{46C1BB01-4894-48C5-9C90-333D73061EB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5" creationId="{8FFCDDF5-3DDD-4C43-93A8-80A55B2AB6BD}"/>
          </ac:spMkLst>
        </pc:spChg>
        <pc:spChg chg="del mod">
          <ac:chgData name="Amilcar Jose Rodriguez Barrios" userId="efa7753a-59bf-44f0-ad53-c3388f48cff0" providerId="ADAL" clId="{ECC100FD-023F-4E10-9A7E-BC0C9D78DF98}" dt="2021-02-18T00:42:15.339" v="1152" actId="478"/>
          <ac:spMkLst>
            <pc:docMk/>
            <pc:sldMk cId="41380004" sldId="2076137322"/>
            <ac:spMk id="36" creationId="{D1AECE45-66D8-415C-A3ED-F2ED40FEBF2D}"/>
          </ac:spMkLst>
        </pc:spChg>
        <pc:spChg chg="add mod">
          <ac:chgData name="Amilcar Jose Rodriguez Barrios" userId="efa7753a-59bf-44f0-ad53-c3388f48cff0" providerId="ADAL" clId="{ECC100FD-023F-4E10-9A7E-BC0C9D78DF98}" dt="2021-02-18T00:42:18.526" v="1153" actId="1076"/>
          <ac:spMkLst>
            <pc:docMk/>
            <pc:sldMk cId="41380004" sldId="2076137322"/>
            <ac:spMk id="37" creationId="{D7457F3D-F3FB-41A4-85DF-33FCE1BDD10D}"/>
          </ac:spMkLst>
        </pc:spChg>
        <pc:spChg chg="add mod">
          <ac:chgData name="Amilcar Jose Rodriguez Barrios" userId="efa7753a-59bf-44f0-ad53-c3388f48cff0" providerId="ADAL" clId="{ECC100FD-023F-4E10-9A7E-BC0C9D78DF98}" dt="2021-02-18T00:43:57.987" v="1168" actId="14100"/>
          <ac:spMkLst>
            <pc:docMk/>
            <pc:sldMk cId="41380004" sldId="2076137322"/>
            <ac:spMk id="38" creationId="{D97698F9-D4CF-471F-B566-B57264CC11B6}"/>
          </ac:spMkLst>
        </pc:spChg>
      </pc:sldChg>
      <pc:sldChg chg="addSp delSp modSp add mod delAnim modAnim">
        <pc:chgData name="Amilcar Jose Rodriguez Barrios" userId="efa7753a-59bf-44f0-ad53-c3388f48cff0" providerId="ADAL" clId="{ECC100FD-023F-4E10-9A7E-BC0C9D78DF98}" dt="2021-02-18T00:45:03.270" v="1218" actId="1037"/>
        <pc:sldMkLst>
          <pc:docMk/>
          <pc:sldMk cId="3705768617" sldId="2076137323"/>
        </pc:sldMkLst>
        <pc:spChg chg="add mod">
          <ac:chgData name="Amilcar Jose Rodriguez Barrios" userId="efa7753a-59bf-44f0-ad53-c3388f48cff0" providerId="ADAL" clId="{ECC100FD-023F-4E10-9A7E-BC0C9D78DF98}" dt="2021-02-18T00:44:51.322" v="1200" actId="1076"/>
          <ac:spMkLst>
            <pc:docMk/>
            <pc:sldMk cId="3705768617" sldId="2076137323"/>
            <ac:spMk id="15" creationId="{40A6C2D6-95DC-4FC9-873E-D3FEAE386C0C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16" creationId="{8A5C6DD1-AE2C-4142-9BC5-126F2D813019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17" creationId="{757293AE-D87A-4A5E-A734-6AA8F7BEE0D2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18" creationId="{E727EF44-32FF-48A1-A43E-391DDCC8380B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19" creationId="{5ADC82D5-49DE-467B-AB73-50786B4198E2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20" creationId="{B4325F8E-8F2F-45A8-9B9D-25CFF8276401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21" creationId="{D893FD47-8F74-4C45-BF51-9B1031108706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22" creationId="{C01AC16B-4FC3-4BB8-82E4-CDE010918262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23" creationId="{1576530B-9E4B-486E-B9E9-77FF81BC5BEE}"/>
          </ac:spMkLst>
        </pc:spChg>
        <pc:spChg chg="add mod">
          <ac:chgData name="Amilcar Jose Rodriguez Barrios" userId="efa7753a-59bf-44f0-ad53-c3388f48cff0" providerId="ADAL" clId="{ECC100FD-023F-4E10-9A7E-BC0C9D78DF98}" dt="2021-02-18T00:44:58.691" v="1203" actId="1076"/>
          <ac:spMkLst>
            <pc:docMk/>
            <pc:sldMk cId="3705768617" sldId="2076137323"/>
            <ac:spMk id="24" creationId="{45389DC3-83E9-4A92-BC4E-96B0BC4C6DA0}"/>
          </ac:spMkLst>
        </pc:spChg>
        <pc:spChg chg="del">
          <ac:chgData name="Amilcar Jose Rodriguez Barrios" userId="efa7753a-59bf-44f0-ad53-c3388f48cff0" providerId="ADAL" clId="{ECC100FD-023F-4E10-9A7E-BC0C9D78DF98}" dt="2021-02-18T00:44:03.790" v="1170" actId="478"/>
          <ac:spMkLst>
            <pc:docMk/>
            <pc:sldMk cId="3705768617" sldId="2076137323"/>
            <ac:spMk id="37" creationId="{D7457F3D-F3FB-41A4-85DF-33FCE1BDD10D}"/>
          </ac:spMkLst>
        </pc:spChg>
        <pc:spChg chg="del">
          <ac:chgData name="Amilcar Jose Rodriguez Barrios" userId="efa7753a-59bf-44f0-ad53-c3388f48cff0" providerId="ADAL" clId="{ECC100FD-023F-4E10-9A7E-BC0C9D78DF98}" dt="2021-02-18T00:44:04.699" v="1171" actId="478"/>
          <ac:spMkLst>
            <pc:docMk/>
            <pc:sldMk cId="3705768617" sldId="2076137323"/>
            <ac:spMk id="38" creationId="{D97698F9-D4CF-471F-B566-B57264CC11B6}"/>
          </ac:spMkLst>
        </pc:spChg>
        <pc:picChg chg="add mod">
          <ac:chgData name="Amilcar Jose Rodriguez Barrios" userId="efa7753a-59bf-44f0-ad53-c3388f48cff0" providerId="ADAL" clId="{ECC100FD-023F-4E10-9A7E-BC0C9D78DF98}" dt="2021-02-18T00:45:03.270" v="1218" actId="1037"/>
          <ac:picMkLst>
            <pc:docMk/>
            <pc:sldMk cId="3705768617" sldId="2076137323"/>
            <ac:picMk id="25" creationId="{31339698-AD24-4A76-A4AA-A91D4305D2A6}"/>
          </ac:picMkLst>
        </pc:picChg>
        <pc:picChg chg="add mod">
          <ac:chgData name="Amilcar Jose Rodriguez Barrios" userId="efa7753a-59bf-44f0-ad53-c3388f48cff0" providerId="ADAL" clId="{ECC100FD-023F-4E10-9A7E-BC0C9D78DF98}" dt="2021-02-18T00:45:03.270" v="1218" actId="1037"/>
          <ac:picMkLst>
            <pc:docMk/>
            <pc:sldMk cId="3705768617" sldId="2076137323"/>
            <ac:picMk id="26" creationId="{89A1D9E8-5E41-48CE-A880-42D76AB6F9D1}"/>
          </ac:picMkLst>
        </pc:picChg>
        <pc:picChg chg="add mod">
          <ac:chgData name="Amilcar Jose Rodriguez Barrios" userId="efa7753a-59bf-44f0-ad53-c3388f48cff0" providerId="ADAL" clId="{ECC100FD-023F-4E10-9A7E-BC0C9D78DF98}" dt="2021-02-18T00:45:03.270" v="1218" actId="1037"/>
          <ac:picMkLst>
            <pc:docMk/>
            <pc:sldMk cId="3705768617" sldId="2076137323"/>
            <ac:picMk id="27" creationId="{41C9125D-9FD7-4515-A481-F22A4EBC767C}"/>
          </ac:picMkLst>
        </pc:picChg>
        <pc:picChg chg="add mod">
          <ac:chgData name="Amilcar Jose Rodriguez Barrios" userId="efa7753a-59bf-44f0-ad53-c3388f48cff0" providerId="ADAL" clId="{ECC100FD-023F-4E10-9A7E-BC0C9D78DF98}" dt="2021-02-18T00:45:03.270" v="1218" actId="1037"/>
          <ac:picMkLst>
            <pc:docMk/>
            <pc:sldMk cId="3705768617" sldId="2076137323"/>
            <ac:picMk id="28" creationId="{C85070A7-9B9D-4183-9354-27542F24B7FD}"/>
          </ac:picMkLst>
        </pc:picChg>
      </pc:sldChg>
      <pc:sldChg chg="add">
        <pc:chgData name="Amilcar Jose Rodriguez Barrios" userId="efa7753a-59bf-44f0-ad53-c3388f48cff0" providerId="ADAL" clId="{ECC100FD-023F-4E10-9A7E-BC0C9D78DF98}" dt="2021-02-18T00:45:21.795" v="1219"/>
        <pc:sldMkLst>
          <pc:docMk/>
          <pc:sldMk cId="705164404" sldId="2076137324"/>
        </pc:sldMkLst>
      </pc:sldChg>
      <pc:sldChg chg="addSp delSp modSp add mod delAnim modAnim modNotesTx">
        <pc:chgData name="Amilcar Jose Rodriguez Barrios" userId="efa7753a-59bf-44f0-ad53-c3388f48cff0" providerId="ADAL" clId="{ECC100FD-023F-4E10-9A7E-BC0C9D78DF98}" dt="2021-02-22T00:04:18.992" v="1369" actId="27309"/>
        <pc:sldMkLst>
          <pc:docMk/>
          <pc:sldMk cId="1045434657" sldId="2076137325"/>
        </pc:sldMkLst>
        <pc:spChg chg="mod">
          <ac:chgData name="Amilcar Jose Rodriguez Barrios" userId="efa7753a-59bf-44f0-ad53-c3388f48cff0" providerId="ADAL" clId="{ECC100FD-023F-4E10-9A7E-BC0C9D78DF98}" dt="2021-02-18T00:46:07.044" v="1227" actId="20577"/>
          <ac:spMkLst>
            <pc:docMk/>
            <pc:sldMk cId="1045434657" sldId="2076137325"/>
            <ac:spMk id="15" creationId="{40A6C2D6-95DC-4FC9-873E-D3FEAE386C0C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16" creationId="{8A5C6DD1-AE2C-4142-9BC5-126F2D813019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17" creationId="{757293AE-D87A-4A5E-A734-6AA8F7BEE0D2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18" creationId="{E727EF44-32FF-48A1-A43E-391DDCC8380B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19" creationId="{5ADC82D5-49DE-467B-AB73-50786B4198E2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0" creationId="{B4325F8E-8F2F-45A8-9B9D-25CFF8276401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1" creationId="{D893FD47-8F74-4C45-BF51-9B1031108706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2" creationId="{C01AC16B-4FC3-4BB8-82E4-CDE010918262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3" creationId="{1576530B-9E4B-486E-B9E9-77FF81BC5BEE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4" creationId="{45389DC3-83E9-4A92-BC4E-96B0BC4C6DA0}"/>
          </ac:spMkLst>
        </pc:spChg>
        <pc:spChg chg="mod">
          <ac:chgData name="Amilcar Jose Rodriguez Barrios" userId="efa7753a-59bf-44f0-ad53-c3388f48cff0" providerId="ADAL" clId="{ECC100FD-023F-4E10-9A7E-BC0C9D78DF98}" dt="2021-02-18T00:46:42.339" v="1230"/>
          <ac:spMkLst>
            <pc:docMk/>
            <pc:sldMk cId="1045434657" sldId="2076137325"/>
            <ac:spMk id="31" creationId="{3EFEF1C4-1C9C-4A4C-8424-3170C1D8DB65}"/>
          </ac:spMkLst>
        </pc:spChg>
        <pc:spChg chg="mod">
          <ac:chgData name="Amilcar Jose Rodriguez Barrios" userId="efa7753a-59bf-44f0-ad53-c3388f48cff0" providerId="ADAL" clId="{ECC100FD-023F-4E10-9A7E-BC0C9D78DF98}" dt="2021-02-18T00:46:42.339" v="1230"/>
          <ac:spMkLst>
            <pc:docMk/>
            <pc:sldMk cId="1045434657" sldId="2076137325"/>
            <ac:spMk id="32" creationId="{D5990980-D736-4454-816B-8D3330C2B799}"/>
          </ac:spMkLst>
        </pc:spChg>
        <pc:spChg chg="add mod">
          <ac:chgData name="Amilcar Jose Rodriguez Barrios" userId="efa7753a-59bf-44f0-ad53-c3388f48cff0" providerId="ADAL" clId="{ECC100FD-023F-4E10-9A7E-BC0C9D78DF98}" dt="2021-02-18T00:46:44.815" v="1231" actId="1076"/>
          <ac:spMkLst>
            <pc:docMk/>
            <pc:sldMk cId="1045434657" sldId="2076137325"/>
            <ac:spMk id="33" creationId="{5BEB51E8-DDD3-4C80-8DBC-660E0B67F251}"/>
          </ac:spMkLst>
        </pc:spChg>
        <pc:spChg chg="add mod">
          <ac:chgData name="Amilcar Jose Rodriguez Barrios" userId="efa7753a-59bf-44f0-ad53-c3388f48cff0" providerId="ADAL" clId="{ECC100FD-023F-4E10-9A7E-BC0C9D78DF98}" dt="2021-02-18T00:46:44.815" v="1231" actId="1076"/>
          <ac:spMkLst>
            <pc:docMk/>
            <pc:sldMk cId="1045434657" sldId="2076137325"/>
            <ac:spMk id="34" creationId="{02EC5C63-92C3-4450-9E11-551B6876A183}"/>
          </ac:spMkLst>
        </pc:spChg>
        <pc:grpChg chg="add mod">
          <ac:chgData name="Amilcar Jose Rodriguez Barrios" userId="efa7753a-59bf-44f0-ad53-c3388f48cff0" providerId="ADAL" clId="{ECC100FD-023F-4E10-9A7E-BC0C9D78DF98}" dt="2021-02-18T00:46:44.815" v="1231" actId="1076"/>
          <ac:grpSpMkLst>
            <pc:docMk/>
            <pc:sldMk cId="1045434657" sldId="2076137325"/>
            <ac:grpSpMk id="30" creationId="{6AB52472-F321-45C7-AD69-D311972B0020}"/>
          </ac:grpSpMkLst>
        </pc:grpChg>
        <pc:graphicFrameChg chg="add del modGraphic">
          <ac:chgData name="Amilcar Jose Rodriguez Barrios" userId="efa7753a-59bf-44f0-ad53-c3388f48cff0" providerId="ADAL" clId="{ECC100FD-023F-4E10-9A7E-BC0C9D78DF98}" dt="2021-02-22T00:04:18.992" v="1369" actId="27309"/>
          <ac:graphicFrameMkLst>
            <pc:docMk/>
            <pc:sldMk cId="1045434657" sldId="2076137325"/>
            <ac:graphicFrameMk id="3" creationId="{E473D856-BD8E-43A5-9A74-3B41FE4F7FBC}"/>
          </ac:graphicFrameMkLst>
        </pc:graphicFrameChg>
        <pc:picChg chg="del">
          <ac:chgData name="Amilcar Jose Rodriguez Barrios" userId="efa7753a-59bf-44f0-ad53-c3388f48cff0" providerId="ADAL" clId="{ECC100FD-023F-4E10-9A7E-BC0C9D78DF98}" dt="2021-02-18T00:46:38.267" v="1229" actId="478"/>
          <ac:picMkLst>
            <pc:docMk/>
            <pc:sldMk cId="1045434657" sldId="2076137325"/>
            <ac:picMk id="25" creationId="{31339698-AD24-4A76-A4AA-A91D4305D2A6}"/>
          </ac:picMkLst>
        </pc:picChg>
        <pc:picChg chg="del">
          <ac:chgData name="Amilcar Jose Rodriguez Barrios" userId="efa7753a-59bf-44f0-ad53-c3388f48cff0" providerId="ADAL" clId="{ECC100FD-023F-4E10-9A7E-BC0C9D78DF98}" dt="2021-02-18T00:46:38.267" v="1229" actId="478"/>
          <ac:picMkLst>
            <pc:docMk/>
            <pc:sldMk cId="1045434657" sldId="2076137325"/>
            <ac:picMk id="26" creationId="{89A1D9E8-5E41-48CE-A880-42D76AB6F9D1}"/>
          </ac:picMkLst>
        </pc:picChg>
        <pc:picChg chg="del">
          <ac:chgData name="Amilcar Jose Rodriguez Barrios" userId="efa7753a-59bf-44f0-ad53-c3388f48cff0" providerId="ADAL" clId="{ECC100FD-023F-4E10-9A7E-BC0C9D78DF98}" dt="2021-02-18T00:46:38.267" v="1229" actId="478"/>
          <ac:picMkLst>
            <pc:docMk/>
            <pc:sldMk cId="1045434657" sldId="2076137325"/>
            <ac:picMk id="27" creationId="{41C9125D-9FD7-4515-A481-F22A4EBC767C}"/>
          </ac:picMkLst>
        </pc:picChg>
        <pc:picChg chg="del">
          <ac:chgData name="Amilcar Jose Rodriguez Barrios" userId="efa7753a-59bf-44f0-ad53-c3388f48cff0" providerId="ADAL" clId="{ECC100FD-023F-4E10-9A7E-BC0C9D78DF98}" dt="2021-02-18T00:46:38.267" v="1229" actId="478"/>
          <ac:picMkLst>
            <pc:docMk/>
            <pc:sldMk cId="1045434657" sldId="2076137325"/>
            <ac:picMk id="28" creationId="{C85070A7-9B9D-4183-9354-27542F24B7FD}"/>
          </ac:picMkLst>
        </pc:picChg>
        <pc:picChg chg="add mod">
          <ac:chgData name="Amilcar Jose Rodriguez Barrios" userId="efa7753a-59bf-44f0-ad53-c3388f48cff0" providerId="ADAL" clId="{ECC100FD-023F-4E10-9A7E-BC0C9D78DF98}" dt="2021-02-18T00:46:44.815" v="1231" actId="1076"/>
          <ac:picMkLst>
            <pc:docMk/>
            <pc:sldMk cId="1045434657" sldId="2076137325"/>
            <ac:picMk id="29" creationId="{60A858F2-C5F6-41D3-91F0-A94C8BDBF90F}"/>
          </ac:picMkLst>
        </pc:picChg>
      </pc:sldChg>
      <pc:sldChg chg="addSp delSp modSp add mod delAnim modAnim">
        <pc:chgData name="Amilcar Jose Rodriguez Barrios" userId="efa7753a-59bf-44f0-ad53-c3388f48cff0" providerId="ADAL" clId="{ECC100FD-023F-4E10-9A7E-BC0C9D78DF98}" dt="2021-02-18T00:47:38.580" v="1241" actId="1076"/>
        <pc:sldMkLst>
          <pc:docMk/>
          <pc:sldMk cId="2063459760" sldId="2076137326"/>
        </pc:sldMkLst>
        <pc:spChg chg="del">
          <ac:chgData name="Amilcar Jose Rodriguez Barrios" userId="efa7753a-59bf-44f0-ad53-c3388f48cff0" providerId="ADAL" clId="{ECC100FD-023F-4E10-9A7E-BC0C9D78DF98}" dt="2021-02-18T00:47:07.030" v="1234" actId="478"/>
          <ac:spMkLst>
            <pc:docMk/>
            <pc:sldMk cId="2063459760" sldId="2076137326"/>
            <ac:spMk id="15" creationId="{40A6C2D6-95DC-4FC9-873E-D3FEAE386C0C}"/>
          </ac:spMkLst>
        </pc:spChg>
        <pc:spChg chg="add mod">
          <ac:chgData name="Amilcar Jose Rodriguez Barrios" userId="efa7753a-59bf-44f0-ad53-c3388f48cff0" providerId="ADAL" clId="{ECC100FD-023F-4E10-9A7E-BC0C9D78DF98}" dt="2021-02-18T00:47:38.580" v="1241" actId="1076"/>
          <ac:spMkLst>
            <pc:docMk/>
            <pc:sldMk cId="2063459760" sldId="2076137326"/>
            <ac:spMk id="18" creationId="{F33AE276-885D-432B-91BD-DE05722544A3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0" creationId="{5D9C842A-40F4-4958-B21C-B9B151E116E6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1" creationId="{9812069B-E12B-49B9-B847-ED752C4FB015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3" creationId="{5C012711-0634-42F5-B40E-B3AB8CB5FD61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4" creationId="{03562737-035D-4652-A530-F04840504ED5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6" creationId="{0600E31F-3100-4151-A9A1-18367FE38501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7" creationId="{444B025E-749F-4FC4-B943-00B346E16FA5}"/>
          </ac:spMkLst>
        </pc:spChg>
        <pc:spChg chg="del">
          <ac:chgData name="Amilcar Jose Rodriguez Barrios" userId="efa7753a-59bf-44f0-ad53-c3388f48cff0" providerId="ADAL" clId="{ECC100FD-023F-4E10-9A7E-BC0C9D78DF98}" dt="2021-02-18T00:47:04.625" v="1233" actId="478"/>
          <ac:spMkLst>
            <pc:docMk/>
            <pc:sldMk cId="2063459760" sldId="2076137326"/>
            <ac:spMk id="33" creationId="{5BEB51E8-DDD3-4C80-8DBC-660E0B67F251}"/>
          </ac:spMkLst>
        </pc:spChg>
        <pc:spChg chg="del">
          <ac:chgData name="Amilcar Jose Rodriguez Barrios" userId="efa7753a-59bf-44f0-ad53-c3388f48cff0" providerId="ADAL" clId="{ECC100FD-023F-4E10-9A7E-BC0C9D78DF98}" dt="2021-02-18T00:47:04.625" v="1233" actId="478"/>
          <ac:spMkLst>
            <pc:docMk/>
            <pc:sldMk cId="2063459760" sldId="2076137326"/>
            <ac:spMk id="34" creationId="{02EC5C63-92C3-4450-9E11-551B6876A183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35" creationId="{43888AFF-687C-4CA5-B83D-85F4E7E240E8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36" creationId="{CD28CC8F-C27B-4D4D-A365-E3A90B34C1DE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38" creationId="{5BAA7EBE-578F-46FC-8C43-A510F1982E56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39" creationId="{39212236-4F51-442E-8BD6-C1E31D85A20B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1" creationId="{BF95162D-98FB-465D-90B9-FABA9303298F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2" creationId="{70C3E92A-79EE-4D2E-9173-54E85D4B0468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4" creationId="{FD6679FA-7CB2-468B-9E06-5B5102144935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5" creationId="{0FF6614E-7E9D-4FAA-85CA-88802012DEF5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7" creationId="{79474B6A-1319-4F73-B12B-24A1DE3E8179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8" creationId="{83C6F480-031C-4D35-8D31-C273CBD0E2B3}"/>
          </ac:spMkLst>
        </pc:s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19" creationId="{35570AE5-2345-47E2-ACDB-5FBAD65452C7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22" creationId="{6198DC72-51B2-46FB-86D2-CD4E6AD9C831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25" creationId="{714CA5EB-30FF-47CE-8C9E-7C77CB869563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28" creationId="{B1AD5D39-B527-418E-9E45-004899E92EAC}"/>
          </ac:grpSpMkLst>
        </pc:grpChg>
        <pc:grpChg chg="del">
          <ac:chgData name="Amilcar Jose Rodriguez Barrios" userId="efa7753a-59bf-44f0-ad53-c3388f48cff0" providerId="ADAL" clId="{ECC100FD-023F-4E10-9A7E-BC0C9D78DF98}" dt="2021-02-18T00:47:04.625" v="1233" actId="478"/>
          <ac:grpSpMkLst>
            <pc:docMk/>
            <pc:sldMk cId="2063459760" sldId="2076137326"/>
            <ac:grpSpMk id="30" creationId="{6AB52472-F321-45C7-AD69-D311972B0020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37" creationId="{E1D41BAB-BB9C-438C-AD01-9BE66DF34284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40" creationId="{83D166ED-5D62-4043-8E9E-E5EA7994BFD0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43" creationId="{01B640FE-6D5B-4FC4-ADBB-55FC2BD5D887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46" creationId="{C52AA3C4-E202-45FE-965F-052AE016DF35}"/>
          </ac:grpSpMkLst>
        </pc:grpChg>
        <pc:picChg chg="del">
          <ac:chgData name="Amilcar Jose Rodriguez Barrios" userId="efa7753a-59bf-44f0-ad53-c3388f48cff0" providerId="ADAL" clId="{ECC100FD-023F-4E10-9A7E-BC0C9D78DF98}" dt="2021-02-18T00:47:04.625" v="1233" actId="478"/>
          <ac:picMkLst>
            <pc:docMk/>
            <pc:sldMk cId="2063459760" sldId="2076137326"/>
            <ac:picMk id="29" creationId="{60A858F2-C5F6-41D3-91F0-A94C8BDBF90F}"/>
          </ac:picMkLst>
        </pc:picChg>
      </pc:sldChg>
      <pc:sldChg chg="addSp delSp modSp add mod">
        <pc:chgData name="Amilcar Jose Rodriguez Barrios" userId="efa7753a-59bf-44f0-ad53-c3388f48cff0" providerId="ADAL" clId="{ECC100FD-023F-4E10-9A7E-BC0C9D78DF98}" dt="2021-02-22T00:03:44.572" v="1322"/>
        <pc:sldMkLst>
          <pc:docMk/>
          <pc:sldMk cId="2757612493" sldId="2076137327"/>
        </pc:sldMkLst>
        <pc:spChg chg="mod">
          <ac:chgData name="Amilcar Jose Rodriguez Barrios" userId="efa7753a-59bf-44f0-ad53-c3388f48cff0" providerId="ADAL" clId="{ECC100FD-023F-4E10-9A7E-BC0C9D78DF98}" dt="2021-02-18T00:48:30.567" v="1244" actId="20577"/>
          <ac:spMkLst>
            <pc:docMk/>
            <pc:sldMk cId="2757612493" sldId="2076137327"/>
            <ac:spMk id="2" creationId="{9A737677-B1FB-442D-AA60-7E2FF208BAB5}"/>
          </ac:spMkLst>
        </pc:spChg>
        <pc:spChg chg="mod">
          <ac:chgData name="Amilcar Jose Rodriguez Barrios" userId="efa7753a-59bf-44f0-ad53-c3388f48cff0" providerId="ADAL" clId="{ECC100FD-023F-4E10-9A7E-BC0C9D78DF98}" dt="2021-02-18T00:48:46.320" v="1269" actId="20577"/>
          <ac:spMkLst>
            <pc:docMk/>
            <pc:sldMk cId="2757612493" sldId="2076137327"/>
            <ac:spMk id="6" creationId="{5F7E92B5-37A1-44D2-8E11-6D3F4A150ECB}"/>
          </ac:spMkLst>
        </pc:spChg>
        <pc:spChg chg="del">
          <ac:chgData name="Amilcar Jose Rodriguez Barrios" userId="efa7753a-59bf-44f0-ad53-c3388f48cff0" providerId="ADAL" clId="{ECC100FD-023F-4E10-9A7E-BC0C9D78DF98}" dt="2021-02-18T00:49:02.750" v="1273" actId="478"/>
          <ac:spMkLst>
            <pc:docMk/>
            <pc:sldMk cId="2757612493" sldId="2076137327"/>
            <ac:spMk id="16" creationId="{4B5E7BA6-6685-4D27-A8CA-125EFDF69E45}"/>
          </ac:spMkLst>
        </pc:spChg>
        <pc:spChg chg="add mod">
          <ac:chgData name="Amilcar Jose Rodriguez Barrios" userId="efa7753a-59bf-44f0-ad53-c3388f48cff0" providerId="ADAL" clId="{ECC100FD-023F-4E10-9A7E-BC0C9D78DF98}" dt="2021-02-18T00:49:06.491" v="1274" actId="1076"/>
          <ac:spMkLst>
            <pc:docMk/>
            <pc:sldMk cId="2757612493" sldId="2076137327"/>
            <ac:spMk id="17" creationId="{D09E38B2-A45D-462D-8CA7-1E3816174CCA}"/>
          </ac:spMkLst>
        </pc:spChg>
        <pc:spChg chg="mod">
          <ac:chgData name="Amilcar Jose Rodriguez Barrios" userId="efa7753a-59bf-44f0-ad53-c3388f48cff0" providerId="ADAL" clId="{ECC100FD-023F-4E10-9A7E-BC0C9D78DF98}" dt="2021-02-22T00:03:44.572" v="1322"/>
          <ac:spMkLst>
            <pc:docMk/>
            <pc:sldMk cId="2757612493" sldId="2076137327"/>
            <ac:spMk id="18" creationId="{7A74F2E2-049B-421D-AEDD-278E44CE53DE}"/>
          </ac:spMkLst>
        </pc:spChg>
        <pc:spChg chg="mod">
          <ac:chgData name="Amilcar Jose Rodriguez Barrios" userId="efa7753a-59bf-44f0-ad53-c3388f48cff0" providerId="ADAL" clId="{ECC100FD-023F-4E10-9A7E-BC0C9D78DF98}" dt="2021-02-22T00:03:44.572" v="1322"/>
          <ac:spMkLst>
            <pc:docMk/>
            <pc:sldMk cId="2757612493" sldId="2076137327"/>
            <ac:spMk id="19" creationId="{0D131B06-21B8-4911-B2D6-789997ED940E}"/>
          </ac:spMkLst>
        </pc:spChg>
        <pc:grpChg chg="del">
          <ac:chgData name="Amilcar Jose Rodriguez Barrios" userId="efa7753a-59bf-44f0-ad53-c3388f48cff0" providerId="ADAL" clId="{ECC100FD-023F-4E10-9A7E-BC0C9D78DF98}" dt="2021-02-22T00:03:44.300" v="1321" actId="478"/>
          <ac:grpSpMkLst>
            <pc:docMk/>
            <pc:sldMk cId="2757612493" sldId="2076137327"/>
            <ac:grpSpMk id="7" creationId="{07B5858E-7FA2-43BA-9BA7-0195A84048E8}"/>
          </ac:grpSpMkLst>
        </pc:grpChg>
        <pc:grpChg chg="add mod">
          <ac:chgData name="Amilcar Jose Rodriguez Barrios" userId="efa7753a-59bf-44f0-ad53-c3388f48cff0" providerId="ADAL" clId="{ECC100FD-023F-4E10-9A7E-BC0C9D78DF98}" dt="2021-02-22T00:03:44.572" v="1322"/>
          <ac:grpSpMkLst>
            <pc:docMk/>
            <pc:sldMk cId="2757612493" sldId="2076137327"/>
            <ac:grpSpMk id="16" creationId="{E14EA130-E7DA-4B7E-8D2D-FFE9C5D10C9B}"/>
          </ac:grpSpMkLst>
        </pc:grpChg>
      </pc:sldChg>
      <pc:sldChg chg="addSp delSp modSp new mod modAnim">
        <pc:chgData name="Amilcar Jose Rodriguez Barrios" userId="efa7753a-59bf-44f0-ad53-c3388f48cff0" providerId="ADAL" clId="{ECC100FD-023F-4E10-9A7E-BC0C9D78DF98}" dt="2021-02-22T00:04:52.263" v="1383" actId="1035"/>
        <pc:sldMkLst>
          <pc:docMk/>
          <pc:sldMk cId="1581946987" sldId="2076137328"/>
        </pc:sldMkLst>
        <pc:spChg chg="mod">
          <ac:chgData name="Amilcar Jose Rodriguez Barrios" userId="efa7753a-59bf-44f0-ad53-c3388f48cff0" providerId="ADAL" clId="{ECC100FD-023F-4E10-9A7E-BC0C9D78DF98}" dt="2021-02-22T00:03:36.025" v="1320"/>
          <ac:spMkLst>
            <pc:docMk/>
            <pc:sldMk cId="1581946987" sldId="2076137328"/>
            <ac:spMk id="3" creationId="{75944753-0AAE-409D-9D53-97C6000E9140}"/>
          </ac:spMkLst>
        </pc:spChg>
        <pc:spChg chg="mod">
          <ac:chgData name="Amilcar Jose Rodriguez Barrios" userId="efa7753a-59bf-44f0-ad53-c3388f48cff0" providerId="ADAL" clId="{ECC100FD-023F-4E10-9A7E-BC0C9D78DF98}" dt="2021-02-22T00:03:36.025" v="1320"/>
          <ac:spMkLst>
            <pc:docMk/>
            <pc:sldMk cId="1581946987" sldId="2076137328"/>
            <ac:spMk id="4" creationId="{14E16972-B79C-43E2-9443-C903C294FF87}"/>
          </ac:spMkLst>
        </pc:spChg>
        <pc:spChg chg="mod">
          <ac:chgData name="Amilcar Jose Rodriguez Barrios" userId="efa7753a-59bf-44f0-ad53-c3388f48cff0" providerId="ADAL" clId="{ECC100FD-023F-4E10-9A7E-BC0C9D78DF98}" dt="2021-02-22T00:03:36.025" v="1320"/>
          <ac:spMkLst>
            <pc:docMk/>
            <pc:sldMk cId="1581946987" sldId="2076137328"/>
            <ac:spMk id="7" creationId="{54A99C97-FB68-45D4-9757-40D19A7786F2}"/>
          </ac:spMkLst>
        </pc:spChg>
        <pc:spChg chg="mod">
          <ac:chgData name="Amilcar Jose Rodriguez Barrios" userId="efa7753a-59bf-44f0-ad53-c3388f48cff0" providerId="ADAL" clId="{ECC100FD-023F-4E10-9A7E-BC0C9D78DF98}" dt="2021-02-22T00:03:36.025" v="1320"/>
          <ac:spMkLst>
            <pc:docMk/>
            <pc:sldMk cId="1581946987" sldId="2076137328"/>
            <ac:spMk id="9" creationId="{F6E6B120-2B3F-4242-9476-90EE112B5280}"/>
          </ac:spMkLst>
        </pc:spChg>
        <pc:spChg chg="add del mod">
          <ac:chgData name="Amilcar Jose Rodriguez Barrios" userId="efa7753a-59bf-44f0-ad53-c3388f48cff0" providerId="ADAL" clId="{ECC100FD-023F-4E10-9A7E-BC0C9D78DF98}" dt="2021-02-22T00:04:02.214" v="1323" actId="478"/>
          <ac:spMkLst>
            <pc:docMk/>
            <pc:sldMk cId="1581946987" sldId="2076137328"/>
            <ac:spMk id="11" creationId="{F8E34334-051C-4D32-8CC5-24D6D67A4781}"/>
          </ac:spMkLst>
        </pc:spChg>
        <pc:spChg chg="add mod">
          <ac:chgData name="Amilcar Jose Rodriguez Barrios" userId="efa7753a-59bf-44f0-ad53-c3388f48cff0" providerId="ADAL" clId="{ECC100FD-023F-4E10-9A7E-BC0C9D78DF98}" dt="2021-02-22T00:04:52.263" v="1383" actId="1035"/>
          <ac:spMkLst>
            <pc:docMk/>
            <pc:sldMk cId="1581946987" sldId="2076137328"/>
            <ac:spMk id="12" creationId="{315042EA-DB0B-4054-B5B8-750BEC134255}"/>
          </ac:spMkLst>
        </pc:spChg>
        <pc:spChg chg="add mod">
          <ac:chgData name="Amilcar Jose Rodriguez Barrios" userId="efa7753a-59bf-44f0-ad53-c3388f48cff0" providerId="ADAL" clId="{ECC100FD-023F-4E10-9A7E-BC0C9D78DF98}" dt="2021-02-22T00:04:35.737" v="1375" actId="14100"/>
          <ac:spMkLst>
            <pc:docMk/>
            <pc:sldMk cId="1581946987" sldId="2076137328"/>
            <ac:spMk id="13" creationId="{9D05AE54-6E53-482C-B39C-8D156E1B0708}"/>
          </ac:spMkLst>
        </pc:spChg>
        <pc:spChg chg="add mod">
          <ac:chgData name="Amilcar Jose Rodriguez Barrios" userId="efa7753a-59bf-44f0-ad53-c3388f48cff0" providerId="ADAL" clId="{ECC100FD-023F-4E10-9A7E-BC0C9D78DF98}" dt="2021-02-22T00:04:19.003" v="1370" actId="1037"/>
          <ac:spMkLst>
            <pc:docMk/>
            <pc:sldMk cId="1581946987" sldId="2076137328"/>
            <ac:spMk id="14" creationId="{81A9DE0B-E131-4466-A094-537331CA52DF}"/>
          </ac:spMkLst>
        </pc:spChg>
        <pc:spChg chg="mod">
          <ac:chgData name="Amilcar Jose Rodriguez Barrios" userId="efa7753a-59bf-44f0-ad53-c3388f48cff0" providerId="ADAL" clId="{ECC100FD-023F-4E10-9A7E-BC0C9D78DF98}" dt="2021-02-22T00:04:45.711" v="1376"/>
          <ac:spMkLst>
            <pc:docMk/>
            <pc:sldMk cId="1581946987" sldId="2076137328"/>
            <ac:spMk id="17" creationId="{93ACA7D5-3888-4C1A-9F00-CBE61E684A46}"/>
          </ac:spMkLst>
        </pc:spChg>
        <pc:spChg chg="mod">
          <ac:chgData name="Amilcar Jose Rodriguez Barrios" userId="efa7753a-59bf-44f0-ad53-c3388f48cff0" providerId="ADAL" clId="{ECC100FD-023F-4E10-9A7E-BC0C9D78DF98}" dt="2021-02-22T00:04:45.711" v="1376"/>
          <ac:spMkLst>
            <pc:docMk/>
            <pc:sldMk cId="1581946987" sldId="2076137328"/>
            <ac:spMk id="18" creationId="{CB2EB5FA-7CB3-4864-981C-9F48B66E0C23}"/>
          </ac:spMkLst>
        </pc:spChg>
        <pc:grpChg chg="add mod">
          <ac:chgData name="Amilcar Jose Rodriguez Barrios" userId="efa7753a-59bf-44f0-ad53-c3388f48cff0" providerId="ADAL" clId="{ECC100FD-023F-4E10-9A7E-BC0C9D78DF98}" dt="2021-02-22T00:04:50.304" v="1379" actId="1076"/>
          <ac:grpSpMkLst>
            <pc:docMk/>
            <pc:sldMk cId="1581946987" sldId="2076137328"/>
            <ac:grpSpMk id="2" creationId="{5694923E-7848-4AC1-82BA-F500A502FC26}"/>
          </ac:grpSpMkLst>
        </pc:grpChg>
        <pc:grpChg chg="add mod">
          <ac:chgData name="Amilcar Jose Rodriguez Barrios" userId="efa7753a-59bf-44f0-ad53-c3388f48cff0" providerId="ADAL" clId="{ECC100FD-023F-4E10-9A7E-BC0C9D78DF98}" dt="2021-02-22T00:03:36.025" v="1320"/>
          <ac:grpSpMkLst>
            <pc:docMk/>
            <pc:sldMk cId="1581946987" sldId="2076137328"/>
            <ac:grpSpMk id="5" creationId="{297B59C7-E191-46B2-A6D2-A52088E85E8B}"/>
          </ac:grpSpMkLst>
        </pc:grpChg>
        <pc:grpChg chg="add mod">
          <ac:chgData name="Amilcar Jose Rodriguez Barrios" userId="efa7753a-59bf-44f0-ad53-c3388f48cff0" providerId="ADAL" clId="{ECC100FD-023F-4E10-9A7E-BC0C9D78DF98}" dt="2021-02-22T00:03:36.025" v="1320"/>
          <ac:grpSpMkLst>
            <pc:docMk/>
            <pc:sldMk cId="1581946987" sldId="2076137328"/>
            <ac:grpSpMk id="8" creationId="{9DC1BFA4-FF03-4756-885D-A4AF982ED97B}"/>
          </ac:grpSpMkLst>
        </pc:grpChg>
        <pc:grpChg chg="add mod">
          <ac:chgData name="Amilcar Jose Rodriguez Barrios" userId="efa7753a-59bf-44f0-ad53-c3388f48cff0" providerId="ADAL" clId="{ECC100FD-023F-4E10-9A7E-BC0C9D78DF98}" dt="2021-02-22T00:04:48.330" v="1377" actId="1076"/>
          <ac:grpSpMkLst>
            <pc:docMk/>
            <pc:sldMk cId="1581946987" sldId="2076137328"/>
            <ac:grpSpMk id="16" creationId="{286EC397-052D-4270-8A52-D1F027DB8F82}"/>
          </ac:grpSpMkLst>
        </pc:grpChg>
        <pc:picChg chg="mod">
          <ac:chgData name="Amilcar Jose Rodriguez Barrios" userId="efa7753a-59bf-44f0-ad53-c3388f48cff0" providerId="ADAL" clId="{ECC100FD-023F-4E10-9A7E-BC0C9D78DF98}" dt="2021-02-22T00:03:36.025" v="1320"/>
          <ac:picMkLst>
            <pc:docMk/>
            <pc:sldMk cId="1581946987" sldId="2076137328"/>
            <ac:picMk id="10" creationId="{011F4C1C-7691-414A-AEBE-0C3DFCBA8682}"/>
          </ac:picMkLst>
        </pc:picChg>
        <pc:picChg chg="add mod">
          <ac:chgData name="Amilcar Jose Rodriguez Barrios" userId="efa7753a-59bf-44f0-ad53-c3388f48cff0" providerId="ADAL" clId="{ECC100FD-023F-4E10-9A7E-BC0C9D78DF98}" dt="2021-02-22T00:04:48.330" v="1377" actId="1076"/>
          <ac:picMkLst>
            <pc:docMk/>
            <pc:sldMk cId="1581946987" sldId="2076137328"/>
            <ac:picMk id="15" creationId="{D559907E-2A47-430D-ABF6-11BA01CD8366}"/>
          </ac:picMkLst>
        </pc:picChg>
        <pc:cxnChg chg="mod">
          <ac:chgData name="Amilcar Jose Rodriguez Barrios" userId="efa7753a-59bf-44f0-ad53-c3388f48cff0" providerId="ADAL" clId="{ECC100FD-023F-4E10-9A7E-BC0C9D78DF98}" dt="2021-02-22T00:03:36.025" v="1320"/>
          <ac:cxnSpMkLst>
            <pc:docMk/>
            <pc:sldMk cId="1581946987" sldId="2076137328"/>
            <ac:cxnSpMk id="6" creationId="{CF601436-7CD2-4695-B4B3-944765A417CF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22T00:06:19.949" v="1413" actId="1035"/>
        <pc:sldMkLst>
          <pc:docMk/>
          <pc:sldMk cId="1879546633" sldId="2076137329"/>
        </pc:sldMkLst>
        <pc:spChg chg="mod">
          <ac:chgData name="Amilcar Jose Rodriguez Barrios" userId="efa7753a-59bf-44f0-ad53-c3388f48cff0" providerId="ADAL" clId="{ECC100FD-023F-4E10-9A7E-BC0C9D78DF98}" dt="2021-02-22T00:05:30.684" v="1386"/>
          <ac:spMkLst>
            <pc:docMk/>
            <pc:sldMk cId="1879546633" sldId="2076137329"/>
            <ac:spMk id="3" creationId="{0914A9A5-5524-4E2C-A46B-42A758181061}"/>
          </ac:spMkLst>
        </pc:spChg>
        <pc:spChg chg="mod">
          <ac:chgData name="Amilcar Jose Rodriguez Barrios" userId="efa7753a-59bf-44f0-ad53-c3388f48cff0" providerId="ADAL" clId="{ECC100FD-023F-4E10-9A7E-BC0C9D78DF98}" dt="2021-02-22T00:05:30.684" v="1386"/>
          <ac:spMkLst>
            <pc:docMk/>
            <pc:sldMk cId="1879546633" sldId="2076137329"/>
            <ac:spMk id="4" creationId="{BD5650BC-7681-42F8-83FE-A3919AC05591}"/>
          </ac:spMkLst>
        </pc:spChg>
        <pc:spChg chg="mod">
          <ac:chgData name="Amilcar Jose Rodriguez Barrios" userId="efa7753a-59bf-44f0-ad53-c3388f48cff0" providerId="ADAL" clId="{ECC100FD-023F-4E10-9A7E-BC0C9D78DF98}" dt="2021-02-22T00:05:30.684" v="1386"/>
          <ac:spMkLst>
            <pc:docMk/>
            <pc:sldMk cId="1879546633" sldId="2076137329"/>
            <ac:spMk id="7" creationId="{F18368B9-6B20-48EE-A69F-5DA5C1D47460}"/>
          </ac:spMkLst>
        </pc:spChg>
        <pc:spChg chg="mod">
          <ac:chgData name="Amilcar Jose Rodriguez Barrios" userId="efa7753a-59bf-44f0-ad53-c3388f48cff0" providerId="ADAL" clId="{ECC100FD-023F-4E10-9A7E-BC0C9D78DF98}" dt="2021-02-22T00:05:30.684" v="1386"/>
          <ac:spMkLst>
            <pc:docMk/>
            <pc:sldMk cId="1879546633" sldId="2076137329"/>
            <ac:spMk id="9" creationId="{09EB4353-8498-4B5A-A32C-AF8FCD5C5E1A}"/>
          </ac:spMkLst>
        </pc:spChg>
        <pc:spChg chg="add mod">
          <ac:chgData name="Amilcar Jose Rodriguez Barrios" userId="efa7753a-59bf-44f0-ad53-c3388f48cff0" providerId="ADAL" clId="{ECC100FD-023F-4E10-9A7E-BC0C9D78DF98}" dt="2021-02-22T00:06:13.219" v="1401" actId="1076"/>
          <ac:spMkLst>
            <pc:docMk/>
            <pc:sldMk cId="1879546633" sldId="2076137329"/>
            <ac:spMk id="11" creationId="{205ACB65-ABD0-42C8-9C9A-08F187BF6A75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13" creationId="{700A519E-C67E-48D3-8363-00C2E89AF2A7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14" creationId="{52A55F59-1BFE-40A3-8661-B562F9A62A7A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16" creationId="{9B5EB650-2BAB-4723-BFD9-46D55F844EEF}"/>
          </ac:spMkLst>
        </pc:spChg>
        <pc:spChg chg="mod">
          <ac:chgData name="Amilcar Jose Rodriguez Barrios" userId="efa7753a-59bf-44f0-ad53-c3388f48cff0" providerId="ADAL" clId="{ECC100FD-023F-4E10-9A7E-BC0C9D78DF98}" dt="2021-02-22T00:05:50.210" v="1390" actId="14100"/>
          <ac:spMkLst>
            <pc:docMk/>
            <pc:sldMk cId="1879546633" sldId="2076137329"/>
            <ac:spMk id="17" creationId="{5F56A698-DEA0-4037-AFBA-6570121467B0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19" creationId="{717369AC-B6BB-4801-8274-7745199410F0}"/>
          </ac:spMkLst>
        </pc:spChg>
        <pc:spChg chg="mod">
          <ac:chgData name="Amilcar Jose Rodriguez Barrios" userId="efa7753a-59bf-44f0-ad53-c3388f48cff0" providerId="ADAL" clId="{ECC100FD-023F-4E10-9A7E-BC0C9D78DF98}" dt="2021-02-22T00:05:51.777" v="1391" actId="14100"/>
          <ac:spMkLst>
            <pc:docMk/>
            <pc:sldMk cId="1879546633" sldId="2076137329"/>
            <ac:spMk id="20" creationId="{66763706-2C77-4259-BD14-227DBE9A8606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22" creationId="{5C56559B-8047-4907-915C-A1EEA77B4102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23" creationId="{45AF6867-1A3E-4192-B7FB-1D65D8888E92}"/>
          </ac:spMkLst>
        </pc:spChg>
        <pc:spChg chg="add mod">
          <ac:chgData name="Amilcar Jose Rodriguez Barrios" userId="efa7753a-59bf-44f0-ad53-c3388f48cff0" providerId="ADAL" clId="{ECC100FD-023F-4E10-9A7E-BC0C9D78DF98}" dt="2021-02-22T00:06:16.615" v="1402" actId="1076"/>
          <ac:spMkLst>
            <pc:docMk/>
            <pc:sldMk cId="1879546633" sldId="2076137329"/>
            <ac:spMk id="24" creationId="{9E50FC17-1A4E-4E75-9A8D-F9C33D558F5D}"/>
          </ac:spMkLst>
        </pc:spChg>
        <pc:grpChg chg="add mod">
          <ac:chgData name="Amilcar Jose Rodriguez Barrios" userId="efa7753a-59bf-44f0-ad53-c3388f48cff0" providerId="ADAL" clId="{ECC100FD-023F-4E10-9A7E-BC0C9D78DF98}" dt="2021-02-22T00:05:30.684" v="1386"/>
          <ac:grpSpMkLst>
            <pc:docMk/>
            <pc:sldMk cId="1879546633" sldId="2076137329"/>
            <ac:grpSpMk id="2" creationId="{667D5D67-A6CB-4A42-811C-570E874AC015}"/>
          </ac:grpSpMkLst>
        </pc:grpChg>
        <pc:grpChg chg="add mod">
          <ac:chgData name="Amilcar Jose Rodriguez Barrios" userId="efa7753a-59bf-44f0-ad53-c3388f48cff0" providerId="ADAL" clId="{ECC100FD-023F-4E10-9A7E-BC0C9D78DF98}" dt="2021-02-22T00:05:30.684" v="1386"/>
          <ac:grpSpMkLst>
            <pc:docMk/>
            <pc:sldMk cId="1879546633" sldId="2076137329"/>
            <ac:grpSpMk id="5" creationId="{69262B25-6C9F-4B99-A426-815E8995147D}"/>
          </ac:grpSpMkLst>
        </pc:grpChg>
        <pc:grpChg chg="add mod">
          <ac:chgData name="Amilcar Jose Rodriguez Barrios" userId="efa7753a-59bf-44f0-ad53-c3388f48cff0" providerId="ADAL" clId="{ECC100FD-023F-4E10-9A7E-BC0C9D78DF98}" dt="2021-02-22T00:05:30.684" v="1386"/>
          <ac:grpSpMkLst>
            <pc:docMk/>
            <pc:sldMk cId="1879546633" sldId="2076137329"/>
            <ac:grpSpMk id="8" creationId="{A6BA76D4-7313-4936-9858-9E9CBE29DC9D}"/>
          </ac:grpSpMkLst>
        </pc:grpChg>
        <pc:grpChg chg="add mod">
          <ac:chgData name="Amilcar Jose Rodriguez Barrios" userId="efa7753a-59bf-44f0-ad53-c3388f48cff0" providerId="ADAL" clId="{ECC100FD-023F-4E10-9A7E-BC0C9D78DF98}" dt="2021-02-22T00:06:19.949" v="1413" actId="1035"/>
          <ac:grpSpMkLst>
            <pc:docMk/>
            <pc:sldMk cId="1879546633" sldId="2076137329"/>
            <ac:grpSpMk id="12" creationId="{327B9571-1239-425F-85CA-B0E06D2E90BA}"/>
          </ac:grpSpMkLst>
        </pc:grpChg>
        <pc:grpChg chg="add mod">
          <ac:chgData name="Amilcar Jose Rodriguez Barrios" userId="efa7753a-59bf-44f0-ad53-c3388f48cff0" providerId="ADAL" clId="{ECC100FD-023F-4E10-9A7E-BC0C9D78DF98}" dt="2021-02-22T00:06:19.949" v="1413" actId="1035"/>
          <ac:grpSpMkLst>
            <pc:docMk/>
            <pc:sldMk cId="1879546633" sldId="2076137329"/>
            <ac:grpSpMk id="15" creationId="{08881F79-E593-4519-AFFA-182F13D162AD}"/>
          </ac:grpSpMkLst>
        </pc:grpChg>
        <pc:grpChg chg="add mod">
          <ac:chgData name="Amilcar Jose Rodriguez Barrios" userId="efa7753a-59bf-44f0-ad53-c3388f48cff0" providerId="ADAL" clId="{ECC100FD-023F-4E10-9A7E-BC0C9D78DF98}" dt="2021-02-22T00:06:19.949" v="1413" actId="1035"/>
          <ac:grpSpMkLst>
            <pc:docMk/>
            <pc:sldMk cId="1879546633" sldId="2076137329"/>
            <ac:grpSpMk id="18" creationId="{261CCC3C-BE33-4CE6-89E7-420E021F8097}"/>
          </ac:grpSpMkLst>
        </pc:grpChg>
        <pc:grpChg chg="add mod">
          <ac:chgData name="Amilcar Jose Rodriguez Barrios" userId="efa7753a-59bf-44f0-ad53-c3388f48cff0" providerId="ADAL" clId="{ECC100FD-023F-4E10-9A7E-BC0C9D78DF98}" dt="2021-02-22T00:06:19.949" v="1413" actId="1035"/>
          <ac:grpSpMkLst>
            <pc:docMk/>
            <pc:sldMk cId="1879546633" sldId="2076137329"/>
            <ac:grpSpMk id="21" creationId="{D7D1C299-5DEF-469E-BCEF-7CDD35B15B61}"/>
          </ac:grpSpMkLst>
        </pc:grpChg>
        <pc:picChg chg="mod">
          <ac:chgData name="Amilcar Jose Rodriguez Barrios" userId="efa7753a-59bf-44f0-ad53-c3388f48cff0" providerId="ADAL" clId="{ECC100FD-023F-4E10-9A7E-BC0C9D78DF98}" dt="2021-02-22T00:05:30.684" v="1386"/>
          <ac:picMkLst>
            <pc:docMk/>
            <pc:sldMk cId="1879546633" sldId="2076137329"/>
            <ac:picMk id="10" creationId="{1C0D1969-41C2-417A-819B-A0A626E10B70}"/>
          </ac:picMkLst>
        </pc:picChg>
        <pc:cxnChg chg="mod">
          <ac:chgData name="Amilcar Jose Rodriguez Barrios" userId="efa7753a-59bf-44f0-ad53-c3388f48cff0" providerId="ADAL" clId="{ECC100FD-023F-4E10-9A7E-BC0C9D78DF98}" dt="2021-02-22T00:05:30.684" v="1386"/>
          <ac:cxnSpMkLst>
            <pc:docMk/>
            <pc:sldMk cId="1879546633" sldId="2076137329"/>
            <ac:cxnSpMk id="6" creationId="{001077C5-F44E-45B2-ADED-0A358AFDABD9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0:25:24.064" v="1785" actId="1076"/>
        <pc:sldMkLst>
          <pc:docMk/>
          <pc:sldMk cId="2830837990" sldId="2076137330"/>
        </pc:sldMkLst>
        <pc:spChg chg="add mod">
          <ac:chgData name="Amilcar Jose Rodriguez Barrios" userId="efa7753a-59bf-44f0-ad53-c3388f48cff0" providerId="ADAL" clId="{ECC100FD-023F-4E10-9A7E-BC0C9D78DF98}" dt="2021-02-22T00:07:04.214" v="1416" actId="20577"/>
          <ac:spMkLst>
            <pc:docMk/>
            <pc:sldMk cId="2830837990" sldId="2076137330"/>
            <ac:spMk id="2" creationId="{80CD58A6-3FF9-491F-9C8D-2114BCA4B892}"/>
          </ac:spMkLst>
        </pc:spChg>
        <pc:spChg chg="add mod">
          <ac:chgData name="Amilcar Jose Rodriguez Barrios" userId="efa7753a-59bf-44f0-ad53-c3388f48cff0" providerId="ADAL" clId="{ECC100FD-023F-4E10-9A7E-BC0C9D78DF98}" dt="2021-02-22T00:08:39.807" v="1481" actId="1076"/>
          <ac:spMkLst>
            <pc:docMk/>
            <pc:sldMk cId="2830837990" sldId="2076137330"/>
            <ac:spMk id="3" creationId="{A9C646ED-059A-43F7-A22E-9D3C3EB6E8CB}"/>
          </ac:spMkLst>
        </pc:spChg>
        <pc:spChg chg="add mod">
          <ac:chgData name="Amilcar Jose Rodriguez Barrios" userId="efa7753a-59bf-44f0-ad53-c3388f48cff0" providerId="ADAL" clId="{ECC100FD-023F-4E10-9A7E-BC0C9D78DF98}" dt="2021-02-22T10:25:24.064" v="1785" actId="1076"/>
          <ac:spMkLst>
            <pc:docMk/>
            <pc:sldMk cId="2830837990" sldId="2076137330"/>
            <ac:spMk id="4" creationId="{5494F5BA-0FA4-4296-89E9-9318277C6CB8}"/>
          </ac:spMkLst>
        </pc:spChg>
        <pc:spChg chg="add mod">
          <ac:chgData name="Amilcar Jose Rodriguez Barrios" userId="efa7753a-59bf-44f0-ad53-c3388f48cff0" providerId="ADAL" clId="{ECC100FD-023F-4E10-9A7E-BC0C9D78DF98}" dt="2021-02-22T00:08:08.929" v="1472" actId="20577"/>
          <ac:spMkLst>
            <pc:docMk/>
            <pc:sldMk cId="2830837990" sldId="2076137330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00:07:01.346" v="1414"/>
          <ac:spMkLst>
            <pc:docMk/>
            <pc:sldMk cId="2830837990" sldId="2076137330"/>
            <ac:spMk id="8" creationId="{244B32B9-9840-4CDB-9BAF-70730F574C15}"/>
          </ac:spMkLst>
        </pc:spChg>
        <pc:spChg chg="mod">
          <ac:chgData name="Amilcar Jose Rodriguez Barrios" userId="efa7753a-59bf-44f0-ad53-c3388f48cff0" providerId="ADAL" clId="{ECC100FD-023F-4E10-9A7E-BC0C9D78DF98}" dt="2021-02-22T00:07:01.346" v="1414"/>
          <ac:spMkLst>
            <pc:docMk/>
            <pc:sldMk cId="2830837990" sldId="2076137330"/>
            <ac:spMk id="10" creationId="{25D8BEEC-A7CE-49A9-9FA5-DDB1A1DA983C}"/>
          </ac:spMkLst>
        </pc:spChg>
        <pc:spChg chg="add del mod">
          <ac:chgData name="Amilcar Jose Rodriguez Barrios" userId="efa7753a-59bf-44f0-ad53-c3388f48cff0" providerId="ADAL" clId="{ECC100FD-023F-4E10-9A7E-BC0C9D78DF98}" dt="2021-02-22T00:08:22.624" v="1473" actId="478"/>
          <ac:spMkLst>
            <pc:docMk/>
            <pc:sldMk cId="2830837990" sldId="2076137330"/>
            <ac:spMk id="12" creationId="{1C89F773-27E4-4853-A9D7-42704534B1D5}"/>
          </ac:spMkLst>
        </pc:spChg>
        <pc:spChg chg="mod">
          <ac:chgData name="Amilcar Jose Rodriguez Barrios" userId="efa7753a-59bf-44f0-ad53-c3388f48cff0" providerId="ADAL" clId="{ECC100FD-023F-4E10-9A7E-BC0C9D78DF98}" dt="2021-02-22T00:07:01.346" v="1414"/>
          <ac:spMkLst>
            <pc:docMk/>
            <pc:sldMk cId="2830837990" sldId="2076137330"/>
            <ac:spMk id="14" creationId="{7AD5841F-880B-4458-AC85-5E1B35A7F67B}"/>
          </ac:spMkLst>
        </pc:spChg>
        <pc:spChg chg="mod">
          <ac:chgData name="Amilcar Jose Rodriguez Barrios" userId="efa7753a-59bf-44f0-ad53-c3388f48cff0" providerId="ADAL" clId="{ECC100FD-023F-4E10-9A7E-BC0C9D78DF98}" dt="2021-02-22T00:07:01.346" v="1414"/>
          <ac:spMkLst>
            <pc:docMk/>
            <pc:sldMk cId="2830837990" sldId="2076137330"/>
            <ac:spMk id="15" creationId="{56F1FD05-348F-4BBF-933F-A435B7BFB655}"/>
          </ac:spMkLst>
        </pc:spChg>
        <pc:spChg chg="mod">
          <ac:chgData name="Amilcar Jose Rodriguez Barrios" userId="efa7753a-59bf-44f0-ad53-c3388f48cff0" providerId="ADAL" clId="{ECC100FD-023F-4E10-9A7E-BC0C9D78DF98}" dt="2021-02-22T00:07:47.173" v="1441"/>
          <ac:spMkLst>
            <pc:docMk/>
            <pc:sldMk cId="2830837990" sldId="2076137330"/>
            <ac:spMk id="17" creationId="{07C52561-9454-4448-BA1D-488310F391FF}"/>
          </ac:spMkLst>
        </pc:spChg>
        <pc:spChg chg="mod">
          <ac:chgData name="Amilcar Jose Rodriguez Barrios" userId="efa7753a-59bf-44f0-ad53-c3388f48cff0" providerId="ADAL" clId="{ECC100FD-023F-4E10-9A7E-BC0C9D78DF98}" dt="2021-02-22T00:07:47.173" v="1441"/>
          <ac:spMkLst>
            <pc:docMk/>
            <pc:sldMk cId="2830837990" sldId="2076137330"/>
            <ac:spMk id="18" creationId="{DB51A298-38BA-4193-889B-CFCD42FE93DA}"/>
          </ac:spMkLst>
        </pc:spChg>
        <pc:spChg chg="add mod">
          <ac:chgData name="Amilcar Jose Rodriguez Barrios" userId="efa7753a-59bf-44f0-ad53-c3388f48cff0" providerId="ADAL" clId="{ECC100FD-023F-4E10-9A7E-BC0C9D78DF98}" dt="2021-02-22T10:25:22.341" v="1784" actId="14100"/>
          <ac:spMkLst>
            <pc:docMk/>
            <pc:sldMk cId="2830837990" sldId="2076137330"/>
            <ac:spMk id="19" creationId="{B0271379-BCEE-440E-A01D-B4B3F087B14B}"/>
          </ac:spMkLst>
        </pc:spChg>
        <pc:grpChg chg="add mod">
          <ac:chgData name="Amilcar Jose Rodriguez Barrios" userId="efa7753a-59bf-44f0-ad53-c3388f48cff0" providerId="ADAL" clId="{ECC100FD-023F-4E10-9A7E-BC0C9D78DF98}" dt="2021-02-22T00:07:01.346" v="1414"/>
          <ac:grpSpMkLst>
            <pc:docMk/>
            <pc:sldMk cId="2830837990" sldId="2076137330"/>
            <ac:grpSpMk id="6" creationId="{722F56E3-B865-4D32-A77A-94037A8F3799}"/>
          </ac:grpSpMkLst>
        </pc:grpChg>
        <pc:grpChg chg="add mod">
          <ac:chgData name="Amilcar Jose Rodriguez Barrios" userId="efa7753a-59bf-44f0-ad53-c3388f48cff0" providerId="ADAL" clId="{ECC100FD-023F-4E10-9A7E-BC0C9D78DF98}" dt="2021-02-22T00:07:01.346" v="1414"/>
          <ac:grpSpMkLst>
            <pc:docMk/>
            <pc:sldMk cId="2830837990" sldId="2076137330"/>
            <ac:grpSpMk id="9" creationId="{1F3EDB85-590A-446F-B67F-151977C9A5C2}"/>
          </ac:grpSpMkLst>
        </pc:grpChg>
        <pc:grpChg chg="add mod">
          <ac:chgData name="Amilcar Jose Rodriguez Barrios" userId="efa7753a-59bf-44f0-ad53-c3388f48cff0" providerId="ADAL" clId="{ECC100FD-023F-4E10-9A7E-BC0C9D78DF98}" dt="2021-02-22T00:07:01.346" v="1414"/>
          <ac:grpSpMkLst>
            <pc:docMk/>
            <pc:sldMk cId="2830837990" sldId="2076137330"/>
            <ac:grpSpMk id="13" creationId="{CB711BD1-AF90-45D6-AEAD-F22666340018}"/>
          </ac:grpSpMkLst>
        </pc:grpChg>
        <pc:grpChg chg="add del mod">
          <ac:chgData name="Amilcar Jose Rodriguez Barrios" userId="efa7753a-59bf-44f0-ad53-c3388f48cff0" providerId="ADAL" clId="{ECC100FD-023F-4E10-9A7E-BC0C9D78DF98}" dt="2021-02-22T00:07:48.186" v="1442"/>
          <ac:grpSpMkLst>
            <pc:docMk/>
            <pc:sldMk cId="2830837990" sldId="2076137330"/>
            <ac:grpSpMk id="16" creationId="{C830A142-166B-4FE3-A27B-CAF150166288}"/>
          </ac:grpSpMkLst>
        </pc:grpChg>
        <pc:picChg chg="mod">
          <ac:chgData name="Amilcar Jose Rodriguez Barrios" userId="efa7753a-59bf-44f0-ad53-c3388f48cff0" providerId="ADAL" clId="{ECC100FD-023F-4E10-9A7E-BC0C9D78DF98}" dt="2021-02-22T00:07:01.346" v="1414"/>
          <ac:picMkLst>
            <pc:docMk/>
            <pc:sldMk cId="2830837990" sldId="2076137330"/>
            <ac:picMk id="11" creationId="{DA57A880-2680-4C4F-BC73-C756DAE23DD7}"/>
          </ac:picMkLst>
        </pc:picChg>
        <pc:cxnChg chg="mod">
          <ac:chgData name="Amilcar Jose Rodriguez Barrios" userId="efa7753a-59bf-44f0-ad53-c3388f48cff0" providerId="ADAL" clId="{ECC100FD-023F-4E10-9A7E-BC0C9D78DF98}" dt="2021-02-22T00:07:01.346" v="1414"/>
          <ac:cxnSpMkLst>
            <pc:docMk/>
            <pc:sldMk cId="2830837990" sldId="2076137330"/>
            <ac:cxnSpMk id="7" creationId="{8C7D06DB-5925-4F94-A050-5331CECB0F60}"/>
          </ac:cxnSpMkLst>
        </pc:cxnChg>
      </pc:sldChg>
      <pc:sldChg chg="addSp delSp modSp add mod">
        <pc:chgData name="Amilcar Jose Rodriguez Barrios" userId="efa7753a-59bf-44f0-ad53-c3388f48cff0" providerId="ADAL" clId="{ECC100FD-023F-4E10-9A7E-BC0C9D78DF98}" dt="2021-02-22T00:07:45.068" v="1440"/>
        <pc:sldMkLst>
          <pc:docMk/>
          <pc:sldMk cId="4282804710" sldId="2076137331"/>
        </pc:sldMkLst>
        <pc:spChg chg="mod">
          <ac:chgData name="Amilcar Jose Rodriguez Barrios" userId="efa7753a-59bf-44f0-ad53-c3388f48cff0" providerId="ADAL" clId="{ECC100FD-023F-4E10-9A7E-BC0C9D78DF98}" dt="2021-02-22T00:07:23.922" v="1421" actId="20577"/>
          <ac:spMkLst>
            <pc:docMk/>
            <pc:sldMk cId="4282804710" sldId="2076137331"/>
            <ac:spMk id="2" creationId="{241A332D-E6B9-4D5B-91E1-037BA2E0E620}"/>
          </ac:spMkLst>
        </pc:spChg>
        <pc:spChg chg="mod">
          <ac:chgData name="Amilcar Jose Rodriguez Barrios" userId="efa7753a-59bf-44f0-ad53-c3388f48cff0" providerId="ADAL" clId="{ECC100FD-023F-4E10-9A7E-BC0C9D78DF98}" dt="2021-02-22T00:07:36.032" v="1438" actId="20577"/>
          <ac:spMkLst>
            <pc:docMk/>
            <pc:sldMk cId="4282804710" sldId="2076137331"/>
            <ac:spMk id="15" creationId="{9923A8DF-7009-406B-B71F-8AD1ABA06882}"/>
          </ac:spMkLst>
        </pc:spChg>
        <pc:spChg chg="mod">
          <ac:chgData name="Amilcar Jose Rodriguez Barrios" userId="efa7753a-59bf-44f0-ad53-c3388f48cff0" providerId="ADAL" clId="{ECC100FD-023F-4E10-9A7E-BC0C9D78DF98}" dt="2021-02-22T00:07:45.068" v="1440"/>
          <ac:spMkLst>
            <pc:docMk/>
            <pc:sldMk cId="4282804710" sldId="2076137331"/>
            <ac:spMk id="17" creationId="{780A15E0-5197-4438-A649-AB47A0EB22B6}"/>
          </ac:spMkLst>
        </pc:spChg>
        <pc:spChg chg="mod">
          <ac:chgData name="Amilcar Jose Rodriguez Barrios" userId="efa7753a-59bf-44f0-ad53-c3388f48cff0" providerId="ADAL" clId="{ECC100FD-023F-4E10-9A7E-BC0C9D78DF98}" dt="2021-02-22T00:07:45.068" v="1440"/>
          <ac:spMkLst>
            <pc:docMk/>
            <pc:sldMk cId="4282804710" sldId="2076137331"/>
            <ac:spMk id="18" creationId="{A7AD03FA-BDE3-4AB5-A660-CE4849E6DEFA}"/>
          </ac:spMkLst>
        </pc:spChg>
        <pc:grpChg chg="del">
          <ac:chgData name="Amilcar Jose Rodriguez Barrios" userId="efa7753a-59bf-44f0-ad53-c3388f48cff0" providerId="ADAL" clId="{ECC100FD-023F-4E10-9A7E-BC0C9D78DF98}" dt="2021-02-22T00:07:44.745" v="1439" actId="478"/>
          <ac:grpSpMkLst>
            <pc:docMk/>
            <pc:sldMk cId="4282804710" sldId="2076137331"/>
            <ac:grpSpMk id="6" creationId="{5912A9AD-601B-4556-BF39-2F3E9F4FCC1C}"/>
          </ac:grpSpMkLst>
        </pc:grpChg>
        <pc:grpChg chg="add mod">
          <ac:chgData name="Amilcar Jose Rodriguez Barrios" userId="efa7753a-59bf-44f0-ad53-c3388f48cff0" providerId="ADAL" clId="{ECC100FD-023F-4E10-9A7E-BC0C9D78DF98}" dt="2021-02-22T00:07:45.068" v="1440"/>
          <ac:grpSpMkLst>
            <pc:docMk/>
            <pc:sldMk cId="4282804710" sldId="2076137331"/>
            <ac:grpSpMk id="16" creationId="{12407DF8-3849-4116-A50B-6B38CB4A2041}"/>
          </ac:grpSpMkLst>
        </pc:grpChg>
      </pc:sldChg>
      <pc:sldChg chg="modSp add mod">
        <pc:chgData name="Amilcar Jose Rodriguez Barrios" userId="efa7753a-59bf-44f0-ad53-c3388f48cff0" providerId="ADAL" clId="{ECC100FD-023F-4E10-9A7E-BC0C9D78DF98}" dt="2021-02-22T00:09:02.450" v="1505" actId="20577"/>
        <pc:sldMkLst>
          <pc:docMk/>
          <pc:sldMk cId="591884355" sldId="2076137332"/>
        </pc:sldMkLst>
        <pc:spChg chg="mod">
          <ac:chgData name="Amilcar Jose Rodriguez Barrios" userId="efa7753a-59bf-44f0-ad53-c3388f48cff0" providerId="ADAL" clId="{ECC100FD-023F-4E10-9A7E-BC0C9D78DF98}" dt="2021-02-22T00:07:53.449" v="1445" actId="20577"/>
          <ac:spMkLst>
            <pc:docMk/>
            <pc:sldMk cId="591884355" sldId="2076137332"/>
            <ac:spMk id="2" creationId="{241A332D-E6B9-4D5B-91E1-037BA2E0E620}"/>
          </ac:spMkLst>
        </pc:spChg>
        <pc:spChg chg="mod">
          <ac:chgData name="Amilcar Jose Rodriguez Barrios" userId="efa7753a-59bf-44f0-ad53-c3388f48cff0" providerId="ADAL" clId="{ECC100FD-023F-4E10-9A7E-BC0C9D78DF98}" dt="2021-02-22T00:09:02.450" v="1505" actId="20577"/>
          <ac:spMkLst>
            <pc:docMk/>
            <pc:sldMk cId="591884355" sldId="2076137332"/>
            <ac:spMk id="15" creationId="{9923A8DF-7009-406B-B71F-8AD1ABA06882}"/>
          </ac:spMkLst>
        </pc:spChg>
      </pc:sldChg>
      <pc:sldChg chg="addSp modSp new mod modAnim">
        <pc:chgData name="Amilcar Jose Rodriguez Barrios" userId="efa7753a-59bf-44f0-ad53-c3388f48cff0" providerId="ADAL" clId="{ECC100FD-023F-4E10-9A7E-BC0C9D78DF98}" dt="2021-02-22T00:10:58.732" v="1581" actId="1076"/>
        <pc:sldMkLst>
          <pc:docMk/>
          <pc:sldMk cId="1172377068" sldId="2076137333"/>
        </pc:sldMkLst>
        <pc:spChg chg="add mod">
          <ac:chgData name="Amilcar Jose Rodriguez Barrios" userId="efa7753a-59bf-44f0-ad53-c3388f48cff0" providerId="ADAL" clId="{ECC100FD-023F-4E10-9A7E-BC0C9D78DF98}" dt="2021-02-22T00:10:51.856" v="1577" actId="1076"/>
          <ac:spMkLst>
            <pc:docMk/>
            <pc:sldMk cId="1172377068" sldId="2076137333"/>
            <ac:spMk id="2" creationId="{00718844-E987-41CA-8113-D3E572AB6B60}"/>
          </ac:spMkLst>
        </pc:spChg>
        <pc:spChg chg="mod">
          <ac:chgData name="Amilcar Jose Rodriguez Barrios" userId="efa7753a-59bf-44f0-ad53-c3388f48cff0" providerId="ADAL" clId="{ECC100FD-023F-4E10-9A7E-BC0C9D78DF98}" dt="2021-02-22T00:10:22.642" v="1527"/>
          <ac:spMkLst>
            <pc:docMk/>
            <pc:sldMk cId="1172377068" sldId="2076137333"/>
            <ac:spMk id="5" creationId="{EB03A29F-5CB8-4AC7-969F-FD6803274298}"/>
          </ac:spMkLst>
        </pc:spChg>
        <pc:spChg chg="mod">
          <ac:chgData name="Amilcar Jose Rodriguez Barrios" userId="efa7753a-59bf-44f0-ad53-c3388f48cff0" providerId="ADAL" clId="{ECC100FD-023F-4E10-9A7E-BC0C9D78DF98}" dt="2021-02-22T00:10:22.642" v="1527"/>
          <ac:spMkLst>
            <pc:docMk/>
            <pc:sldMk cId="1172377068" sldId="2076137333"/>
            <ac:spMk id="6" creationId="{DDB8F51A-7CA4-4CA1-8C7A-BD04935924B4}"/>
          </ac:spMkLst>
        </pc:spChg>
        <pc:spChg chg="add mod">
          <ac:chgData name="Amilcar Jose Rodriguez Barrios" userId="efa7753a-59bf-44f0-ad53-c3388f48cff0" providerId="ADAL" clId="{ECC100FD-023F-4E10-9A7E-BC0C9D78DF98}" dt="2021-02-22T00:10:56.828" v="1580" actId="1076"/>
          <ac:spMkLst>
            <pc:docMk/>
            <pc:sldMk cId="1172377068" sldId="2076137333"/>
            <ac:spMk id="7" creationId="{17F73382-0C32-4C69-8736-BDC6C000D6E8}"/>
          </ac:spMkLst>
        </pc:spChg>
        <pc:spChg chg="add mod">
          <ac:chgData name="Amilcar Jose Rodriguez Barrios" userId="efa7753a-59bf-44f0-ad53-c3388f48cff0" providerId="ADAL" clId="{ECC100FD-023F-4E10-9A7E-BC0C9D78DF98}" dt="2021-02-22T00:10:58.732" v="1581" actId="1076"/>
          <ac:spMkLst>
            <pc:docMk/>
            <pc:sldMk cId="1172377068" sldId="2076137333"/>
            <ac:spMk id="8" creationId="{E70F5292-001F-45D8-8F17-D9973BBD4DEF}"/>
          </ac:spMkLst>
        </pc:spChg>
        <pc:spChg chg="mod">
          <ac:chgData name="Amilcar Jose Rodriguez Barrios" userId="efa7753a-59bf-44f0-ad53-c3388f48cff0" providerId="ADAL" clId="{ECC100FD-023F-4E10-9A7E-BC0C9D78DF98}" dt="2021-02-22T00:10:29.092" v="1528"/>
          <ac:spMkLst>
            <pc:docMk/>
            <pc:sldMk cId="1172377068" sldId="2076137333"/>
            <ac:spMk id="11" creationId="{1E7FCCED-FE7D-4A32-A766-5516C5FB51F8}"/>
          </ac:spMkLst>
        </pc:spChg>
        <pc:spChg chg="mod">
          <ac:chgData name="Amilcar Jose Rodriguez Barrios" userId="efa7753a-59bf-44f0-ad53-c3388f48cff0" providerId="ADAL" clId="{ECC100FD-023F-4E10-9A7E-BC0C9D78DF98}" dt="2021-02-22T00:10:29.092" v="1528"/>
          <ac:spMkLst>
            <pc:docMk/>
            <pc:sldMk cId="1172377068" sldId="2076137333"/>
            <ac:spMk id="13" creationId="{2A993DAA-2615-484E-B2F1-EF24DC8F4B52}"/>
          </ac:spMkLst>
        </pc:spChg>
        <pc:spChg chg="mod">
          <ac:chgData name="Amilcar Jose Rodriguez Barrios" userId="efa7753a-59bf-44f0-ad53-c3388f48cff0" providerId="ADAL" clId="{ECC100FD-023F-4E10-9A7E-BC0C9D78DF98}" dt="2021-02-22T00:10:29.092" v="1528"/>
          <ac:spMkLst>
            <pc:docMk/>
            <pc:sldMk cId="1172377068" sldId="2076137333"/>
            <ac:spMk id="16" creationId="{FF2A5594-907F-4823-892B-510DE98E56EA}"/>
          </ac:spMkLst>
        </pc:spChg>
        <pc:spChg chg="mod">
          <ac:chgData name="Amilcar Jose Rodriguez Barrios" userId="efa7753a-59bf-44f0-ad53-c3388f48cff0" providerId="ADAL" clId="{ECC100FD-023F-4E10-9A7E-BC0C9D78DF98}" dt="2021-02-22T00:10:29.092" v="1528"/>
          <ac:spMkLst>
            <pc:docMk/>
            <pc:sldMk cId="1172377068" sldId="2076137333"/>
            <ac:spMk id="17" creationId="{6E8D11B3-A5A6-4491-9E2F-9A3DAD722732}"/>
          </ac:spMkLst>
        </pc:spChg>
        <pc:spChg chg="add 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18" creationId="{4E45AFA3-9B02-4489-840E-9FEC68D46DF2}"/>
          </ac:spMkLst>
        </pc:spChg>
        <pc:spChg chg="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20" creationId="{9C56E2F9-8920-45BA-9B2F-B07685DBE201}"/>
          </ac:spMkLst>
        </pc:spChg>
        <pc:spChg chg="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21" creationId="{4B7E5073-762A-46F8-8596-970137A449BF}"/>
          </ac:spMkLst>
        </pc:spChg>
        <pc:spChg chg="add 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22" creationId="{00DBC56E-B703-4440-BA31-407B4432B2BF}"/>
          </ac:spMkLst>
        </pc:spChg>
        <pc:spChg chg="add 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23" creationId="{64E4BF7F-5778-432F-8078-46D237D0D6DD}"/>
          </ac:spMkLst>
        </pc:spChg>
        <pc:grpChg chg="add mod">
          <ac:chgData name="Amilcar Jose Rodriguez Barrios" userId="efa7753a-59bf-44f0-ad53-c3388f48cff0" providerId="ADAL" clId="{ECC100FD-023F-4E10-9A7E-BC0C9D78DF98}" dt="2021-02-22T00:10:55.220" v="1579" actId="1076"/>
          <ac:grpSpMkLst>
            <pc:docMk/>
            <pc:sldMk cId="1172377068" sldId="2076137333"/>
            <ac:grpSpMk id="4" creationId="{152802C9-2F4B-4ED1-AEB9-E5C5935555D3}"/>
          </ac:grpSpMkLst>
        </pc:grpChg>
        <pc:grpChg chg="add mod">
          <ac:chgData name="Amilcar Jose Rodriguez Barrios" userId="efa7753a-59bf-44f0-ad53-c3388f48cff0" providerId="ADAL" clId="{ECC100FD-023F-4E10-9A7E-BC0C9D78DF98}" dt="2021-02-22T00:10:29.092" v="1528"/>
          <ac:grpSpMkLst>
            <pc:docMk/>
            <pc:sldMk cId="1172377068" sldId="2076137333"/>
            <ac:grpSpMk id="9" creationId="{D0CD588A-D2D6-4FE6-B956-F6B3060ECC77}"/>
          </ac:grpSpMkLst>
        </pc:grpChg>
        <pc:grpChg chg="add mod">
          <ac:chgData name="Amilcar Jose Rodriguez Barrios" userId="efa7753a-59bf-44f0-ad53-c3388f48cff0" providerId="ADAL" clId="{ECC100FD-023F-4E10-9A7E-BC0C9D78DF98}" dt="2021-02-22T00:10:29.092" v="1528"/>
          <ac:grpSpMkLst>
            <pc:docMk/>
            <pc:sldMk cId="1172377068" sldId="2076137333"/>
            <ac:grpSpMk id="12" creationId="{74F57E29-2C3D-429E-AD4A-26F5A00838D8}"/>
          </ac:grpSpMkLst>
        </pc:grpChg>
        <pc:grpChg chg="add mod">
          <ac:chgData name="Amilcar Jose Rodriguez Barrios" userId="efa7753a-59bf-44f0-ad53-c3388f48cff0" providerId="ADAL" clId="{ECC100FD-023F-4E10-9A7E-BC0C9D78DF98}" dt="2021-02-22T00:10:29.092" v="1528"/>
          <ac:grpSpMkLst>
            <pc:docMk/>
            <pc:sldMk cId="1172377068" sldId="2076137333"/>
            <ac:grpSpMk id="15" creationId="{C4880467-B52C-47A3-B084-5BC9C0691864}"/>
          </ac:grpSpMkLst>
        </pc:grpChg>
        <pc:grpChg chg="add mod">
          <ac:chgData name="Amilcar Jose Rodriguez Barrios" userId="efa7753a-59bf-44f0-ad53-c3388f48cff0" providerId="ADAL" clId="{ECC100FD-023F-4E10-9A7E-BC0C9D78DF98}" dt="2021-02-22T00:10:38.607" v="1530" actId="571"/>
          <ac:grpSpMkLst>
            <pc:docMk/>
            <pc:sldMk cId="1172377068" sldId="2076137333"/>
            <ac:grpSpMk id="19" creationId="{B1D8FC5F-CCCD-48B6-80CD-5AB17736F142}"/>
          </ac:grpSpMkLst>
        </pc:grpChg>
        <pc:picChg chg="add mod">
          <ac:chgData name="Amilcar Jose Rodriguez Barrios" userId="efa7753a-59bf-44f0-ad53-c3388f48cff0" providerId="ADAL" clId="{ECC100FD-023F-4E10-9A7E-BC0C9D78DF98}" dt="2021-02-22T00:10:53.673" v="1578" actId="1076"/>
          <ac:picMkLst>
            <pc:docMk/>
            <pc:sldMk cId="1172377068" sldId="2076137333"/>
            <ac:picMk id="3" creationId="{45BC4093-E6F8-4B06-AF73-1F3A8B238A53}"/>
          </ac:picMkLst>
        </pc:picChg>
        <pc:picChg chg="mod">
          <ac:chgData name="Amilcar Jose Rodriguez Barrios" userId="efa7753a-59bf-44f0-ad53-c3388f48cff0" providerId="ADAL" clId="{ECC100FD-023F-4E10-9A7E-BC0C9D78DF98}" dt="2021-02-22T00:10:29.092" v="1528"/>
          <ac:picMkLst>
            <pc:docMk/>
            <pc:sldMk cId="1172377068" sldId="2076137333"/>
            <ac:picMk id="14" creationId="{1F5B6F64-3555-4EE1-8C74-78C3301BEDDB}"/>
          </ac:picMkLst>
        </pc:picChg>
        <pc:cxnChg chg="mod">
          <ac:chgData name="Amilcar Jose Rodriguez Barrios" userId="efa7753a-59bf-44f0-ad53-c3388f48cff0" providerId="ADAL" clId="{ECC100FD-023F-4E10-9A7E-BC0C9D78DF98}" dt="2021-02-22T00:10:29.092" v="1528"/>
          <ac:cxnSpMkLst>
            <pc:docMk/>
            <pc:sldMk cId="1172377068" sldId="2076137333"/>
            <ac:cxnSpMk id="10" creationId="{24AC75A8-41EF-4354-9299-ADAE0ECC357F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00:09:31.814" v="1513" actId="20577"/>
        <pc:sldMkLst>
          <pc:docMk/>
          <pc:sldMk cId="4173323093" sldId="2076137334"/>
        </pc:sldMkLst>
        <pc:spChg chg="mod">
          <ac:chgData name="Amilcar Jose Rodriguez Barrios" userId="efa7753a-59bf-44f0-ad53-c3388f48cff0" providerId="ADAL" clId="{ECC100FD-023F-4E10-9A7E-BC0C9D78DF98}" dt="2021-02-22T00:09:31.814" v="1513" actId="20577"/>
          <ac:spMkLst>
            <pc:docMk/>
            <pc:sldMk cId="4173323093" sldId="2076137334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22T00:09:41.134" v="1526" actId="20577"/>
        <pc:sldMkLst>
          <pc:docMk/>
          <pc:sldMk cId="3401391038" sldId="2076137335"/>
        </pc:sldMkLst>
        <pc:spChg chg="mod">
          <ac:chgData name="Amilcar Jose Rodriguez Barrios" userId="efa7753a-59bf-44f0-ad53-c3388f48cff0" providerId="ADAL" clId="{ECC100FD-023F-4E10-9A7E-BC0C9D78DF98}" dt="2021-02-22T00:09:41.134" v="1526" actId="20577"/>
          <ac:spMkLst>
            <pc:docMk/>
            <pc:sldMk cId="3401391038" sldId="2076137335"/>
            <ac:spMk id="9" creationId="{E7731D0A-BED0-4C7D-80D9-145621B03A73}"/>
          </ac:spMkLst>
        </pc:spChg>
      </pc:sldChg>
      <pc:sldChg chg="addSp modSp new mod">
        <pc:chgData name="Amilcar Jose Rodriguez Barrios" userId="efa7753a-59bf-44f0-ad53-c3388f48cff0" providerId="ADAL" clId="{ECC100FD-023F-4E10-9A7E-BC0C9D78DF98}" dt="2021-02-22T00:12:23.465" v="1623" actId="571"/>
        <pc:sldMkLst>
          <pc:docMk/>
          <pc:sldMk cId="29733531" sldId="2076137336"/>
        </pc:sldMkLst>
        <pc:spChg chg="add mod">
          <ac:chgData name="Amilcar Jose Rodriguez Barrios" userId="efa7753a-59bf-44f0-ad53-c3388f48cff0" providerId="ADAL" clId="{ECC100FD-023F-4E10-9A7E-BC0C9D78DF98}" dt="2021-02-22T00:11:44.333" v="1618" actId="1076"/>
          <ac:spMkLst>
            <pc:docMk/>
            <pc:sldMk cId="29733531" sldId="2076137336"/>
            <ac:spMk id="2" creationId="{B84ECE9F-9A84-47B1-A9D0-487A1F809E94}"/>
          </ac:spMkLst>
        </pc:spChg>
        <pc:spChg chg="mod">
          <ac:chgData name="Amilcar Jose Rodriguez Barrios" userId="efa7753a-59bf-44f0-ad53-c3388f48cff0" providerId="ADAL" clId="{ECC100FD-023F-4E10-9A7E-BC0C9D78DF98}" dt="2021-02-22T00:11:22.372" v="1583"/>
          <ac:spMkLst>
            <pc:docMk/>
            <pc:sldMk cId="29733531" sldId="2076137336"/>
            <ac:spMk id="6" creationId="{F2DE377A-8470-4BE1-A8D2-B48E558F3A61}"/>
          </ac:spMkLst>
        </pc:spChg>
        <pc:spChg chg="mod">
          <ac:chgData name="Amilcar Jose Rodriguez Barrios" userId="efa7753a-59bf-44f0-ad53-c3388f48cff0" providerId="ADAL" clId="{ECC100FD-023F-4E10-9A7E-BC0C9D78DF98}" dt="2021-02-22T00:11:22.372" v="1583"/>
          <ac:spMkLst>
            <pc:docMk/>
            <pc:sldMk cId="29733531" sldId="2076137336"/>
            <ac:spMk id="10" creationId="{908E0391-5B7A-42F7-95EF-EEBE64356BCF}"/>
          </ac:spMkLst>
        </pc:spChg>
        <pc:spChg chg="mod">
          <ac:chgData name="Amilcar Jose Rodriguez Barrios" userId="efa7753a-59bf-44f0-ad53-c3388f48cff0" providerId="ADAL" clId="{ECC100FD-023F-4E10-9A7E-BC0C9D78DF98}" dt="2021-02-22T00:11:22.372" v="1583"/>
          <ac:spMkLst>
            <pc:docMk/>
            <pc:sldMk cId="29733531" sldId="2076137336"/>
            <ac:spMk id="14" creationId="{A7035276-9270-4ED8-9DC9-15FC5B161C49}"/>
          </ac:spMkLst>
        </pc:spChg>
        <pc:spChg chg="mod">
          <ac:chgData name="Amilcar Jose Rodriguez Barrios" userId="efa7753a-59bf-44f0-ad53-c3388f48cff0" providerId="ADAL" clId="{ECC100FD-023F-4E10-9A7E-BC0C9D78DF98}" dt="2021-02-22T00:11:22.372" v="1583"/>
          <ac:spMkLst>
            <pc:docMk/>
            <pc:sldMk cId="29733531" sldId="2076137336"/>
            <ac:spMk id="18" creationId="{9E09CC2B-A6F0-4052-BBEE-9ECB6B435B28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19" creationId="{2090AE49-0F81-48B2-805B-AAF292AB8F3A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20" creationId="{5D71F281-4728-4496-BD6C-A9C5D84AAC18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21" creationId="{A7862D0D-EDA6-4A9E-A93B-3897377CD262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22" creationId="{57BDCEF1-8F34-498F-8C2E-FD9C896790B8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23" creationId="{286B1393-2E37-4B9C-82BB-8B18D6C07688}"/>
          </ac:spMkLst>
        </pc:spChg>
        <pc:spChg chg="mod">
          <ac:chgData name="Amilcar Jose Rodriguez Barrios" userId="efa7753a-59bf-44f0-ad53-c3388f48cff0" providerId="ADAL" clId="{ECC100FD-023F-4E10-9A7E-BC0C9D78DF98}" dt="2021-02-22T00:11:32.637" v="1615"/>
          <ac:spMkLst>
            <pc:docMk/>
            <pc:sldMk cId="29733531" sldId="2076137336"/>
            <ac:spMk id="27" creationId="{6BAD8243-A6A9-4312-9449-17764ACE6329}"/>
          </ac:spMkLst>
        </pc:spChg>
        <pc:spChg chg="mod">
          <ac:chgData name="Amilcar Jose Rodriguez Barrios" userId="efa7753a-59bf-44f0-ad53-c3388f48cff0" providerId="ADAL" clId="{ECC100FD-023F-4E10-9A7E-BC0C9D78DF98}" dt="2021-02-22T00:11:32.637" v="1615"/>
          <ac:spMkLst>
            <pc:docMk/>
            <pc:sldMk cId="29733531" sldId="2076137336"/>
            <ac:spMk id="29" creationId="{A25B888C-2BEE-4376-9664-800B7755EB0F}"/>
          </ac:spMkLst>
        </pc:spChg>
        <pc:spChg chg="mod">
          <ac:chgData name="Amilcar Jose Rodriguez Barrios" userId="efa7753a-59bf-44f0-ad53-c3388f48cff0" providerId="ADAL" clId="{ECC100FD-023F-4E10-9A7E-BC0C9D78DF98}" dt="2021-02-22T00:11:32.637" v="1615"/>
          <ac:spMkLst>
            <pc:docMk/>
            <pc:sldMk cId="29733531" sldId="2076137336"/>
            <ac:spMk id="32" creationId="{EE05F745-FACE-4F9D-8FCA-4BFA6877C5CE}"/>
          </ac:spMkLst>
        </pc:spChg>
        <pc:spChg chg="mod">
          <ac:chgData name="Amilcar Jose Rodriguez Barrios" userId="efa7753a-59bf-44f0-ad53-c3388f48cff0" providerId="ADAL" clId="{ECC100FD-023F-4E10-9A7E-BC0C9D78DF98}" dt="2021-02-22T00:11:32.637" v="1615"/>
          <ac:spMkLst>
            <pc:docMk/>
            <pc:sldMk cId="29733531" sldId="2076137336"/>
            <ac:spMk id="33" creationId="{02A92938-821A-4FD7-9381-06886BEBFBF0}"/>
          </ac:spMkLst>
        </pc:spChg>
        <pc:spChg chg="mod">
          <ac:chgData name="Amilcar Jose Rodriguez Barrios" userId="efa7753a-59bf-44f0-ad53-c3388f48cff0" providerId="ADAL" clId="{ECC100FD-023F-4E10-9A7E-BC0C9D78DF98}" dt="2021-02-22T00:12:23.465" v="1623" actId="571"/>
          <ac:spMkLst>
            <pc:docMk/>
            <pc:sldMk cId="29733531" sldId="2076137336"/>
            <ac:spMk id="35" creationId="{1FDA889A-BFF1-4A99-82C9-BC7F732B8992}"/>
          </ac:spMkLst>
        </pc:spChg>
        <pc:spChg chg="mod">
          <ac:chgData name="Amilcar Jose Rodriguez Barrios" userId="efa7753a-59bf-44f0-ad53-c3388f48cff0" providerId="ADAL" clId="{ECC100FD-023F-4E10-9A7E-BC0C9D78DF98}" dt="2021-02-22T00:12:23.465" v="1623" actId="571"/>
          <ac:spMkLst>
            <pc:docMk/>
            <pc:sldMk cId="29733531" sldId="2076137336"/>
            <ac:spMk id="38" creationId="{E40707AE-FF6F-4271-BE59-4F49994094E5}"/>
          </ac:spMkLst>
        </pc:spChg>
        <pc:spChg chg="mod">
          <ac:chgData name="Amilcar Jose Rodriguez Barrios" userId="efa7753a-59bf-44f0-ad53-c3388f48cff0" providerId="ADAL" clId="{ECC100FD-023F-4E10-9A7E-BC0C9D78DF98}" dt="2021-02-22T00:12:23.465" v="1623" actId="571"/>
          <ac:spMkLst>
            <pc:docMk/>
            <pc:sldMk cId="29733531" sldId="2076137336"/>
            <ac:spMk id="39" creationId="{8C70348D-C583-4F80-9394-2B9B5C1941F8}"/>
          </ac:spMkLst>
        </pc:spChg>
        <pc:grpChg chg="add mod">
          <ac:chgData name="Amilcar Jose Rodriguez Barrios" userId="efa7753a-59bf-44f0-ad53-c3388f48cff0" providerId="ADAL" clId="{ECC100FD-023F-4E10-9A7E-BC0C9D78DF98}" dt="2021-02-22T00:11:26.810" v="1614" actId="1036"/>
          <ac:grpSpMkLst>
            <pc:docMk/>
            <pc:sldMk cId="29733531" sldId="2076137336"/>
            <ac:grpSpMk id="3" creationId="{8F89E7FF-0AEF-45E4-9615-AC76B6400CA9}"/>
          </ac:grpSpMkLst>
        </pc:grpChg>
        <pc:grpChg chg="add mod">
          <ac:chgData name="Amilcar Jose Rodriguez Barrios" userId="efa7753a-59bf-44f0-ad53-c3388f48cff0" providerId="ADAL" clId="{ECC100FD-023F-4E10-9A7E-BC0C9D78DF98}" dt="2021-02-22T00:11:26.810" v="1614" actId="1036"/>
          <ac:grpSpMkLst>
            <pc:docMk/>
            <pc:sldMk cId="29733531" sldId="2076137336"/>
            <ac:grpSpMk id="7" creationId="{FBD84F7A-8A6B-46C3-8A59-F0434E1AADEC}"/>
          </ac:grpSpMkLst>
        </pc:grpChg>
        <pc:grpChg chg="add mod">
          <ac:chgData name="Amilcar Jose Rodriguez Barrios" userId="efa7753a-59bf-44f0-ad53-c3388f48cff0" providerId="ADAL" clId="{ECC100FD-023F-4E10-9A7E-BC0C9D78DF98}" dt="2021-02-22T00:11:26.810" v="1614" actId="1036"/>
          <ac:grpSpMkLst>
            <pc:docMk/>
            <pc:sldMk cId="29733531" sldId="2076137336"/>
            <ac:grpSpMk id="11" creationId="{CC044AAC-C53A-4DC6-8D3F-1057C9DC7FAE}"/>
          </ac:grpSpMkLst>
        </pc:grpChg>
        <pc:grpChg chg="add mod">
          <ac:chgData name="Amilcar Jose Rodriguez Barrios" userId="efa7753a-59bf-44f0-ad53-c3388f48cff0" providerId="ADAL" clId="{ECC100FD-023F-4E10-9A7E-BC0C9D78DF98}" dt="2021-02-22T00:11:26.810" v="1614" actId="1036"/>
          <ac:grpSpMkLst>
            <pc:docMk/>
            <pc:sldMk cId="29733531" sldId="2076137336"/>
            <ac:grpSpMk id="15" creationId="{F71B6BF5-AFCE-4D9F-A4C4-3754DA728713}"/>
          </ac:grpSpMkLst>
        </pc:grpChg>
        <pc:grpChg chg="add mod">
          <ac:chgData name="Amilcar Jose Rodriguez Barrios" userId="efa7753a-59bf-44f0-ad53-c3388f48cff0" providerId="ADAL" clId="{ECC100FD-023F-4E10-9A7E-BC0C9D78DF98}" dt="2021-02-22T00:11:32.637" v="1615"/>
          <ac:grpSpMkLst>
            <pc:docMk/>
            <pc:sldMk cId="29733531" sldId="2076137336"/>
            <ac:grpSpMk id="25" creationId="{FFFE4278-1E48-43C5-AF99-6F509CD82001}"/>
          </ac:grpSpMkLst>
        </pc:grpChg>
        <pc:grpChg chg="add mod">
          <ac:chgData name="Amilcar Jose Rodriguez Barrios" userId="efa7753a-59bf-44f0-ad53-c3388f48cff0" providerId="ADAL" clId="{ECC100FD-023F-4E10-9A7E-BC0C9D78DF98}" dt="2021-02-22T00:11:32.637" v="1615"/>
          <ac:grpSpMkLst>
            <pc:docMk/>
            <pc:sldMk cId="29733531" sldId="2076137336"/>
            <ac:grpSpMk id="28" creationId="{183D375F-1F01-4868-8A95-BC2A69774F84}"/>
          </ac:grpSpMkLst>
        </pc:grpChg>
        <pc:grpChg chg="add mod">
          <ac:chgData name="Amilcar Jose Rodriguez Barrios" userId="efa7753a-59bf-44f0-ad53-c3388f48cff0" providerId="ADAL" clId="{ECC100FD-023F-4E10-9A7E-BC0C9D78DF98}" dt="2021-02-22T00:11:32.637" v="1615"/>
          <ac:grpSpMkLst>
            <pc:docMk/>
            <pc:sldMk cId="29733531" sldId="2076137336"/>
            <ac:grpSpMk id="31" creationId="{40DCE264-9CBD-4281-8D8B-A8968DAAF645}"/>
          </ac:grpSpMkLst>
        </pc:grpChg>
        <pc:grpChg chg="add mod">
          <ac:chgData name="Amilcar Jose Rodriguez Barrios" userId="efa7753a-59bf-44f0-ad53-c3388f48cff0" providerId="ADAL" clId="{ECC100FD-023F-4E10-9A7E-BC0C9D78DF98}" dt="2021-02-22T00:12:23.465" v="1623" actId="571"/>
          <ac:grpSpMkLst>
            <pc:docMk/>
            <pc:sldMk cId="29733531" sldId="2076137336"/>
            <ac:grpSpMk id="34" creationId="{606DEF49-FE56-4C36-8ED1-C2B7B95D9E7C}"/>
          </ac:grpSpMkLst>
        </pc:grpChg>
        <pc:grpChg chg="add mod">
          <ac:chgData name="Amilcar Jose Rodriguez Barrios" userId="efa7753a-59bf-44f0-ad53-c3388f48cff0" providerId="ADAL" clId="{ECC100FD-023F-4E10-9A7E-BC0C9D78DF98}" dt="2021-02-22T00:12:23.465" v="1623" actId="571"/>
          <ac:grpSpMkLst>
            <pc:docMk/>
            <pc:sldMk cId="29733531" sldId="2076137336"/>
            <ac:grpSpMk id="37" creationId="{08AEBEED-48C9-47D2-BD83-022420FD569D}"/>
          </ac:grpSpMkLst>
        </pc:grpChg>
        <pc:picChg chg="add mod">
          <ac:chgData name="Amilcar Jose Rodriguez Barrios" userId="efa7753a-59bf-44f0-ad53-c3388f48cff0" providerId="ADAL" clId="{ECC100FD-023F-4E10-9A7E-BC0C9D78DF98}" dt="2021-02-22T00:11:26.810" v="1614" actId="1036"/>
          <ac:picMkLst>
            <pc:docMk/>
            <pc:sldMk cId="29733531" sldId="2076137336"/>
            <ac:picMk id="24" creationId="{F4C9C364-10B9-4C25-8FF3-8AFBBB7FE3EC}"/>
          </ac:picMkLst>
        </pc:picChg>
        <pc:picChg chg="mod">
          <ac:chgData name="Amilcar Jose Rodriguez Barrios" userId="efa7753a-59bf-44f0-ad53-c3388f48cff0" providerId="ADAL" clId="{ECC100FD-023F-4E10-9A7E-BC0C9D78DF98}" dt="2021-02-22T00:11:32.637" v="1615"/>
          <ac:picMkLst>
            <pc:docMk/>
            <pc:sldMk cId="29733531" sldId="2076137336"/>
            <ac:picMk id="30" creationId="{5E8976D9-72FB-4B6A-9BDE-B67CA6225213}"/>
          </ac:picMkLst>
        </pc:picChg>
        <pc:picChg chg="mod">
          <ac:chgData name="Amilcar Jose Rodriguez Barrios" userId="efa7753a-59bf-44f0-ad53-c3388f48cff0" providerId="ADAL" clId="{ECC100FD-023F-4E10-9A7E-BC0C9D78DF98}" dt="2021-02-22T00:12:23.465" v="1623" actId="571"/>
          <ac:picMkLst>
            <pc:docMk/>
            <pc:sldMk cId="29733531" sldId="2076137336"/>
            <ac:picMk id="36" creationId="{41AA86B6-89F8-4C42-BC04-E55CFED89497}"/>
          </ac:picMkLst>
        </pc:pic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4" creationId="{5C3CF1D6-9BD8-4FA6-8E82-CD7EFE6175E9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5" creationId="{25730EDC-34D5-4AD1-B62A-CF6DF9612443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8" creationId="{49D4418D-5A31-45B6-8874-106BEB3AFA9D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9" creationId="{D0F3D6A9-6C39-4442-8D5D-4836BCBC0900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12" creationId="{F8065A0E-EFE5-4740-8301-A98E18ED00AF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13" creationId="{00FBE3AB-D922-4F4D-BB90-11A41B88D324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16" creationId="{E73BA763-65FA-499F-839F-921B87D5A34B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17" creationId="{EB831335-5D7C-4441-BAE2-58F44B1B9F10}"/>
          </ac:cxnSpMkLst>
        </pc:cxnChg>
        <pc:cxnChg chg="mod">
          <ac:chgData name="Amilcar Jose Rodriguez Barrios" userId="efa7753a-59bf-44f0-ad53-c3388f48cff0" providerId="ADAL" clId="{ECC100FD-023F-4E10-9A7E-BC0C9D78DF98}" dt="2021-02-22T00:11:32.637" v="1615"/>
          <ac:cxnSpMkLst>
            <pc:docMk/>
            <pc:sldMk cId="29733531" sldId="2076137336"/>
            <ac:cxnSpMk id="26" creationId="{F545A3CD-2B9C-4333-9579-755FE4647B8F}"/>
          </ac:cxnSpMkLst>
        </pc:cxnChg>
      </pc:sldChg>
      <pc:sldChg chg="addSp modSp new mod">
        <pc:chgData name="Amilcar Jose Rodriguez Barrios" userId="efa7753a-59bf-44f0-ad53-c3388f48cff0" providerId="ADAL" clId="{ECC100FD-023F-4E10-9A7E-BC0C9D78DF98}" dt="2021-02-22T00:13:07.969" v="1642" actId="108"/>
        <pc:sldMkLst>
          <pc:docMk/>
          <pc:sldMk cId="1748438810" sldId="2076137337"/>
        </pc:sldMkLst>
        <pc:spChg chg="add mod">
          <ac:chgData name="Amilcar Jose Rodriguez Barrios" userId="efa7753a-59bf-44f0-ad53-c3388f48cff0" providerId="ADAL" clId="{ECC100FD-023F-4E10-9A7E-BC0C9D78DF98}" dt="2021-02-22T00:13:07.969" v="1642" actId="108"/>
          <ac:spMkLst>
            <pc:docMk/>
            <pc:sldMk cId="1748438810" sldId="2076137337"/>
            <ac:spMk id="2" creationId="{5FCA9253-EAE4-47AE-A725-9421F2C2D241}"/>
          </ac:spMkLst>
        </pc:spChg>
        <pc:spChg chg="add mod">
          <ac:chgData name="Amilcar Jose Rodriguez Barrios" userId="efa7753a-59bf-44f0-ad53-c3388f48cff0" providerId="ADAL" clId="{ECC100FD-023F-4E10-9A7E-BC0C9D78DF98}" dt="2021-02-22T00:12:35.736" v="1630" actId="1076"/>
          <ac:spMkLst>
            <pc:docMk/>
            <pc:sldMk cId="1748438810" sldId="2076137337"/>
            <ac:spMk id="3" creationId="{121DAB0C-2281-4166-B299-CCD934BCA5F7}"/>
          </ac:spMkLst>
        </pc:spChg>
        <pc:spChg chg="mod">
          <ac:chgData name="Amilcar Jose Rodriguez Barrios" userId="efa7753a-59bf-44f0-ad53-c3388f48cff0" providerId="ADAL" clId="{ECC100FD-023F-4E10-9A7E-BC0C9D78DF98}" dt="2021-02-22T00:12:25.504" v="1624"/>
          <ac:spMkLst>
            <pc:docMk/>
            <pc:sldMk cId="1748438810" sldId="2076137337"/>
            <ac:spMk id="7" creationId="{89F415F5-ED2E-4791-A79F-7A1193DA662E}"/>
          </ac:spMkLst>
        </pc:spChg>
        <pc:spChg chg="mod">
          <ac:chgData name="Amilcar Jose Rodriguez Barrios" userId="efa7753a-59bf-44f0-ad53-c3388f48cff0" providerId="ADAL" clId="{ECC100FD-023F-4E10-9A7E-BC0C9D78DF98}" dt="2021-02-22T00:12:25.504" v="1624"/>
          <ac:spMkLst>
            <pc:docMk/>
            <pc:sldMk cId="1748438810" sldId="2076137337"/>
            <ac:spMk id="9" creationId="{C94BC43E-2C59-42A2-89AC-90D353C5B0E7}"/>
          </ac:spMkLst>
        </pc:spChg>
        <pc:spChg chg="mod">
          <ac:chgData name="Amilcar Jose Rodriguez Barrios" userId="efa7753a-59bf-44f0-ad53-c3388f48cff0" providerId="ADAL" clId="{ECC100FD-023F-4E10-9A7E-BC0C9D78DF98}" dt="2021-02-22T00:12:25.504" v="1624"/>
          <ac:spMkLst>
            <pc:docMk/>
            <pc:sldMk cId="1748438810" sldId="2076137337"/>
            <ac:spMk id="12" creationId="{6497FD7A-BCFB-413C-8D76-B81990EFC088}"/>
          </ac:spMkLst>
        </pc:spChg>
        <pc:spChg chg="mod">
          <ac:chgData name="Amilcar Jose Rodriguez Barrios" userId="efa7753a-59bf-44f0-ad53-c3388f48cff0" providerId="ADAL" clId="{ECC100FD-023F-4E10-9A7E-BC0C9D78DF98}" dt="2021-02-22T00:12:25.504" v="1624"/>
          <ac:spMkLst>
            <pc:docMk/>
            <pc:sldMk cId="1748438810" sldId="2076137337"/>
            <ac:spMk id="13" creationId="{BF7F5BD1-40C4-4886-9C10-362B6EC930C1}"/>
          </ac:spMkLst>
        </pc:spChg>
        <pc:grpChg chg="add mod">
          <ac:chgData name="Amilcar Jose Rodriguez Barrios" userId="efa7753a-59bf-44f0-ad53-c3388f48cff0" providerId="ADAL" clId="{ECC100FD-023F-4E10-9A7E-BC0C9D78DF98}" dt="2021-02-22T00:12:25.504" v="1624"/>
          <ac:grpSpMkLst>
            <pc:docMk/>
            <pc:sldMk cId="1748438810" sldId="2076137337"/>
            <ac:grpSpMk id="5" creationId="{B060B96C-171A-4D10-8592-CC512B73CA29}"/>
          </ac:grpSpMkLst>
        </pc:grpChg>
        <pc:grpChg chg="add mod">
          <ac:chgData name="Amilcar Jose Rodriguez Barrios" userId="efa7753a-59bf-44f0-ad53-c3388f48cff0" providerId="ADAL" clId="{ECC100FD-023F-4E10-9A7E-BC0C9D78DF98}" dt="2021-02-22T00:12:25.504" v="1624"/>
          <ac:grpSpMkLst>
            <pc:docMk/>
            <pc:sldMk cId="1748438810" sldId="2076137337"/>
            <ac:grpSpMk id="8" creationId="{C1FF57A6-630E-4100-B06E-DCE0A2C8EDE0}"/>
          </ac:grpSpMkLst>
        </pc:grpChg>
        <pc:grpChg chg="add mod">
          <ac:chgData name="Amilcar Jose Rodriguez Barrios" userId="efa7753a-59bf-44f0-ad53-c3388f48cff0" providerId="ADAL" clId="{ECC100FD-023F-4E10-9A7E-BC0C9D78DF98}" dt="2021-02-22T00:12:25.504" v="1624"/>
          <ac:grpSpMkLst>
            <pc:docMk/>
            <pc:sldMk cId="1748438810" sldId="2076137337"/>
            <ac:grpSpMk id="11" creationId="{5EFA3BE3-4144-4E0F-AC6F-B99A5FA61170}"/>
          </ac:grpSpMkLst>
        </pc:grpChg>
        <pc:picChg chg="add mod">
          <ac:chgData name="Amilcar Jose Rodriguez Barrios" userId="efa7753a-59bf-44f0-ad53-c3388f48cff0" providerId="ADAL" clId="{ECC100FD-023F-4E10-9A7E-BC0C9D78DF98}" dt="2021-02-22T00:12:37.348" v="1631" actId="1076"/>
          <ac:picMkLst>
            <pc:docMk/>
            <pc:sldMk cId="1748438810" sldId="2076137337"/>
            <ac:picMk id="4" creationId="{387D4465-BA1F-4F27-B0F8-B10102D785C0}"/>
          </ac:picMkLst>
        </pc:picChg>
        <pc:picChg chg="mod">
          <ac:chgData name="Amilcar Jose Rodriguez Barrios" userId="efa7753a-59bf-44f0-ad53-c3388f48cff0" providerId="ADAL" clId="{ECC100FD-023F-4E10-9A7E-BC0C9D78DF98}" dt="2021-02-22T00:12:25.504" v="1624"/>
          <ac:picMkLst>
            <pc:docMk/>
            <pc:sldMk cId="1748438810" sldId="2076137337"/>
            <ac:picMk id="10" creationId="{35447377-219A-4AC0-9CBE-5663C02BE29D}"/>
          </ac:picMkLst>
        </pc:picChg>
        <pc:cxnChg chg="mod">
          <ac:chgData name="Amilcar Jose Rodriguez Barrios" userId="efa7753a-59bf-44f0-ad53-c3388f48cff0" providerId="ADAL" clId="{ECC100FD-023F-4E10-9A7E-BC0C9D78DF98}" dt="2021-02-22T00:12:25.504" v="1624"/>
          <ac:cxnSpMkLst>
            <pc:docMk/>
            <pc:sldMk cId="1748438810" sldId="2076137337"/>
            <ac:cxnSpMk id="6" creationId="{D2B722DB-F584-4D54-A848-5E4909A019DE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22T00:14:05.562" v="1661" actId="1076"/>
        <pc:sldMkLst>
          <pc:docMk/>
          <pc:sldMk cId="1520665681" sldId="2076137338"/>
        </pc:sldMkLst>
        <pc:spChg chg="mod">
          <ac:chgData name="Amilcar Jose Rodriguez Barrios" userId="efa7753a-59bf-44f0-ad53-c3388f48cff0" providerId="ADAL" clId="{ECC100FD-023F-4E10-9A7E-BC0C9D78DF98}" dt="2021-02-22T00:12:47.245" v="1634"/>
          <ac:spMkLst>
            <pc:docMk/>
            <pc:sldMk cId="1520665681" sldId="2076137338"/>
            <ac:spMk id="4" creationId="{0EAFC037-9FA7-4DF8-BCC2-A439B7A5CAF1}"/>
          </ac:spMkLst>
        </pc:spChg>
        <pc:spChg chg="mod">
          <ac:chgData name="Amilcar Jose Rodriguez Barrios" userId="efa7753a-59bf-44f0-ad53-c3388f48cff0" providerId="ADAL" clId="{ECC100FD-023F-4E10-9A7E-BC0C9D78DF98}" dt="2021-02-22T00:12:47.245" v="1634"/>
          <ac:spMkLst>
            <pc:docMk/>
            <pc:sldMk cId="1520665681" sldId="2076137338"/>
            <ac:spMk id="6" creationId="{29F8C383-871E-406A-9A46-EC70A31FEAC8}"/>
          </ac:spMkLst>
        </pc:spChg>
        <pc:spChg chg="mod">
          <ac:chgData name="Amilcar Jose Rodriguez Barrios" userId="efa7753a-59bf-44f0-ad53-c3388f48cff0" providerId="ADAL" clId="{ECC100FD-023F-4E10-9A7E-BC0C9D78DF98}" dt="2021-02-22T00:12:47.245" v="1634"/>
          <ac:spMkLst>
            <pc:docMk/>
            <pc:sldMk cId="1520665681" sldId="2076137338"/>
            <ac:spMk id="9" creationId="{146A5159-2E33-4F46-9C66-410126199FDB}"/>
          </ac:spMkLst>
        </pc:spChg>
        <pc:spChg chg="mod">
          <ac:chgData name="Amilcar Jose Rodriguez Barrios" userId="efa7753a-59bf-44f0-ad53-c3388f48cff0" providerId="ADAL" clId="{ECC100FD-023F-4E10-9A7E-BC0C9D78DF98}" dt="2021-02-22T00:12:47.245" v="1634"/>
          <ac:spMkLst>
            <pc:docMk/>
            <pc:sldMk cId="1520665681" sldId="2076137338"/>
            <ac:spMk id="10" creationId="{E8FBD61A-E7E6-4035-A7C8-2C0E79D456B3}"/>
          </ac:spMkLst>
        </pc:spChg>
        <pc:spChg chg="add mod">
          <ac:chgData name="Amilcar Jose Rodriguez Barrios" userId="efa7753a-59bf-44f0-ad53-c3388f48cff0" providerId="ADAL" clId="{ECC100FD-023F-4E10-9A7E-BC0C9D78DF98}" dt="2021-02-22T00:14:05.562" v="1661" actId="1076"/>
          <ac:spMkLst>
            <pc:docMk/>
            <pc:sldMk cId="1520665681" sldId="2076137338"/>
            <ac:spMk id="11" creationId="{DF782ADD-A831-4523-9D91-A81BC5A7B180}"/>
          </ac:spMkLst>
        </pc:spChg>
        <pc:spChg chg="add mod">
          <ac:chgData name="Amilcar Jose Rodriguez Barrios" userId="efa7753a-59bf-44f0-ad53-c3388f48cff0" providerId="ADAL" clId="{ECC100FD-023F-4E10-9A7E-BC0C9D78DF98}" dt="2021-02-22T00:13:59.216" v="1657" actId="1076"/>
          <ac:spMkLst>
            <pc:docMk/>
            <pc:sldMk cId="1520665681" sldId="2076137338"/>
            <ac:spMk id="14" creationId="{48CA8B05-9FC8-4F36-8FB9-62190E0AFF0C}"/>
          </ac:spMkLst>
        </pc:spChg>
        <pc:spChg chg="add mod">
          <ac:chgData name="Amilcar Jose Rodriguez Barrios" userId="efa7753a-59bf-44f0-ad53-c3388f48cff0" providerId="ADAL" clId="{ECC100FD-023F-4E10-9A7E-BC0C9D78DF98}" dt="2021-02-22T00:14:02.670" v="1659" actId="1076"/>
          <ac:spMkLst>
            <pc:docMk/>
            <pc:sldMk cId="1520665681" sldId="2076137338"/>
            <ac:spMk id="15" creationId="{EE7A94E6-BA18-48DC-8120-A4553F7EDC40}"/>
          </ac:spMkLst>
        </pc:spChg>
        <pc:grpChg chg="add mod">
          <ac:chgData name="Amilcar Jose Rodriguez Barrios" userId="efa7753a-59bf-44f0-ad53-c3388f48cff0" providerId="ADAL" clId="{ECC100FD-023F-4E10-9A7E-BC0C9D78DF98}" dt="2021-02-22T00:12:47.245" v="1634"/>
          <ac:grpSpMkLst>
            <pc:docMk/>
            <pc:sldMk cId="1520665681" sldId="2076137338"/>
            <ac:grpSpMk id="2" creationId="{F64C273F-FE62-418A-B61A-B390379E9C1C}"/>
          </ac:grpSpMkLst>
        </pc:grpChg>
        <pc:grpChg chg="add mod">
          <ac:chgData name="Amilcar Jose Rodriguez Barrios" userId="efa7753a-59bf-44f0-ad53-c3388f48cff0" providerId="ADAL" clId="{ECC100FD-023F-4E10-9A7E-BC0C9D78DF98}" dt="2021-02-22T00:12:47.245" v="1634"/>
          <ac:grpSpMkLst>
            <pc:docMk/>
            <pc:sldMk cId="1520665681" sldId="2076137338"/>
            <ac:grpSpMk id="5" creationId="{07E701C0-0F1F-458C-8CD3-A73C4B53DB02}"/>
          </ac:grpSpMkLst>
        </pc:grpChg>
        <pc:grpChg chg="add mod">
          <ac:chgData name="Amilcar Jose Rodriguez Barrios" userId="efa7753a-59bf-44f0-ad53-c3388f48cff0" providerId="ADAL" clId="{ECC100FD-023F-4E10-9A7E-BC0C9D78DF98}" dt="2021-02-22T00:12:47.245" v="1634"/>
          <ac:grpSpMkLst>
            <pc:docMk/>
            <pc:sldMk cId="1520665681" sldId="2076137338"/>
            <ac:grpSpMk id="8" creationId="{157D2AB7-66A4-46F8-AEFE-A09C1D24D512}"/>
          </ac:grpSpMkLst>
        </pc:grpChg>
        <pc:picChg chg="mod">
          <ac:chgData name="Amilcar Jose Rodriguez Barrios" userId="efa7753a-59bf-44f0-ad53-c3388f48cff0" providerId="ADAL" clId="{ECC100FD-023F-4E10-9A7E-BC0C9D78DF98}" dt="2021-02-22T00:12:47.245" v="1634"/>
          <ac:picMkLst>
            <pc:docMk/>
            <pc:sldMk cId="1520665681" sldId="2076137338"/>
            <ac:picMk id="7" creationId="{77A8D004-34C7-4A4E-A105-D9D37E08EB57}"/>
          </ac:picMkLst>
        </pc:picChg>
        <pc:picChg chg="add mod">
          <ac:chgData name="Amilcar Jose Rodriguez Barrios" userId="efa7753a-59bf-44f0-ad53-c3388f48cff0" providerId="ADAL" clId="{ECC100FD-023F-4E10-9A7E-BC0C9D78DF98}" dt="2021-02-22T00:13:57.329" v="1656" actId="1076"/>
          <ac:picMkLst>
            <pc:docMk/>
            <pc:sldMk cId="1520665681" sldId="2076137338"/>
            <ac:picMk id="12" creationId="{10F18214-A164-466C-AD6E-7354C55CB346}"/>
          </ac:picMkLst>
        </pc:picChg>
        <pc:picChg chg="add mod">
          <ac:chgData name="Amilcar Jose Rodriguez Barrios" userId="efa7753a-59bf-44f0-ad53-c3388f48cff0" providerId="ADAL" clId="{ECC100FD-023F-4E10-9A7E-BC0C9D78DF98}" dt="2021-02-22T00:14:03.802" v="1660" actId="1076"/>
          <ac:picMkLst>
            <pc:docMk/>
            <pc:sldMk cId="1520665681" sldId="2076137338"/>
            <ac:picMk id="13" creationId="{B3CF2EB6-2260-4E98-8680-C6CC8ED593EB}"/>
          </ac:picMkLst>
        </pc:picChg>
        <pc:cxnChg chg="mod">
          <ac:chgData name="Amilcar Jose Rodriguez Barrios" userId="efa7753a-59bf-44f0-ad53-c3388f48cff0" providerId="ADAL" clId="{ECC100FD-023F-4E10-9A7E-BC0C9D78DF98}" dt="2021-02-22T00:12:47.245" v="1634"/>
          <ac:cxnSpMkLst>
            <pc:docMk/>
            <pc:sldMk cId="1520665681" sldId="2076137338"/>
            <ac:cxnSpMk id="3" creationId="{C36F9457-FBC8-46D0-B60D-6F82E3E4F72C}"/>
          </ac:cxnSpMkLst>
        </pc:cxnChg>
      </pc:sldChg>
      <pc:sldChg chg="addSp delSp modSp new mod ord modAnim">
        <pc:chgData name="Amilcar Jose Rodriguez Barrios" userId="efa7753a-59bf-44f0-ad53-c3388f48cff0" providerId="ADAL" clId="{ECC100FD-023F-4E10-9A7E-BC0C9D78DF98}" dt="2021-02-22T00:13:26.406" v="1645"/>
        <pc:sldMkLst>
          <pc:docMk/>
          <pc:sldMk cId="908211675" sldId="2076137339"/>
        </pc:sldMkLst>
        <pc:spChg chg="mod">
          <ac:chgData name="Amilcar Jose Rodriguez Barrios" userId="efa7753a-59bf-44f0-ad53-c3388f48cff0" providerId="ADAL" clId="{ECC100FD-023F-4E10-9A7E-BC0C9D78DF98}" dt="2021-02-22T00:12:48.072" v="1635"/>
          <ac:spMkLst>
            <pc:docMk/>
            <pc:sldMk cId="908211675" sldId="2076137339"/>
            <ac:spMk id="4" creationId="{7E1A6322-67F7-4AB3-8D88-01C130D68C90}"/>
          </ac:spMkLst>
        </pc:spChg>
        <pc:spChg chg="mod">
          <ac:chgData name="Amilcar Jose Rodriguez Barrios" userId="efa7753a-59bf-44f0-ad53-c3388f48cff0" providerId="ADAL" clId="{ECC100FD-023F-4E10-9A7E-BC0C9D78DF98}" dt="2021-02-22T00:12:48.072" v="1635"/>
          <ac:spMkLst>
            <pc:docMk/>
            <pc:sldMk cId="908211675" sldId="2076137339"/>
            <ac:spMk id="6" creationId="{475C8086-4B6D-4D81-A78F-65DA3B811EF7}"/>
          </ac:spMkLst>
        </pc:spChg>
        <pc:spChg chg="mod">
          <ac:chgData name="Amilcar Jose Rodriguez Barrios" userId="efa7753a-59bf-44f0-ad53-c3388f48cff0" providerId="ADAL" clId="{ECC100FD-023F-4E10-9A7E-BC0C9D78DF98}" dt="2021-02-22T00:12:48.072" v="1635"/>
          <ac:spMkLst>
            <pc:docMk/>
            <pc:sldMk cId="908211675" sldId="2076137339"/>
            <ac:spMk id="9" creationId="{D41E7B03-EC06-4BF0-9D88-BA5F1E5C2135}"/>
          </ac:spMkLst>
        </pc:spChg>
        <pc:spChg chg="mod">
          <ac:chgData name="Amilcar Jose Rodriguez Barrios" userId="efa7753a-59bf-44f0-ad53-c3388f48cff0" providerId="ADAL" clId="{ECC100FD-023F-4E10-9A7E-BC0C9D78DF98}" dt="2021-02-22T00:12:48.072" v="1635"/>
          <ac:spMkLst>
            <pc:docMk/>
            <pc:sldMk cId="908211675" sldId="2076137339"/>
            <ac:spMk id="10" creationId="{BA8DF8F6-4DA3-48DA-A67C-FD771FA9D99E}"/>
          </ac:spMkLst>
        </pc:spChg>
        <pc:spChg chg="add del mod">
          <ac:chgData name="Amilcar Jose Rodriguez Barrios" userId="efa7753a-59bf-44f0-ad53-c3388f48cff0" providerId="ADAL" clId="{ECC100FD-023F-4E10-9A7E-BC0C9D78DF98}" dt="2021-02-22T00:12:56.175" v="1637"/>
          <ac:spMkLst>
            <pc:docMk/>
            <pc:sldMk cId="908211675" sldId="2076137339"/>
            <ac:spMk id="11" creationId="{8ECD205E-D70B-4ACC-B301-3A7A7DD5DFF3}"/>
          </ac:spMkLst>
        </pc:spChg>
        <pc:spChg chg="add del mod">
          <ac:chgData name="Amilcar Jose Rodriguez Barrios" userId="efa7753a-59bf-44f0-ad53-c3388f48cff0" providerId="ADAL" clId="{ECC100FD-023F-4E10-9A7E-BC0C9D78DF98}" dt="2021-02-22T00:12:56.175" v="1637"/>
          <ac:spMkLst>
            <pc:docMk/>
            <pc:sldMk cId="908211675" sldId="2076137339"/>
            <ac:spMk id="14" creationId="{C76870CA-3EFA-457D-AB7B-AC397B63F2AB}"/>
          </ac:spMkLst>
        </pc:spChg>
        <pc:spChg chg="add del mod">
          <ac:chgData name="Amilcar Jose Rodriguez Barrios" userId="efa7753a-59bf-44f0-ad53-c3388f48cff0" providerId="ADAL" clId="{ECC100FD-023F-4E10-9A7E-BC0C9D78DF98}" dt="2021-02-22T00:12:56.175" v="1637"/>
          <ac:spMkLst>
            <pc:docMk/>
            <pc:sldMk cId="908211675" sldId="2076137339"/>
            <ac:spMk id="15" creationId="{034B38B1-D99F-40A9-BE99-1FFDB24BD7C1}"/>
          </ac:spMkLst>
        </pc:spChg>
        <pc:spChg chg="add mod">
          <ac:chgData name="Amilcar Jose Rodriguez Barrios" userId="efa7753a-59bf-44f0-ad53-c3388f48cff0" providerId="ADAL" clId="{ECC100FD-023F-4E10-9A7E-BC0C9D78DF98}" dt="2021-02-22T00:13:11.298" v="1643" actId="108"/>
          <ac:spMkLst>
            <pc:docMk/>
            <pc:sldMk cId="908211675" sldId="2076137339"/>
            <ac:spMk id="16" creationId="{B57531F6-3D17-45C3-928C-7A88C487426F}"/>
          </ac:spMkLst>
        </pc:spChg>
        <pc:spChg chg="add mod">
          <ac:chgData name="Amilcar Jose Rodriguez Barrios" userId="efa7753a-59bf-44f0-ad53-c3388f48cff0" providerId="ADAL" clId="{ECC100FD-023F-4E10-9A7E-BC0C9D78DF98}" dt="2021-02-22T00:13:00.034" v="1639" actId="1076"/>
          <ac:spMkLst>
            <pc:docMk/>
            <pc:sldMk cId="908211675" sldId="2076137339"/>
            <ac:spMk id="19" creationId="{25D20BDE-E97C-4207-80A5-7C92FB054027}"/>
          </ac:spMkLst>
        </pc:spChg>
        <pc:spChg chg="add mod">
          <ac:chgData name="Amilcar Jose Rodriguez Barrios" userId="efa7753a-59bf-44f0-ad53-c3388f48cff0" providerId="ADAL" clId="{ECC100FD-023F-4E10-9A7E-BC0C9D78DF98}" dt="2021-02-22T00:13:00.034" v="1639" actId="1076"/>
          <ac:spMkLst>
            <pc:docMk/>
            <pc:sldMk cId="908211675" sldId="2076137339"/>
            <ac:spMk id="20" creationId="{D3196DCF-8EDF-42FA-99D5-784DF40F00F7}"/>
          </ac:spMkLst>
        </pc:spChg>
        <pc:grpChg chg="add mod">
          <ac:chgData name="Amilcar Jose Rodriguez Barrios" userId="efa7753a-59bf-44f0-ad53-c3388f48cff0" providerId="ADAL" clId="{ECC100FD-023F-4E10-9A7E-BC0C9D78DF98}" dt="2021-02-22T00:12:48.072" v="1635"/>
          <ac:grpSpMkLst>
            <pc:docMk/>
            <pc:sldMk cId="908211675" sldId="2076137339"/>
            <ac:grpSpMk id="2" creationId="{791C5724-C94D-4CED-86AD-9028D426D0F2}"/>
          </ac:grpSpMkLst>
        </pc:grpChg>
        <pc:grpChg chg="add mod">
          <ac:chgData name="Amilcar Jose Rodriguez Barrios" userId="efa7753a-59bf-44f0-ad53-c3388f48cff0" providerId="ADAL" clId="{ECC100FD-023F-4E10-9A7E-BC0C9D78DF98}" dt="2021-02-22T00:12:48.072" v="1635"/>
          <ac:grpSpMkLst>
            <pc:docMk/>
            <pc:sldMk cId="908211675" sldId="2076137339"/>
            <ac:grpSpMk id="5" creationId="{85C37122-56E1-47FD-958D-4F5182D0A688}"/>
          </ac:grpSpMkLst>
        </pc:grpChg>
        <pc:grpChg chg="add mod">
          <ac:chgData name="Amilcar Jose Rodriguez Barrios" userId="efa7753a-59bf-44f0-ad53-c3388f48cff0" providerId="ADAL" clId="{ECC100FD-023F-4E10-9A7E-BC0C9D78DF98}" dt="2021-02-22T00:12:48.072" v="1635"/>
          <ac:grpSpMkLst>
            <pc:docMk/>
            <pc:sldMk cId="908211675" sldId="2076137339"/>
            <ac:grpSpMk id="8" creationId="{789F9E8F-BE51-4C6D-9BB1-20FCCB76CBAA}"/>
          </ac:grpSpMkLst>
        </pc:grpChg>
        <pc:picChg chg="mod">
          <ac:chgData name="Amilcar Jose Rodriguez Barrios" userId="efa7753a-59bf-44f0-ad53-c3388f48cff0" providerId="ADAL" clId="{ECC100FD-023F-4E10-9A7E-BC0C9D78DF98}" dt="2021-02-22T00:12:48.072" v="1635"/>
          <ac:picMkLst>
            <pc:docMk/>
            <pc:sldMk cId="908211675" sldId="2076137339"/>
            <ac:picMk id="7" creationId="{31A444A9-C5DD-4127-93DC-CD51A16C8D0C}"/>
          </ac:picMkLst>
        </pc:picChg>
        <pc:picChg chg="add del mod">
          <ac:chgData name="Amilcar Jose Rodriguez Barrios" userId="efa7753a-59bf-44f0-ad53-c3388f48cff0" providerId="ADAL" clId="{ECC100FD-023F-4E10-9A7E-BC0C9D78DF98}" dt="2021-02-22T00:12:56.175" v="1637"/>
          <ac:picMkLst>
            <pc:docMk/>
            <pc:sldMk cId="908211675" sldId="2076137339"/>
            <ac:picMk id="12" creationId="{2A48884A-707A-4EF9-9D89-00F4E13F7016}"/>
          </ac:picMkLst>
        </pc:picChg>
        <pc:picChg chg="add del mod">
          <ac:chgData name="Amilcar Jose Rodriguez Barrios" userId="efa7753a-59bf-44f0-ad53-c3388f48cff0" providerId="ADAL" clId="{ECC100FD-023F-4E10-9A7E-BC0C9D78DF98}" dt="2021-02-22T00:12:56.175" v="1637"/>
          <ac:picMkLst>
            <pc:docMk/>
            <pc:sldMk cId="908211675" sldId="2076137339"/>
            <ac:picMk id="13" creationId="{EC0F4AC2-AADB-4BD4-9DEE-705CAC65398E}"/>
          </ac:picMkLst>
        </pc:picChg>
        <pc:picChg chg="add mod">
          <ac:chgData name="Amilcar Jose Rodriguez Barrios" userId="efa7753a-59bf-44f0-ad53-c3388f48cff0" providerId="ADAL" clId="{ECC100FD-023F-4E10-9A7E-BC0C9D78DF98}" dt="2021-02-22T00:13:01.952" v="1640" actId="1076"/>
          <ac:picMkLst>
            <pc:docMk/>
            <pc:sldMk cId="908211675" sldId="2076137339"/>
            <ac:picMk id="17" creationId="{597524CB-418B-4375-BA74-899DBE9EF975}"/>
          </ac:picMkLst>
        </pc:picChg>
        <pc:picChg chg="add mod">
          <ac:chgData name="Amilcar Jose Rodriguez Barrios" userId="efa7753a-59bf-44f0-ad53-c3388f48cff0" providerId="ADAL" clId="{ECC100FD-023F-4E10-9A7E-BC0C9D78DF98}" dt="2021-02-22T00:13:00.034" v="1639" actId="1076"/>
          <ac:picMkLst>
            <pc:docMk/>
            <pc:sldMk cId="908211675" sldId="2076137339"/>
            <ac:picMk id="18" creationId="{D5C9AF2A-A2AF-4170-A699-B3F4D63CAC68}"/>
          </ac:picMkLst>
        </pc:picChg>
        <pc:cxnChg chg="mod">
          <ac:chgData name="Amilcar Jose Rodriguez Barrios" userId="efa7753a-59bf-44f0-ad53-c3388f48cff0" providerId="ADAL" clId="{ECC100FD-023F-4E10-9A7E-BC0C9D78DF98}" dt="2021-02-22T00:12:48.072" v="1635"/>
          <ac:cxnSpMkLst>
            <pc:docMk/>
            <pc:sldMk cId="908211675" sldId="2076137339"/>
            <ac:cxnSpMk id="3" creationId="{5AF2A935-E04D-4914-A487-9BA80FE7D667}"/>
          </ac:cxnSpMkLst>
        </pc:cxnChg>
      </pc:sldChg>
      <pc:sldChg chg="addSp modSp new del">
        <pc:chgData name="Amilcar Jose Rodriguez Barrios" userId="efa7753a-59bf-44f0-ad53-c3388f48cff0" providerId="ADAL" clId="{ECC100FD-023F-4E10-9A7E-BC0C9D78DF98}" dt="2021-02-22T10:28:22.262" v="1786" actId="47"/>
        <pc:sldMkLst>
          <pc:docMk/>
          <pc:sldMk cId="2474108814" sldId="2076137340"/>
        </pc:sldMkLst>
        <pc:spChg chg="mod">
          <ac:chgData name="Amilcar Jose Rodriguez Barrios" userId="efa7753a-59bf-44f0-ad53-c3388f48cff0" providerId="ADAL" clId="{ECC100FD-023F-4E10-9A7E-BC0C9D78DF98}" dt="2021-02-22T00:14:24.410" v="1664"/>
          <ac:spMkLst>
            <pc:docMk/>
            <pc:sldMk cId="2474108814" sldId="2076137340"/>
            <ac:spMk id="4" creationId="{1E5F7FB3-8254-4C59-8AAB-FBBE1880357E}"/>
          </ac:spMkLst>
        </pc:spChg>
        <pc:spChg chg="mod">
          <ac:chgData name="Amilcar Jose Rodriguez Barrios" userId="efa7753a-59bf-44f0-ad53-c3388f48cff0" providerId="ADAL" clId="{ECC100FD-023F-4E10-9A7E-BC0C9D78DF98}" dt="2021-02-22T00:14:24.410" v="1664"/>
          <ac:spMkLst>
            <pc:docMk/>
            <pc:sldMk cId="2474108814" sldId="2076137340"/>
            <ac:spMk id="6" creationId="{B962821F-A613-45C2-908D-FB1C6850E78F}"/>
          </ac:spMkLst>
        </pc:spChg>
        <pc:spChg chg="mod">
          <ac:chgData name="Amilcar Jose Rodriguez Barrios" userId="efa7753a-59bf-44f0-ad53-c3388f48cff0" providerId="ADAL" clId="{ECC100FD-023F-4E10-9A7E-BC0C9D78DF98}" dt="2021-02-22T00:14:24.410" v="1664"/>
          <ac:spMkLst>
            <pc:docMk/>
            <pc:sldMk cId="2474108814" sldId="2076137340"/>
            <ac:spMk id="9" creationId="{B6E781B1-2077-4425-96C0-8764CF437FDE}"/>
          </ac:spMkLst>
        </pc:spChg>
        <pc:spChg chg="mod">
          <ac:chgData name="Amilcar Jose Rodriguez Barrios" userId="efa7753a-59bf-44f0-ad53-c3388f48cff0" providerId="ADAL" clId="{ECC100FD-023F-4E10-9A7E-BC0C9D78DF98}" dt="2021-02-22T00:14:24.410" v="1664"/>
          <ac:spMkLst>
            <pc:docMk/>
            <pc:sldMk cId="2474108814" sldId="2076137340"/>
            <ac:spMk id="10" creationId="{62AC01A6-34CB-42C6-BB67-E02561543105}"/>
          </ac:spMkLst>
        </pc:spChg>
        <pc:grpChg chg="add mod">
          <ac:chgData name="Amilcar Jose Rodriguez Barrios" userId="efa7753a-59bf-44f0-ad53-c3388f48cff0" providerId="ADAL" clId="{ECC100FD-023F-4E10-9A7E-BC0C9D78DF98}" dt="2021-02-22T00:14:24.410" v="1664"/>
          <ac:grpSpMkLst>
            <pc:docMk/>
            <pc:sldMk cId="2474108814" sldId="2076137340"/>
            <ac:grpSpMk id="2" creationId="{FB75EE50-00E7-4E46-8E61-11E11699A28A}"/>
          </ac:grpSpMkLst>
        </pc:grpChg>
        <pc:grpChg chg="add mod">
          <ac:chgData name="Amilcar Jose Rodriguez Barrios" userId="efa7753a-59bf-44f0-ad53-c3388f48cff0" providerId="ADAL" clId="{ECC100FD-023F-4E10-9A7E-BC0C9D78DF98}" dt="2021-02-22T00:14:24.410" v="1664"/>
          <ac:grpSpMkLst>
            <pc:docMk/>
            <pc:sldMk cId="2474108814" sldId="2076137340"/>
            <ac:grpSpMk id="5" creationId="{E790EF87-8F2F-413C-95AF-B606525B21EB}"/>
          </ac:grpSpMkLst>
        </pc:grpChg>
        <pc:grpChg chg="add mod">
          <ac:chgData name="Amilcar Jose Rodriguez Barrios" userId="efa7753a-59bf-44f0-ad53-c3388f48cff0" providerId="ADAL" clId="{ECC100FD-023F-4E10-9A7E-BC0C9D78DF98}" dt="2021-02-22T00:14:24.410" v="1664"/>
          <ac:grpSpMkLst>
            <pc:docMk/>
            <pc:sldMk cId="2474108814" sldId="2076137340"/>
            <ac:grpSpMk id="8" creationId="{E588BD20-9D36-402A-B922-7D9D8EB1FAB5}"/>
          </ac:grpSpMkLst>
        </pc:grpChg>
        <pc:picChg chg="mod">
          <ac:chgData name="Amilcar Jose Rodriguez Barrios" userId="efa7753a-59bf-44f0-ad53-c3388f48cff0" providerId="ADAL" clId="{ECC100FD-023F-4E10-9A7E-BC0C9D78DF98}" dt="2021-02-22T00:14:24.410" v="1664"/>
          <ac:picMkLst>
            <pc:docMk/>
            <pc:sldMk cId="2474108814" sldId="2076137340"/>
            <ac:picMk id="7" creationId="{70EEEDDD-C698-44CE-91D4-412746C452E4}"/>
          </ac:picMkLst>
        </pc:picChg>
        <pc:cxnChg chg="mod">
          <ac:chgData name="Amilcar Jose Rodriguez Barrios" userId="efa7753a-59bf-44f0-ad53-c3388f48cff0" providerId="ADAL" clId="{ECC100FD-023F-4E10-9A7E-BC0C9D78DF98}" dt="2021-02-22T00:14:24.410" v="1664"/>
          <ac:cxnSpMkLst>
            <pc:docMk/>
            <pc:sldMk cId="2474108814" sldId="2076137340"/>
            <ac:cxnSpMk id="3" creationId="{3627889F-A355-4DCE-A9BF-76BAE788E770}"/>
          </ac:cxnSpMkLst>
        </pc:cxnChg>
      </pc:sldChg>
      <pc:sldChg chg="addSp modSp new mod ord modAnim">
        <pc:chgData name="Amilcar Jose Rodriguez Barrios" userId="efa7753a-59bf-44f0-ad53-c3388f48cff0" providerId="ADAL" clId="{ECC100FD-023F-4E10-9A7E-BC0C9D78DF98}" dt="2021-02-22T00:15:06.336" v="1682" actId="108"/>
        <pc:sldMkLst>
          <pc:docMk/>
          <pc:sldMk cId="3310132338" sldId="2076137341"/>
        </pc:sldMkLst>
        <pc:spChg chg="mod">
          <ac:chgData name="Amilcar Jose Rodriguez Barrios" userId="efa7753a-59bf-44f0-ad53-c3388f48cff0" providerId="ADAL" clId="{ECC100FD-023F-4E10-9A7E-BC0C9D78DF98}" dt="2021-02-22T00:14:25.250" v="1665"/>
          <ac:spMkLst>
            <pc:docMk/>
            <pc:sldMk cId="3310132338" sldId="2076137341"/>
            <ac:spMk id="4" creationId="{9FA7CB80-647D-448E-898A-933F566F5706}"/>
          </ac:spMkLst>
        </pc:spChg>
        <pc:spChg chg="mod">
          <ac:chgData name="Amilcar Jose Rodriguez Barrios" userId="efa7753a-59bf-44f0-ad53-c3388f48cff0" providerId="ADAL" clId="{ECC100FD-023F-4E10-9A7E-BC0C9D78DF98}" dt="2021-02-22T00:14:25.250" v="1665"/>
          <ac:spMkLst>
            <pc:docMk/>
            <pc:sldMk cId="3310132338" sldId="2076137341"/>
            <ac:spMk id="6" creationId="{5C3907C0-1163-49F8-8C0E-E793F821191B}"/>
          </ac:spMkLst>
        </pc:spChg>
        <pc:spChg chg="mod">
          <ac:chgData name="Amilcar Jose Rodriguez Barrios" userId="efa7753a-59bf-44f0-ad53-c3388f48cff0" providerId="ADAL" clId="{ECC100FD-023F-4E10-9A7E-BC0C9D78DF98}" dt="2021-02-22T00:14:25.250" v="1665"/>
          <ac:spMkLst>
            <pc:docMk/>
            <pc:sldMk cId="3310132338" sldId="2076137341"/>
            <ac:spMk id="9" creationId="{18FA1E1E-CF87-4AB1-A472-652133F62215}"/>
          </ac:spMkLst>
        </pc:spChg>
        <pc:spChg chg="mod">
          <ac:chgData name="Amilcar Jose Rodriguez Barrios" userId="efa7753a-59bf-44f0-ad53-c3388f48cff0" providerId="ADAL" clId="{ECC100FD-023F-4E10-9A7E-BC0C9D78DF98}" dt="2021-02-22T00:14:25.250" v="1665"/>
          <ac:spMkLst>
            <pc:docMk/>
            <pc:sldMk cId="3310132338" sldId="2076137341"/>
            <ac:spMk id="10" creationId="{039493E8-FF6E-4DE9-97C8-B20620613B52}"/>
          </ac:spMkLst>
        </pc:spChg>
        <pc:spChg chg="add mod">
          <ac:chgData name="Amilcar Jose Rodriguez Barrios" userId="efa7753a-59bf-44f0-ad53-c3388f48cff0" providerId="ADAL" clId="{ECC100FD-023F-4E10-9A7E-BC0C9D78DF98}" dt="2021-02-22T00:15:06.336" v="1682" actId="108"/>
          <ac:spMkLst>
            <pc:docMk/>
            <pc:sldMk cId="3310132338" sldId="2076137341"/>
            <ac:spMk id="11" creationId="{C0F52B60-7345-4B2C-9AF9-AF3513648299}"/>
          </ac:spMkLst>
        </pc:spChg>
        <pc:spChg chg="add mod">
          <ac:chgData name="Amilcar Jose Rodriguez Barrios" userId="efa7753a-59bf-44f0-ad53-c3388f48cff0" providerId="ADAL" clId="{ECC100FD-023F-4E10-9A7E-BC0C9D78DF98}" dt="2021-02-22T00:14:54.343" v="1678" actId="1076"/>
          <ac:spMkLst>
            <pc:docMk/>
            <pc:sldMk cId="3310132338" sldId="2076137341"/>
            <ac:spMk id="14" creationId="{541606A4-7F43-4619-8811-40463CB8D84C}"/>
          </ac:spMkLst>
        </pc:spChg>
        <pc:spChg chg="add mod">
          <ac:chgData name="Amilcar Jose Rodriguez Barrios" userId="efa7753a-59bf-44f0-ad53-c3388f48cff0" providerId="ADAL" clId="{ECC100FD-023F-4E10-9A7E-BC0C9D78DF98}" dt="2021-02-22T00:14:48.816" v="1674" actId="1076"/>
          <ac:spMkLst>
            <pc:docMk/>
            <pc:sldMk cId="3310132338" sldId="2076137341"/>
            <ac:spMk id="15" creationId="{32CF6D0D-0509-43F4-909E-C1CE07DBECDB}"/>
          </ac:spMkLst>
        </pc:spChg>
        <pc:grpChg chg="add mod">
          <ac:chgData name="Amilcar Jose Rodriguez Barrios" userId="efa7753a-59bf-44f0-ad53-c3388f48cff0" providerId="ADAL" clId="{ECC100FD-023F-4E10-9A7E-BC0C9D78DF98}" dt="2021-02-22T00:14:25.250" v="1665"/>
          <ac:grpSpMkLst>
            <pc:docMk/>
            <pc:sldMk cId="3310132338" sldId="2076137341"/>
            <ac:grpSpMk id="2" creationId="{4F6F55C7-C7D7-487A-8968-730D077B329E}"/>
          </ac:grpSpMkLst>
        </pc:grpChg>
        <pc:grpChg chg="add mod">
          <ac:chgData name="Amilcar Jose Rodriguez Barrios" userId="efa7753a-59bf-44f0-ad53-c3388f48cff0" providerId="ADAL" clId="{ECC100FD-023F-4E10-9A7E-BC0C9D78DF98}" dt="2021-02-22T00:14:25.250" v="1665"/>
          <ac:grpSpMkLst>
            <pc:docMk/>
            <pc:sldMk cId="3310132338" sldId="2076137341"/>
            <ac:grpSpMk id="5" creationId="{25D596B4-10B3-4A08-9E79-25EBD384A3DF}"/>
          </ac:grpSpMkLst>
        </pc:grpChg>
        <pc:grpChg chg="add mod">
          <ac:chgData name="Amilcar Jose Rodriguez Barrios" userId="efa7753a-59bf-44f0-ad53-c3388f48cff0" providerId="ADAL" clId="{ECC100FD-023F-4E10-9A7E-BC0C9D78DF98}" dt="2021-02-22T00:14:25.250" v="1665"/>
          <ac:grpSpMkLst>
            <pc:docMk/>
            <pc:sldMk cId="3310132338" sldId="2076137341"/>
            <ac:grpSpMk id="8" creationId="{0FE2030E-FF6B-4730-B605-E8609B35390A}"/>
          </ac:grpSpMkLst>
        </pc:grpChg>
        <pc:picChg chg="mod">
          <ac:chgData name="Amilcar Jose Rodriguez Barrios" userId="efa7753a-59bf-44f0-ad53-c3388f48cff0" providerId="ADAL" clId="{ECC100FD-023F-4E10-9A7E-BC0C9D78DF98}" dt="2021-02-22T00:14:25.250" v="1665"/>
          <ac:picMkLst>
            <pc:docMk/>
            <pc:sldMk cId="3310132338" sldId="2076137341"/>
            <ac:picMk id="7" creationId="{27C57FE7-3AF3-43B0-ADFF-B569B574B0F0}"/>
          </ac:picMkLst>
        </pc:picChg>
        <pc:picChg chg="add mod">
          <ac:chgData name="Amilcar Jose Rodriguez Barrios" userId="efa7753a-59bf-44f0-ad53-c3388f48cff0" providerId="ADAL" clId="{ECC100FD-023F-4E10-9A7E-BC0C9D78DF98}" dt="2021-02-22T00:14:51.224" v="1676" actId="1076"/>
          <ac:picMkLst>
            <pc:docMk/>
            <pc:sldMk cId="3310132338" sldId="2076137341"/>
            <ac:picMk id="12" creationId="{298BD2C1-9256-4997-96F6-09690F7DF9F1}"/>
          </ac:picMkLst>
        </pc:picChg>
        <pc:picChg chg="add mod">
          <ac:chgData name="Amilcar Jose Rodriguez Barrios" userId="efa7753a-59bf-44f0-ad53-c3388f48cff0" providerId="ADAL" clId="{ECC100FD-023F-4E10-9A7E-BC0C9D78DF98}" dt="2021-02-22T00:14:50.193" v="1675" actId="1076"/>
          <ac:picMkLst>
            <pc:docMk/>
            <pc:sldMk cId="3310132338" sldId="2076137341"/>
            <ac:picMk id="13" creationId="{95B59DC4-64AE-4C06-A23E-DF3B89157053}"/>
          </ac:picMkLst>
        </pc:picChg>
        <pc:cxnChg chg="mod">
          <ac:chgData name="Amilcar Jose Rodriguez Barrios" userId="efa7753a-59bf-44f0-ad53-c3388f48cff0" providerId="ADAL" clId="{ECC100FD-023F-4E10-9A7E-BC0C9D78DF98}" dt="2021-02-22T00:14:25.250" v="1665"/>
          <ac:cxnSpMkLst>
            <pc:docMk/>
            <pc:sldMk cId="3310132338" sldId="2076137341"/>
            <ac:cxnSpMk id="3" creationId="{8F191217-7D6A-4454-81F4-6A014C816AF3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00:16:19.236" v="1704"/>
        <pc:sldMkLst>
          <pc:docMk/>
          <pc:sldMk cId="2494848953" sldId="2076137342"/>
        </pc:sldMkLst>
        <pc:spChg chg="mod">
          <ac:chgData name="Amilcar Jose Rodriguez Barrios" userId="efa7753a-59bf-44f0-ad53-c3388f48cff0" providerId="ADAL" clId="{ECC100FD-023F-4E10-9A7E-BC0C9D78DF98}" dt="2021-02-22T00:15:30.586" v="1685" actId="20577"/>
          <ac:spMkLst>
            <pc:docMk/>
            <pc:sldMk cId="2494848953" sldId="2076137342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00:15:50.341" v="1703" actId="20577"/>
          <ac:spMkLst>
            <pc:docMk/>
            <pc:sldMk cId="2494848953" sldId="2076137342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00:16:19.236" v="1704"/>
          <ac:spMkLst>
            <pc:docMk/>
            <pc:sldMk cId="2494848953" sldId="2076137342"/>
            <ac:spMk id="19" creationId="{B0271379-BCEE-440E-A01D-B4B3F087B14B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22T10:29:24.985" v="1816" actId="20577"/>
        <pc:sldMkLst>
          <pc:docMk/>
          <pc:sldMk cId="1106894298" sldId="2076137343"/>
        </pc:sldMkLst>
        <pc:spChg chg="mod">
          <ac:chgData name="Amilcar Jose Rodriguez Barrios" userId="efa7753a-59bf-44f0-ad53-c3388f48cff0" providerId="ADAL" clId="{ECC100FD-023F-4E10-9A7E-BC0C9D78DF98}" dt="2021-02-22T10:29:24.985" v="1816" actId="20577"/>
          <ac:spMkLst>
            <pc:docMk/>
            <pc:sldMk cId="1106894298" sldId="2076137343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2-22T10:29:59.721" v="1823" actId="14100"/>
        <pc:sldMkLst>
          <pc:docMk/>
          <pc:sldMk cId="3230895098" sldId="2076137344"/>
        </pc:sldMkLst>
        <pc:spChg chg="del">
          <ac:chgData name="Amilcar Jose Rodriguez Barrios" userId="efa7753a-59bf-44f0-ad53-c3388f48cff0" providerId="ADAL" clId="{ECC100FD-023F-4E10-9A7E-BC0C9D78DF98}" dt="2021-02-22T10:29:08.850" v="1801" actId="478"/>
          <ac:spMkLst>
            <pc:docMk/>
            <pc:sldMk cId="3230895098" sldId="2076137344"/>
            <ac:spMk id="2" creationId="{5F5EE07B-04D0-4BD1-BB68-D8B56319932E}"/>
          </ac:spMkLst>
        </pc:spChg>
        <pc:spChg chg="mod">
          <ac:chgData name="Amilcar Jose Rodriguez Barrios" userId="efa7753a-59bf-44f0-ad53-c3388f48cff0" providerId="ADAL" clId="{ECC100FD-023F-4E10-9A7E-BC0C9D78DF98}" dt="2021-02-22T10:29:09.549" v="1802"/>
          <ac:spMkLst>
            <pc:docMk/>
            <pc:sldMk cId="3230895098" sldId="2076137344"/>
            <ac:spMk id="5" creationId="{9728BBBF-5C21-44F5-9912-7E7F4DCB3C73}"/>
          </ac:spMkLst>
        </pc:spChg>
        <pc:spChg chg="mod">
          <ac:chgData name="Amilcar Jose Rodriguez Barrios" userId="efa7753a-59bf-44f0-ad53-c3388f48cff0" providerId="ADAL" clId="{ECC100FD-023F-4E10-9A7E-BC0C9D78DF98}" dt="2021-02-22T10:29:09.549" v="1802"/>
          <ac:spMkLst>
            <pc:docMk/>
            <pc:sldMk cId="3230895098" sldId="2076137344"/>
            <ac:spMk id="7" creationId="{567860E0-896F-491A-9AEE-83B367E2BB32}"/>
          </ac:spMkLst>
        </pc:spChg>
        <pc:spChg chg="mod">
          <ac:chgData name="Amilcar Jose Rodriguez Barrios" userId="efa7753a-59bf-44f0-ad53-c3388f48cff0" providerId="ADAL" clId="{ECC100FD-023F-4E10-9A7E-BC0C9D78DF98}" dt="2021-02-22T10:29:09.549" v="1802"/>
          <ac:spMkLst>
            <pc:docMk/>
            <pc:sldMk cId="3230895098" sldId="2076137344"/>
            <ac:spMk id="10" creationId="{1893F095-F5FE-4877-AC9F-07A50A65D04A}"/>
          </ac:spMkLst>
        </pc:spChg>
        <pc:spChg chg="mod">
          <ac:chgData name="Amilcar Jose Rodriguez Barrios" userId="efa7753a-59bf-44f0-ad53-c3388f48cff0" providerId="ADAL" clId="{ECC100FD-023F-4E10-9A7E-BC0C9D78DF98}" dt="2021-02-22T10:29:21.135" v="1814" actId="20577"/>
          <ac:spMkLst>
            <pc:docMk/>
            <pc:sldMk cId="3230895098" sldId="2076137344"/>
            <ac:spMk id="11" creationId="{BA6F7C6C-D5E5-498E-8F9C-F15E3874A210}"/>
          </ac:spMkLst>
        </pc:spChg>
        <pc:spChg chg="add mod">
          <ac:chgData name="Amilcar Jose Rodriguez Barrios" userId="efa7753a-59bf-44f0-ad53-c3388f48cff0" providerId="ADAL" clId="{ECC100FD-023F-4E10-9A7E-BC0C9D78DF98}" dt="2021-02-22T10:29:38.927" v="1818" actId="1076"/>
          <ac:spMkLst>
            <pc:docMk/>
            <pc:sldMk cId="3230895098" sldId="2076137344"/>
            <ac:spMk id="12" creationId="{E78706C1-79E1-426A-B2CB-EAC59C44D795}"/>
          </ac:spMkLst>
        </pc:spChg>
        <pc:spChg chg="add mod">
          <ac:chgData name="Amilcar Jose Rodriguez Barrios" userId="efa7753a-59bf-44f0-ad53-c3388f48cff0" providerId="ADAL" clId="{ECC100FD-023F-4E10-9A7E-BC0C9D78DF98}" dt="2021-02-22T10:29:59.721" v="1823" actId="14100"/>
          <ac:spMkLst>
            <pc:docMk/>
            <pc:sldMk cId="3230895098" sldId="2076137344"/>
            <ac:spMk id="13" creationId="{870E1E6C-861C-4662-A83E-4A4DB4ABFE5B}"/>
          </ac:spMkLst>
        </pc:spChg>
        <pc:grpChg chg="add mod">
          <ac:chgData name="Amilcar Jose Rodriguez Barrios" userId="efa7753a-59bf-44f0-ad53-c3388f48cff0" providerId="ADAL" clId="{ECC100FD-023F-4E10-9A7E-BC0C9D78DF98}" dt="2021-02-22T10:29:09.549" v="1802"/>
          <ac:grpSpMkLst>
            <pc:docMk/>
            <pc:sldMk cId="3230895098" sldId="2076137344"/>
            <ac:grpSpMk id="3" creationId="{43EF70D1-588B-40EC-B517-5298D757ED0C}"/>
          </ac:grpSpMkLst>
        </pc:grpChg>
        <pc:grpChg chg="add mod">
          <ac:chgData name="Amilcar Jose Rodriguez Barrios" userId="efa7753a-59bf-44f0-ad53-c3388f48cff0" providerId="ADAL" clId="{ECC100FD-023F-4E10-9A7E-BC0C9D78DF98}" dt="2021-02-22T10:29:09.549" v="1802"/>
          <ac:grpSpMkLst>
            <pc:docMk/>
            <pc:sldMk cId="3230895098" sldId="2076137344"/>
            <ac:grpSpMk id="6" creationId="{364DEF3F-8AA6-4D6E-A486-BFDEB4B9852F}"/>
          </ac:grpSpMkLst>
        </pc:grpChg>
        <pc:grpChg chg="add mod">
          <ac:chgData name="Amilcar Jose Rodriguez Barrios" userId="efa7753a-59bf-44f0-ad53-c3388f48cff0" providerId="ADAL" clId="{ECC100FD-023F-4E10-9A7E-BC0C9D78DF98}" dt="2021-02-22T10:29:09.549" v="1802"/>
          <ac:grpSpMkLst>
            <pc:docMk/>
            <pc:sldMk cId="3230895098" sldId="2076137344"/>
            <ac:grpSpMk id="9" creationId="{8122F0ED-EB4D-48E0-BE97-24FD9449077A}"/>
          </ac:grpSpMkLst>
        </pc:grpChg>
        <pc:picChg chg="mod">
          <ac:chgData name="Amilcar Jose Rodriguez Barrios" userId="efa7753a-59bf-44f0-ad53-c3388f48cff0" providerId="ADAL" clId="{ECC100FD-023F-4E10-9A7E-BC0C9D78DF98}" dt="2021-02-22T10:29:09.549" v="1802"/>
          <ac:picMkLst>
            <pc:docMk/>
            <pc:sldMk cId="3230895098" sldId="2076137344"/>
            <ac:picMk id="8" creationId="{20EF96AC-9E9C-4AA0-ADF8-A1B36502FDC2}"/>
          </ac:picMkLst>
        </pc:picChg>
        <pc:cxnChg chg="mod">
          <ac:chgData name="Amilcar Jose Rodriguez Barrios" userId="efa7753a-59bf-44f0-ad53-c3388f48cff0" providerId="ADAL" clId="{ECC100FD-023F-4E10-9A7E-BC0C9D78DF98}" dt="2021-02-22T10:29:09.549" v="1802"/>
          <ac:cxnSpMkLst>
            <pc:docMk/>
            <pc:sldMk cId="3230895098" sldId="2076137344"/>
            <ac:cxnSpMk id="4" creationId="{5CB7CDA9-1875-4B51-92ED-20BBA902EA1D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0:31:26.214" v="1851" actId="1076"/>
        <pc:sldMkLst>
          <pc:docMk/>
          <pc:sldMk cId="2804667591" sldId="2076137345"/>
        </pc:sldMkLst>
        <pc:spChg chg="del">
          <ac:chgData name="Amilcar Jose Rodriguez Barrios" userId="efa7753a-59bf-44f0-ad53-c3388f48cff0" providerId="ADAL" clId="{ECC100FD-023F-4E10-9A7E-BC0C9D78DF98}" dt="2021-02-22T10:30:15.340" v="1825" actId="478"/>
          <ac:spMkLst>
            <pc:docMk/>
            <pc:sldMk cId="2804667591" sldId="2076137345"/>
            <ac:spMk id="2" creationId="{75E728DE-7F61-4D38-9FAD-0A49798A1D69}"/>
          </ac:spMkLst>
        </pc:spChg>
        <pc:spChg chg="mod">
          <ac:chgData name="Amilcar Jose Rodriguez Barrios" userId="efa7753a-59bf-44f0-ad53-c3388f48cff0" providerId="ADAL" clId="{ECC100FD-023F-4E10-9A7E-BC0C9D78DF98}" dt="2021-02-22T10:30:19.970" v="1826"/>
          <ac:spMkLst>
            <pc:docMk/>
            <pc:sldMk cId="2804667591" sldId="2076137345"/>
            <ac:spMk id="5" creationId="{43745D36-2D83-40FC-882A-0A9407E8B62D}"/>
          </ac:spMkLst>
        </pc:spChg>
        <pc:spChg chg="mod">
          <ac:chgData name="Amilcar Jose Rodriguez Barrios" userId="efa7753a-59bf-44f0-ad53-c3388f48cff0" providerId="ADAL" clId="{ECC100FD-023F-4E10-9A7E-BC0C9D78DF98}" dt="2021-02-22T10:30:19.970" v="1826"/>
          <ac:spMkLst>
            <pc:docMk/>
            <pc:sldMk cId="2804667591" sldId="2076137345"/>
            <ac:spMk id="7" creationId="{3F523F97-72A7-4372-BEC8-D811453E15C8}"/>
          </ac:spMkLst>
        </pc:spChg>
        <pc:spChg chg="mod">
          <ac:chgData name="Amilcar Jose Rodriguez Barrios" userId="efa7753a-59bf-44f0-ad53-c3388f48cff0" providerId="ADAL" clId="{ECC100FD-023F-4E10-9A7E-BC0C9D78DF98}" dt="2021-02-22T10:30:19.970" v="1826"/>
          <ac:spMkLst>
            <pc:docMk/>
            <pc:sldMk cId="2804667591" sldId="2076137345"/>
            <ac:spMk id="10" creationId="{117C46E0-7CCD-4B44-908B-6C5871FA5C05}"/>
          </ac:spMkLst>
        </pc:spChg>
        <pc:spChg chg="mod">
          <ac:chgData name="Amilcar Jose Rodriguez Barrios" userId="efa7753a-59bf-44f0-ad53-c3388f48cff0" providerId="ADAL" clId="{ECC100FD-023F-4E10-9A7E-BC0C9D78DF98}" dt="2021-02-22T10:30:19.970" v="1826"/>
          <ac:spMkLst>
            <pc:docMk/>
            <pc:sldMk cId="2804667591" sldId="2076137345"/>
            <ac:spMk id="11" creationId="{EA002BFB-2A45-4E20-BC87-16A6FA24A34C}"/>
          </ac:spMkLst>
        </pc:spChg>
        <pc:spChg chg="add mod">
          <ac:chgData name="Amilcar Jose Rodriguez Barrios" userId="efa7753a-59bf-44f0-ad53-c3388f48cff0" providerId="ADAL" clId="{ECC100FD-023F-4E10-9A7E-BC0C9D78DF98}" dt="2021-02-22T10:31:26.214" v="1851" actId="1076"/>
          <ac:spMkLst>
            <pc:docMk/>
            <pc:sldMk cId="2804667591" sldId="2076137345"/>
            <ac:spMk id="12" creationId="{BF821373-5F26-4689-B7C2-DCDC7663CA45}"/>
          </ac:spMkLst>
        </pc:spChg>
        <pc:spChg chg="add mod">
          <ac:chgData name="Amilcar Jose Rodriguez Barrios" userId="efa7753a-59bf-44f0-ad53-c3388f48cff0" providerId="ADAL" clId="{ECC100FD-023F-4E10-9A7E-BC0C9D78DF98}" dt="2021-02-22T10:31:24.189" v="1850" actId="313"/>
          <ac:spMkLst>
            <pc:docMk/>
            <pc:sldMk cId="2804667591" sldId="2076137345"/>
            <ac:spMk id="13" creationId="{B5D413E4-4AE3-46B7-A8FA-63985A212DA9}"/>
          </ac:spMkLst>
        </pc:spChg>
        <pc:grpChg chg="add mod">
          <ac:chgData name="Amilcar Jose Rodriguez Barrios" userId="efa7753a-59bf-44f0-ad53-c3388f48cff0" providerId="ADAL" clId="{ECC100FD-023F-4E10-9A7E-BC0C9D78DF98}" dt="2021-02-22T10:30:19.970" v="1826"/>
          <ac:grpSpMkLst>
            <pc:docMk/>
            <pc:sldMk cId="2804667591" sldId="2076137345"/>
            <ac:grpSpMk id="3" creationId="{A0F9745D-610F-4D09-B0AA-807ED44E97CD}"/>
          </ac:grpSpMkLst>
        </pc:grpChg>
        <pc:grpChg chg="add mod">
          <ac:chgData name="Amilcar Jose Rodriguez Barrios" userId="efa7753a-59bf-44f0-ad53-c3388f48cff0" providerId="ADAL" clId="{ECC100FD-023F-4E10-9A7E-BC0C9D78DF98}" dt="2021-02-22T10:30:19.970" v="1826"/>
          <ac:grpSpMkLst>
            <pc:docMk/>
            <pc:sldMk cId="2804667591" sldId="2076137345"/>
            <ac:grpSpMk id="6" creationId="{F14C2894-6892-4EED-A5FD-D1360F24F33B}"/>
          </ac:grpSpMkLst>
        </pc:grpChg>
        <pc:grpChg chg="add mod">
          <ac:chgData name="Amilcar Jose Rodriguez Barrios" userId="efa7753a-59bf-44f0-ad53-c3388f48cff0" providerId="ADAL" clId="{ECC100FD-023F-4E10-9A7E-BC0C9D78DF98}" dt="2021-02-22T10:30:19.970" v="1826"/>
          <ac:grpSpMkLst>
            <pc:docMk/>
            <pc:sldMk cId="2804667591" sldId="2076137345"/>
            <ac:grpSpMk id="9" creationId="{54FE18B4-696D-4530-B4E8-48601053E61F}"/>
          </ac:grpSpMkLst>
        </pc:grpChg>
        <pc:picChg chg="mod">
          <ac:chgData name="Amilcar Jose Rodriguez Barrios" userId="efa7753a-59bf-44f0-ad53-c3388f48cff0" providerId="ADAL" clId="{ECC100FD-023F-4E10-9A7E-BC0C9D78DF98}" dt="2021-02-22T10:30:19.970" v="1826"/>
          <ac:picMkLst>
            <pc:docMk/>
            <pc:sldMk cId="2804667591" sldId="2076137345"/>
            <ac:picMk id="8" creationId="{AC00B455-399D-44E5-9A3F-6E0EA4E031F4}"/>
          </ac:picMkLst>
        </pc:picChg>
        <pc:cxnChg chg="mod">
          <ac:chgData name="Amilcar Jose Rodriguez Barrios" userId="efa7753a-59bf-44f0-ad53-c3388f48cff0" providerId="ADAL" clId="{ECC100FD-023F-4E10-9A7E-BC0C9D78DF98}" dt="2021-02-22T10:30:19.970" v="1826"/>
          <ac:cxnSpMkLst>
            <pc:docMk/>
            <pc:sldMk cId="2804667591" sldId="2076137345"/>
            <ac:cxnSpMk id="4" creationId="{24AE7B2E-7BA1-4C39-9F45-15CCD57B6083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0:32:15.542" v="1865" actId="1076"/>
        <pc:sldMkLst>
          <pc:docMk/>
          <pc:sldMk cId="1528227847" sldId="2076137346"/>
        </pc:sldMkLst>
        <pc:spChg chg="del">
          <ac:chgData name="Amilcar Jose Rodriguez Barrios" userId="efa7753a-59bf-44f0-ad53-c3388f48cff0" providerId="ADAL" clId="{ECC100FD-023F-4E10-9A7E-BC0C9D78DF98}" dt="2021-02-22T10:31:34.023" v="1853" actId="478"/>
          <ac:spMkLst>
            <pc:docMk/>
            <pc:sldMk cId="1528227847" sldId="2076137346"/>
            <ac:spMk id="2" creationId="{7D24F532-D741-4D56-80FE-942E35604A2B}"/>
          </ac:spMkLst>
        </pc:spChg>
        <pc:spChg chg="add del mod">
          <ac:chgData name="Amilcar Jose Rodriguez Barrios" userId="efa7753a-59bf-44f0-ad53-c3388f48cff0" providerId="ADAL" clId="{ECC100FD-023F-4E10-9A7E-BC0C9D78DF98}" dt="2021-02-22T10:31:51.990" v="1855"/>
          <ac:spMkLst>
            <pc:docMk/>
            <pc:sldMk cId="1528227847" sldId="2076137346"/>
            <ac:spMk id="3" creationId="{CFCA48FF-2B78-45F3-9964-804300E27332}"/>
          </ac:spMkLst>
        </pc:spChg>
        <pc:spChg chg="add del mod">
          <ac:chgData name="Amilcar Jose Rodriguez Barrios" userId="efa7753a-59bf-44f0-ad53-c3388f48cff0" providerId="ADAL" clId="{ECC100FD-023F-4E10-9A7E-BC0C9D78DF98}" dt="2021-02-22T10:31:51.990" v="1855"/>
          <ac:spMkLst>
            <pc:docMk/>
            <pc:sldMk cId="1528227847" sldId="2076137346"/>
            <ac:spMk id="4" creationId="{42F05B8C-17BC-4DE5-8CF6-F9536C05074D}"/>
          </ac:spMkLst>
        </pc:spChg>
        <pc:spChg chg="mod">
          <ac:chgData name="Amilcar Jose Rodriguez Barrios" userId="efa7753a-59bf-44f0-ad53-c3388f48cff0" providerId="ADAL" clId="{ECC100FD-023F-4E10-9A7E-BC0C9D78DF98}" dt="2021-02-22T10:31:55.991" v="1856"/>
          <ac:spMkLst>
            <pc:docMk/>
            <pc:sldMk cId="1528227847" sldId="2076137346"/>
            <ac:spMk id="7" creationId="{BFAD2B0B-40DD-440F-A430-704E46F446E0}"/>
          </ac:spMkLst>
        </pc:spChg>
        <pc:spChg chg="mod">
          <ac:chgData name="Amilcar Jose Rodriguez Barrios" userId="efa7753a-59bf-44f0-ad53-c3388f48cff0" providerId="ADAL" clId="{ECC100FD-023F-4E10-9A7E-BC0C9D78DF98}" dt="2021-02-22T10:31:55.991" v="1856"/>
          <ac:spMkLst>
            <pc:docMk/>
            <pc:sldMk cId="1528227847" sldId="2076137346"/>
            <ac:spMk id="9" creationId="{C4D10DAA-96E8-44A6-BE30-228C96B21355}"/>
          </ac:spMkLst>
        </pc:spChg>
        <pc:spChg chg="mod">
          <ac:chgData name="Amilcar Jose Rodriguez Barrios" userId="efa7753a-59bf-44f0-ad53-c3388f48cff0" providerId="ADAL" clId="{ECC100FD-023F-4E10-9A7E-BC0C9D78DF98}" dt="2021-02-22T10:31:55.991" v="1856"/>
          <ac:spMkLst>
            <pc:docMk/>
            <pc:sldMk cId="1528227847" sldId="2076137346"/>
            <ac:spMk id="12" creationId="{9E5089DC-0C4B-4909-9698-181CFF1FDD32}"/>
          </ac:spMkLst>
        </pc:spChg>
        <pc:spChg chg="mod">
          <ac:chgData name="Amilcar Jose Rodriguez Barrios" userId="efa7753a-59bf-44f0-ad53-c3388f48cff0" providerId="ADAL" clId="{ECC100FD-023F-4E10-9A7E-BC0C9D78DF98}" dt="2021-02-22T10:31:55.991" v="1856"/>
          <ac:spMkLst>
            <pc:docMk/>
            <pc:sldMk cId="1528227847" sldId="2076137346"/>
            <ac:spMk id="13" creationId="{F6265BC0-8CB9-4B4E-B757-7B2D3EDA6AF8}"/>
          </ac:spMkLst>
        </pc:spChg>
        <pc:spChg chg="add mod">
          <ac:chgData name="Amilcar Jose Rodriguez Barrios" userId="efa7753a-59bf-44f0-ad53-c3388f48cff0" providerId="ADAL" clId="{ECC100FD-023F-4E10-9A7E-BC0C9D78DF98}" dt="2021-02-22T10:32:08.348" v="1862" actId="1076"/>
          <ac:spMkLst>
            <pc:docMk/>
            <pc:sldMk cId="1528227847" sldId="2076137346"/>
            <ac:spMk id="14" creationId="{BB51BBAD-3CD1-4EAC-A322-695718CF1E76}"/>
          </ac:spMkLst>
        </pc:spChg>
        <pc:spChg chg="add mod">
          <ac:chgData name="Amilcar Jose Rodriguez Barrios" userId="efa7753a-59bf-44f0-ad53-c3388f48cff0" providerId="ADAL" clId="{ECC100FD-023F-4E10-9A7E-BC0C9D78DF98}" dt="2021-02-22T10:32:15.542" v="1865" actId="1076"/>
          <ac:spMkLst>
            <pc:docMk/>
            <pc:sldMk cId="1528227847" sldId="2076137346"/>
            <ac:spMk id="15" creationId="{7C897AA8-0AD8-4728-AA4D-D12525A23E22}"/>
          </ac:spMkLst>
        </pc:spChg>
        <pc:grpChg chg="add mod">
          <ac:chgData name="Amilcar Jose Rodriguez Barrios" userId="efa7753a-59bf-44f0-ad53-c3388f48cff0" providerId="ADAL" clId="{ECC100FD-023F-4E10-9A7E-BC0C9D78DF98}" dt="2021-02-22T10:31:55.991" v="1856"/>
          <ac:grpSpMkLst>
            <pc:docMk/>
            <pc:sldMk cId="1528227847" sldId="2076137346"/>
            <ac:grpSpMk id="5" creationId="{85409934-B2F7-4516-BF4C-B223F9C6F972}"/>
          </ac:grpSpMkLst>
        </pc:grpChg>
        <pc:grpChg chg="add mod">
          <ac:chgData name="Amilcar Jose Rodriguez Barrios" userId="efa7753a-59bf-44f0-ad53-c3388f48cff0" providerId="ADAL" clId="{ECC100FD-023F-4E10-9A7E-BC0C9D78DF98}" dt="2021-02-22T10:31:55.991" v="1856"/>
          <ac:grpSpMkLst>
            <pc:docMk/>
            <pc:sldMk cId="1528227847" sldId="2076137346"/>
            <ac:grpSpMk id="8" creationId="{AE73A96E-DDC6-4CBF-BD1A-467535BAA28C}"/>
          </ac:grpSpMkLst>
        </pc:grpChg>
        <pc:grpChg chg="add mod">
          <ac:chgData name="Amilcar Jose Rodriguez Barrios" userId="efa7753a-59bf-44f0-ad53-c3388f48cff0" providerId="ADAL" clId="{ECC100FD-023F-4E10-9A7E-BC0C9D78DF98}" dt="2021-02-22T10:31:55.991" v="1856"/>
          <ac:grpSpMkLst>
            <pc:docMk/>
            <pc:sldMk cId="1528227847" sldId="2076137346"/>
            <ac:grpSpMk id="11" creationId="{F8E027CB-82BD-4AD5-9820-6F69B40EA687}"/>
          </ac:grpSpMkLst>
        </pc:grpChg>
        <pc:picChg chg="mod">
          <ac:chgData name="Amilcar Jose Rodriguez Barrios" userId="efa7753a-59bf-44f0-ad53-c3388f48cff0" providerId="ADAL" clId="{ECC100FD-023F-4E10-9A7E-BC0C9D78DF98}" dt="2021-02-22T10:31:55.991" v="1856"/>
          <ac:picMkLst>
            <pc:docMk/>
            <pc:sldMk cId="1528227847" sldId="2076137346"/>
            <ac:picMk id="10" creationId="{21408C5A-8D90-42C8-9074-6B26DB964442}"/>
          </ac:picMkLst>
        </pc:picChg>
        <pc:cxnChg chg="mod">
          <ac:chgData name="Amilcar Jose Rodriguez Barrios" userId="efa7753a-59bf-44f0-ad53-c3388f48cff0" providerId="ADAL" clId="{ECC100FD-023F-4E10-9A7E-BC0C9D78DF98}" dt="2021-02-22T10:31:55.991" v="1856"/>
          <ac:cxnSpMkLst>
            <pc:docMk/>
            <pc:sldMk cId="1528227847" sldId="2076137346"/>
            <ac:cxnSpMk id="6" creationId="{A2E63AD2-1404-4E50-8320-00806E15848C}"/>
          </ac:cxnSpMkLst>
        </pc:cxnChg>
      </pc:sldChg>
      <pc:sldChg chg="delSp new del mod">
        <pc:chgData name="Amilcar Jose Rodriguez Barrios" userId="efa7753a-59bf-44f0-ad53-c3388f48cff0" providerId="ADAL" clId="{ECC100FD-023F-4E10-9A7E-BC0C9D78DF98}" dt="2021-02-22T10:34:21.389" v="1868" actId="47"/>
        <pc:sldMkLst>
          <pc:docMk/>
          <pc:sldMk cId="232352524" sldId="2076137347"/>
        </pc:sldMkLst>
        <pc:spChg chg="del">
          <ac:chgData name="Amilcar Jose Rodriguez Barrios" userId="efa7753a-59bf-44f0-ad53-c3388f48cff0" providerId="ADAL" clId="{ECC100FD-023F-4E10-9A7E-BC0C9D78DF98}" dt="2021-02-22T10:32:25.149" v="1867" actId="478"/>
          <ac:spMkLst>
            <pc:docMk/>
            <pc:sldMk cId="232352524" sldId="2076137347"/>
            <ac:spMk id="2" creationId="{7D1438AF-9228-4A15-B0DF-2698E7466956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2-22T10:39:13.320" v="1897" actId="1076"/>
        <pc:sldMkLst>
          <pc:docMk/>
          <pc:sldMk cId="3073010302" sldId="2076137347"/>
        </pc:sldMkLst>
        <pc:spChg chg="del">
          <ac:chgData name="Amilcar Jose Rodriguez Barrios" userId="efa7753a-59bf-44f0-ad53-c3388f48cff0" providerId="ADAL" clId="{ECC100FD-023F-4E10-9A7E-BC0C9D78DF98}" dt="2021-02-22T10:37:54.232" v="1873" actId="478"/>
          <ac:spMkLst>
            <pc:docMk/>
            <pc:sldMk cId="3073010302" sldId="2076137347"/>
            <ac:spMk id="2" creationId="{7EDD3AFE-EE43-4FEC-868E-CEEEA775908D}"/>
          </ac:spMkLst>
        </pc:spChg>
        <pc:spChg chg="mod">
          <ac:chgData name="Amilcar Jose Rodriguez Barrios" userId="efa7753a-59bf-44f0-ad53-c3388f48cff0" providerId="ADAL" clId="{ECC100FD-023F-4E10-9A7E-BC0C9D78DF98}" dt="2021-02-22T10:38:14.256" v="1878"/>
          <ac:spMkLst>
            <pc:docMk/>
            <pc:sldMk cId="3073010302" sldId="2076137347"/>
            <ac:spMk id="5" creationId="{EB650BFA-6994-44D1-B2B7-A2B4051686C6}"/>
          </ac:spMkLst>
        </pc:spChg>
        <pc:spChg chg="mod">
          <ac:chgData name="Amilcar Jose Rodriguez Barrios" userId="efa7753a-59bf-44f0-ad53-c3388f48cff0" providerId="ADAL" clId="{ECC100FD-023F-4E10-9A7E-BC0C9D78DF98}" dt="2021-02-22T10:38:14.256" v="1878"/>
          <ac:spMkLst>
            <pc:docMk/>
            <pc:sldMk cId="3073010302" sldId="2076137347"/>
            <ac:spMk id="7" creationId="{C762D2B0-2698-4047-B55D-88DDB2617E1B}"/>
          </ac:spMkLst>
        </pc:spChg>
        <pc:spChg chg="mod">
          <ac:chgData name="Amilcar Jose Rodriguez Barrios" userId="efa7753a-59bf-44f0-ad53-c3388f48cff0" providerId="ADAL" clId="{ECC100FD-023F-4E10-9A7E-BC0C9D78DF98}" dt="2021-02-22T10:38:14.256" v="1878"/>
          <ac:spMkLst>
            <pc:docMk/>
            <pc:sldMk cId="3073010302" sldId="2076137347"/>
            <ac:spMk id="10" creationId="{F0B1A1A1-F752-46D0-BB95-EF17872C4A4C}"/>
          </ac:spMkLst>
        </pc:spChg>
        <pc:spChg chg="mod">
          <ac:chgData name="Amilcar Jose Rodriguez Barrios" userId="efa7753a-59bf-44f0-ad53-c3388f48cff0" providerId="ADAL" clId="{ECC100FD-023F-4E10-9A7E-BC0C9D78DF98}" dt="2021-02-22T10:38:14.256" v="1878"/>
          <ac:spMkLst>
            <pc:docMk/>
            <pc:sldMk cId="3073010302" sldId="2076137347"/>
            <ac:spMk id="11" creationId="{06A7BBF9-26EE-4512-8A92-21FE32D6A8E0}"/>
          </ac:spMkLst>
        </pc:spChg>
        <pc:spChg chg="add mod">
          <ac:chgData name="Amilcar Jose Rodriguez Barrios" userId="efa7753a-59bf-44f0-ad53-c3388f48cff0" providerId="ADAL" clId="{ECC100FD-023F-4E10-9A7E-BC0C9D78DF98}" dt="2021-02-22T10:39:13.320" v="1897" actId="1076"/>
          <ac:spMkLst>
            <pc:docMk/>
            <pc:sldMk cId="3073010302" sldId="2076137347"/>
            <ac:spMk id="12" creationId="{6DE3D6C2-F523-457A-8CC9-B5500145E2F9}"/>
          </ac:spMkLst>
        </pc:spChg>
        <pc:spChg chg="add mod">
          <ac:chgData name="Amilcar Jose Rodriguez Barrios" userId="efa7753a-59bf-44f0-ad53-c3388f48cff0" providerId="ADAL" clId="{ECC100FD-023F-4E10-9A7E-BC0C9D78DF98}" dt="2021-02-22T10:39:11.606" v="1896" actId="1076"/>
          <ac:spMkLst>
            <pc:docMk/>
            <pc:sldMk cId="3073010302" sldId="2076137347"/>
            <ac:spMk id="13" creationId="{C695EFEE-B3B1-4AF5-A57E-384FCAD64B10}"/>
          </ac:spMkLst>
        </pc:spChg>
        <pc:grpChg chg="add mod">
          <ac:chgData name="Amilcar Jose Rodriguez Barrios" userId="efa7753a-59bf-44f0-ad53-c3388f48cff0" providerId="ADAL" clId="{ECC100FD-023F-4E10-9A7E-BC0C9D78DF98}" dt="2021-02-22T10:38:14.256" v="1878"/>
          <ac:grpSpMkLst>
            <pc:docMk/>
            <pc:sldMk cId="3073010302" sldId="2076137347"/>
            <ac:grpSpMk id="3" creationId="{C8642538-2DB6-4783-BFE5-15E5619B624C}"/>
          </ac:grpSpMkLst>
        </pc:grpChg>
        <pc:grpChg chg="add mod">
          <ac:chgData name="Amilcar Jose Rodriguez Barrios" userId="efa7753a-59bf-44f0-ad53-c3388f48cff0" providerId="ADAL" clId="{ECC100FD-023F-4E10-9A7E-BC0C9D78DF98}" dt="2021-02-22T10:38:14.256" v="1878"/>
          <ac:grpSpMkLst>
            <pc:docMk/>
            <pc:sldMk cId="3073010302" sldId="2076137347"/>
            <ac:grpSpMk id="6" creationId="{392B2E69-53B7-46D8-9DFF-92E945EA2AAB}"/>
          </ac:grpSpMkLst>
        </pc:grpChg>
        <pc:grpChg chg="add mod">
          <ac:chgData name="Amilcar Jose Rodriguez Barrios" userId="efa7753a-59bf-44f0-ad53-c3388f48cff0" providerId="ADAL" clId="{ECC100FD-023F-4E10-9A7E-BC0C9D78DF98}" dt="2021-02-22T10:38:14.256" v="1878"/>
          <ac:grpSpMkLst>
            <pc:docMk/>
            <pc:sldMk cId="3073010302" sldId="2076137347"/>
            <ac:grpSpMk id="9" creationId="{7A9C9949-DDB6-4C5C-BA62-4E55DA01A359}"/>
          </ac:grpSpMkLst>
        </pc:grpChg>
        <pc:picChg chg="mod">
          <ac:chgData name="Amilcar Jose Rodriguez Barrios" userId="efa7753a-59bf-44f0-ad53-c3388f48cff0" providerId="ADAL" clId="{ECC100FD-023F-4E10-9A7E-BC0C9D78DF98}" dt="2021-02-22T10:38:14.256" v="1878"/>
          <ac:picMkLst>
            <pc:docMk/>
            <pc:sldMk cId="3073010302" sldId="2076137347"/>
            <ac:picMk id="8" creationId="{48F2A979-C1DA-4D62-A80D-D77DD4FF637A}"/>
          </ac:picMkLst>
        </pc:picChg>
        <pc:cxnChg chg="mod">
          <ac:chgData name="Amilcar Jose Rodriguez Barrios" userId="efa7753a-59bf-44f0-ad53-c3388f48cff0" providerId="ADAL" clId="{ECC100FD-023F-4E10-9A7E-BC0C9D78DF98}" dt="2021-02-22T10:38:14.256" v="1878"/>
          <ac:cxnSpMkLst>
            <pc:docMk/>
            <pc:sldMk cId="3073010302" sldId="2076137347"/>
            <ac:cxnSpMk id="4" creationId="{B02A1ABC-1BF9-48D9-A560-AFFED24BAEF8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2-22T10:39:49.527" v="1910" actId="1036"/>
        <pc:sldMkLst>
          <pc:docMk/>
          <pc:sldMk cId="1025152129" sldId="2076137348"/>
        </pc:sldMkLst>
        <pc:spChg chg="mod">
          <ac:chgData name="Amilcar Jose Rodriguez Barrios" userId="efa7753a-59bf-44f0-ad53-c3388f48cff0" providerId="ADAL" clId="{ECC100FD-023F-4E10-9A7E-BC0C9D78DF98}" dt="2021-02-22T10:38:15.191" v="1879"/>
          <ac:spMkLst>
            <pc:docMk/>
            <pc:sldMk cId="1025152129" sldId="2076137348"/>
            <ac:spMk id="4" creationId="{F912D44F-D8BF-49FD-9132-4A5CCA66CE54}"/>
          </ac:spMkLst>
        </pc:spChg>
        <pc:spChg chg="mod">
          <ac:chgData name="Amilcar Jose Rodriguez Barrios" userId="efa7753a-59bf-44f0-ad53-c3388f48cff0" providerId="ADAL" clId="{ECC100FD-023F-4E10-9A7E-BC0C9D78DF98}" dt="2021-02-22T10:38:15.191" v="1879"/>
          <ac:spMkLst>
            <pc:docMk/>
            <pc:sldMk cId="1025152129" sldId="2076137348"/>
            <ac:spMk id="6" creationId="{E1E199F5-80E1-4225-B975-B2AECBAC5D32}"/>
          </ac:spMkLst>
        </pc:spChg>
        <pc:spChg chg="mod">
          <ac:chgData name="Amilcar Jose Rodriguez Barrios" userId="efa7753a-59bf-44f0-ad53-c3388f48cff0" providerId="ADAL" clId="{ECC100FD-023F-4E10-9A7E-BC0C9D78DF98}" dt="2021-02-22T10:38:15.191" v="1879"/>
          <ac:spMkLst>
            <pc:docMk/>
            <pc:sldMk cId="1025152129" sldId="2076137348"/>
            <ac:spMk id="9" creationId="{9BC8093C-2B9E-4A2B-A1CB-EA0A6CE2F37E}"/>
          </ac:spMkLst>
        </pc:spChg>
        <pc:spChg chg="mod">
          <ac:chgData name="Amilcar Jose Rodriguez Barrios" userId="efa7753a-59bf-44f0-ad53-c3388f48cff0" providerId="ADAL" clId="{ECC100FD-023F-4E10-9A7E-BC0C9D78DF98}" dt="2021-02-22T10:38:15.191" v="1879"/>
          <ac:spMkLst>
            <pc:docMk/>
            <pc:sldMk cId="1025152129" sldId="2076137348"/>
            <ac:spMk id="10" creationId="{AAA51E65-F915-4C4C-9CA8-CD6541654FDE}"/>
          </ac:spMkLst>
        </pc:spChg>
        <pc:spChg chg="add mod">
          <ac:chgData name="Amilcar Jose Rodriguez Barrios" userId="efa7753a-59bf-44f0-ad53-c3388f48cff0" providerId="ADAL" clId="{ECC100FD-023F-4E10-9A7E-BC0C9D78DF98}" dt="2021-02-22T10:39:49.527" v="1910" actId="1036"/>
          <ac:spMkLst>
            <pc:docMk/>
            <pc:sldMk cId="1025152129" sldId="2076137348"/>
            <ac:spMk id="11" creationId="{1AD106B4-9922-4A19-868F-5A087DE85397}"/>
          </ac:spMkLst>
        </pc:spChg>
        <pc:spChg chg="add mod">
          <ac:chgData name="Amilcar Jose Rodriguez Barrios" userId="efa7753a-59bf-44f0-ad53-c3388f48cff0" providerId="ADAL" clId="{ECC100FD-023F-4E10-9A7E-BC0C9D78DF98}" dt="2021-02-22T10:39:43.971" v="1903" actId="1076"/>
          <ac:spMkLst>
            <pc:docMk/>
            <pc:sldMk cId="1025152129" sldId="2076137348"/>
            <ac:spMk id="12" creationId="{18B4CE2D-F97B-407C-82BB-BAF02D3D8DB5}"/>
          </ac:spMkLst>
        </pc:spChg>
        <pc:grpChg chg="add mod">
          <ac:chgData name="Amilcar Jose Rodriguez Barrios" userId="efa7753a-59bf-44f0-ad53-c3388f48cff0" providerId="ADAL" clId="{ECC100FD-023F-4E10-9A7E-BC0C9D78DF98}" dt="2021-02-22T10:38:15.191" v="1879"/>
          <ac:grpSpMkLst>
            <pc:docMk/>
            <pc:sldMk cId="1025152129" sldId="2076137348"/>
            <ac:grpSpMk id="2" creationId="{1C6BEF6C-BCB9-43FD-826D-0A3FB503CFDA}"/>
          </ac:grpSpMkLst>
        </pc:grpChg>
        <pc:grpChg chg="add mod">
          <ac:chgData name="Amilcar Jose Rodriguez Barrios" userId="efa7753a-59bf-44f0-ad53-c3388f48cff0" providerId="ADAL" clId="{ECC100FD-023F-4E10-9A7E-BC0C9D78DF98}" dt="2021-02-22T10:38:15.191" v="1879"/>
          <ac:grpSpMkLst>
            <pc:docMk/>
            <pc:sldMk cId="1025152129" sldId="2076137348"/>
            <ac:grpSpMk id="5" creationId="{48AFEADC-A5C0-4D1C-80E5-7058138D5058}"/>
          </ac:grpSpMkLst>
        </pc:grpChg>
        <pc:grpChg chg="add mod">
          <ac:chgData name="Amilcar Jose Rodriguez Barrios" userId="efa7753a-59bf-44f0-ad53-c3388f48cff0" providerId="ADAL" clId="{ECC100FD-023F-4E10-9A7E-BC0C9D78DF98}" dt="2021-02-22T10:38:15.191" v="1879"/>
          <ac:grpSpMkLst>
            <pc:docMk/>
            <pc:sldMk cId="1025152129" sldId="2076137348"/>
            <ac:grpSpMk id="8" creationId="{AC624378-6A3C-4DC5-A8C7-BDFDC0CBB80C}"/>
          </ac:grpSpMkLst>
        </pc:grpChg>
        <pc:picChg chg="mod">
          <ac:chgData name="Amilcar Jose Rodriguez Barrios" userId="efa7753a-59bf-44f0-ad53-c3388f48cff0" providerId="ADAL" clId="{ECC100FD-023F-4E10-9A7E-BC0C9D78DF98}" dt="2021-02-22T10:38:15.191" v="1879"/>
          <ac:picMkLst>
            <pc:docMk/>
            <pc:sldMk cId="1025152129" sldId="2076137348"/>
            <ac:picMk id="7" creationId="{63874307-06D5-463E-8ED1-CA17A099DEF3}"/>
          </ac:picMkLst>
        </pc:picChg>
        <pc:cxnChg chg="mod">
          <ac:chgData name="Amilcar Jose Rodriguez Barrios" userId="efa7753a-59bf-44f0-ad53-c3388f48cff0" providerId="ADAL" clId="{ECC100FD-023F-4E10-9A7E-BC0C9D78DF98}" dt="2021-02-22T10:38:15.191" v="1879"/>
          <ac:cxnSpMkLst>
            <pc:docMk/>
            <pc:sldMk cId="1025152129" sldId="2076137348"/>
            <ac:cxnSpMk id="3" creationId="{00A57E6F-45CA-4385-9C8C-8270B07C1D0C}"/>
          </ac:cxnSpMkLst>
        </pc:cxnChg>
      </pc:sldChg>
      <pc:sldChg chg="new del">
        <pc:chgData name="Amilcar Jose Rodriguez Barrios" userId="efa7753a-59bf-44f0-ad53-c3388f48cff0" providerId="ADAL" clId="{ECC100FD-023F-4E10-9A7E-BC0C9D78DF98}" dt="2021-02-22T10:37:56.701" v="1875" actId="47"/>
        <pc:sldMkLst>
          <pc:docMk/>
          <pc:sldMk cId="2533089799" sldId="2076137348"/>
        </pc:sldMkLst>
      </pc:sldChg>
      <pc:sldChg chg="addSp modSp add mod ord">
        <pc:chgData name="Amilcar Jose Rodriguez Barrios" userId="efa7753a-59bf-44f0-ad53-c3388f48cff0" providerId="ADAL" clId="{ECC100FD-023F-4E10-9A7E-BC0C9D78DF98}" dt="2021-02-22T10:38:51.632" v="1891"/>
        <pc:sldMkLst>
          <pc:docMk/>
          <pc:sldMk cId="614164637" sldId="2076137349"/>
        </pc:sldMkLst>
        <pc:spChg chg="mod">
          <ac:chgData name="Amilcar Jose Rodriguez Barrios" userId="efa7753a-59bf-44f0-ad53-c3388f48cff0" providerId="ADAL" clId="{ECC100FD-023F-4E10-9A7E-BC0C9D78DF98}" dt="2021-02-22T10:38:15.902" v="1880"/>
          <ac:spMkLst>
            <pc:docMk/>
            <pc:sldMk cId="614164637" sldId="2076137349"/>
            <ac:spMk id="4" creationId="{4DFE4C45-EDA5-45E1-847C-39B7313D45B1}"/>
          </ac:spMkLst>
        </pc:spChg>
        <pc:spChg chg="mod">
          <ac:chgData name="Amilcar Jose Rodriguez Barrios" userId="efa7753a-59bf-44f0-ad53-c3388f48cff0" providerId="ADAL" clId="{ECC100FD-023F-4E10-9A7E-BC0C9D78DF98}" dt="2021-02-22T10:38:15.902" v="1880"/>
          <ac:spMkLst>
            <pc:docMk/>
            <pc:sldMk cId="614164637" sldId="2076137349"/>
            <ac:spMk id="6" creationId="{1B1B4958-4D58-4A04-A13E-4A181BBDA5B7}"/>
          </ac:spMkLst>
        </pc:spChg>
        <pc:spChg chg="mod">
          <ac:chgData name="Amilcar Jose Rodriguez Barrios" userId="efa7753a-59bf-44f0-ad53-c3388f48cff0" providerId="ADAL" clId="{ECC100FD-023F-4E10-9A7E-BC0C9D78DF98}" dt="2021-02-22T10:38:15.902" v="1880"/>
          <ac:spMkLst>
            <pc:docMk/>
            <pc:sldMk cId="614164637" sldId="2076137349"/>
            <ac:spMk id="9" creationId="{376E98D6-4945-48D3-99FF-5017F4E1408E}"/>
          </ac:spMkLst>
        </pc:spChg>
        <pc:spChg chg="mod">
          <ac:chgData name="Amilcar Jose Rodriguez Barrios" userId="efa7753a-59bf-44f0-ad53-c3388f48cff0" providerId="ADAL" clId="{ECC100FD-023F-4E10-9A7E-BC0C9D78DF98}" dt="2021-02-22T10:38:15.902" v="1880"/>
          <ac:spMkLst>
            <pc:docMk/>
            <pc:sldMk cId="614164637" sldId="2076137349"/>
            <ac:spMk id="10" creationId="{29043ADF-C3E8-45DB-986F-599D9B4C0ECF}"/>
          </ac:spMkLst>
        </pc:spChg>
        <pc:spChg chg="add mod">
          <ac:chgData name="Amilcar Jose Rodriguez Barrios" userId="efa7753a-59bf-44f0-ad53-c3388f48cff0" providerId="ADAL" clId="{ECC100FD-023F-4E10-9A7E-BC0C9D78DF98}" dt="2021-02-22T10:38:39.548" v="1889" actId="1076"/>
          <ac:spMkLst>
            <pc:docMk/>
            <pc:sldMk cId="614164637" sldId="2076137349"/>
            <ac:spMk id="11" creationId="{DEF097B6-4BC9-49BA-AF2F-6C221259F323}"/>
          </ac:spMkLst>
        </pc:spChg>
        <pc:spChg chg="add mod">
          <ac:chgData name="Amilcar Jose Rodriguez Barrios" userId="efa7753a-59bf-44f0-ad53-c3388f48cff0" providerId="ADAL" clId="{ECC100FD-023F-4E10-9A7E-BC0C9D78DF98}" dt="2021-02-22T10:38:37.923" v="1888" actId="1076"/>
          <ac:spMkLst>
            <pc:docMk/>
            <pc:sldMk cId="614164637" sldId="2076137349"/>
            <ac:spMk id="12" creationId="{A4FE7A68-3E06-4D23-9CF2-90394695623A}"/>
          </ac:spMkLst>
        </pc:spChg>
        <pc:grpChg chg="add mod">
          <ac:chgData name="Amilcar Jose Rodriguez Barrios" userId="efa7753a-59bf-44f0-ad53-c3388f48cff0" providerId="ADAL" clId="{ECC100FD-023F-4E10-9A7E-BC0C9D78DF98}" dt="2021-02-22T10:38:15.902" v="1880"/>
          <ac:grpSpMkLst>
            <pc:docMk/>
            <pc:sldMk cId="614164637" sldId="2076137349"/>
            <ac:grpSpMk id="2" creationId="{5D95503A-90C9-446B-8602-16D7B5003C6F}"/>
          </ac:grpSpMkLst>
        </pc:grpChg>
        <pc:grpChg chg="add mod">
          <ac:chgData name="Amilcar Jose Rodriguez Barrios" userId="efa7753a-59bf-44f0-ad53-c3388f48cff0" providerId="ADAL" clId="{ECC100FD-023F-4E10-9A7E-BC0C9D78DF98}" dt="2021-02-22T10:38:15.902" v="1880"/>
          <ac:grpSpMkLst>
            <pc:docMk/>
            <pc:sldMk cId="614164637" sldId="2076137349"/>
            <ac:grpSpMk id="5" creationId="{7000F522-B94F-4157-B7DB-14E5376BD05A}"/>
          </ac:grpSpMkLst>
        </pc:grpChg>
        <pc:grpChg chg="add mod">
          <ac:chgData name="Amilcar Jose Rodriguez Barrios" userId="efa7753a-59bf-44f0-ad53-c3388f48cff0" providerId="ADAL" clId="{ECC100FD-023F-4E10-9A7E-BC0C9D78DF98}" dt="2021-02-22T10:38:15.902" v="1880"/>
          <ac:grpSpMkLst>
            <pc:docMk/>
            <pc:sldMk cId="614164637" sldId="2076137349"/>
            <ac:grpSpMk id="8" creationId="{1F6FAB10-B17D-4173-93DA-AE2DBB30CFE7}"/>
          </ac:grpSpMkLst>
        </pc:grpChg>
        <pc:picChg chg="mod">
          <ac:chgData name="Amilcar Jose Rodriguez Barrios" userId="efa7753a-59bf-44f0-ad53-c3388f48cff0" providerId="ADAL" clId="{ECC100FD-023F-4E10-9A7E-BC0C9D78DF98}" dt="2021-02-22T10:38:15.902" v="1880"/>
          <ac:picMkLst>
            <pc:docMk/>
            <pc:sldMk cId="614164637" sldId="2076137349"/>
            <ac:picMk id="7" creationId="{0976CF68-C6C3-40CD-A593-CFD9B06406EF}"/>
          </ac:picMkLst>
        </pc:picChg>
        <pc:cxnChg chg="mod">
          <ac:chgData name="Amilcar Jose Rodriguez Barrios" userId="efa7753a-59bf-44f0-ad53-c3388f48cff0" providerId="ADAL" clId="{ECC100FD-023F-4E10-9A7E-BC0C9D78DF98}" dt="2021-02-22T10:38:15.902" v="1880"/>
          <ac:cxnSpMkLst>
            <pc:docMk/>
            <pc:sldMk cId="614164637" sldId="2076137349"/>
            <ac:cxnSpMk id="3" creationId="{BC2546B6-0837-49D4-8EDD-228CDE540976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0:40:33.474" v="1920" actId="1076"/>
        <pc:sldMkLst>
          <pc:docMk/>
          <pc:sldMk cId="532207030" sldId="2076137350"/>
        </pc:sldMkLst>
        <pc:spChg chg="del">
          <ac:chgData name="Amilcar Jose Rodriguez Barrios" userId="efa7753a-59bf-44f0-ad53-c3388f48cff0" providerId="ADAL" clId="{ECC100FD-023F-4E10-9A7E-BC0C9D78DF98}" dt="2021-02-22T10:40:08.958" v="1912" actId="478"/>
          <ac:spMkLst>
            <pc:docMk/>
            <pc:sldMk cId="532207030" sldId="2076137350"/>
            <ac:spMk id="2" creationId="{E21CE22A-3BED-452F-9B1A-B1C99B12A6A7}"/>
          </ac:spMkLst>
        </pc:spChg>
        <pc:spChg chg="mod">
          <ac:chgData name="Amilcar Jose Rodriguez Barrios" userId="efa7753a-59bf-44f0-ad53-c3388f48cff0" providerId="ADAL" clId="{ECC100FD-023F-4E10-9A7E-BC0C9D78DF98}" dt="2021-02-22T10:40:15.438" v="1913"/>
          <ac:spMkLst>
            <pc:docMk/>
            <pc:sldMk cId="532207030" sldId="2076137350"/>
            <ac:spMk id="5" creationId="{3AEDBDCB-6B0E-4016-AF9A-1B4F08B45230}"/>
          </ac:spMkLst>
        </pc:spChg>
        <pc:spChg chg="mod">
          <ac:chgData name="Amilcar Jose Rodriguez Barrios" userId="efa7753a-59bf-44f0-ad53-c3388f48cff0" providerId="ADAL" clId="{ECC100FD-023F-4E10-9A7E-BC0C9D78DF98}" dt="2021-02-22T10:40:15.438" v="1913"/>
          <ac:spMkLst>
            <pc:docMk/>
            <pc:sldMk cId="532207030" sldId="2076137350"/>
            <ac:spMk id="7" creationId="{877C70B7-2765-4758-9B2B-D8F8B2072F1E}"/>
          </ac:spMkLst>
        </pc:spChg>
        <pc:spChg chg="mod">
          <ac:chgData name="Amilcar Jose Rodriguez Barrios" userId="efa7753a-59bf-44f0-ad53-c3388f48cff0" providerId="ADAL" clId="{ECC100FD-023F-4E10-9A7E-BC0C9D78DF98}" dt="2021-02-22T10:40:15.438" v="1913"/>
          <ac:spMkLst>
            <pc:docMk/>
            <pc:sldMk cId="532207030" sldId="2076137350"/>
            <ac:spMk id="10" creationId="{425AF4F5-2097-4BCD-A420-8571E16A2996}"/>
          </ac:spMkLst>
        </pc:spChg>
        <pc:spChg chg="mod">
          <ac:chgData name="Amilcar Jose Rodriguez Barrios" userId="efa7753a-59bf-44f0-ad53-c3388f48cff0" providerId="ADAL" clId="{ECC100FD-023F-4E10-9A7E-BC0C9D78DF98}" dt="2021-02-22T10:40:15.438" v="1913"/>
          <ac:spMkLst>
            <pc:docMk/>
            <pc:sldMk cId="532207030" sldId="2076137350"/>
            <ac:spMk id="11" creationId="{D7154624-B6AE-4F7F-80B0-B4BE5D28FE2E}"/>
          </ac:spMkLst>
        </pc:spChg>
        <pc:spChg chg="add mod">
          <ac:chgData name="Amilcar Jose Rodriguez Barrios" userId="efa7753a-59bf-44f0-ad53-c3388f48cff0" providerId="ADAL" clId="{ECC100FD-023F-4E10-9A7E-BC0C9D78DF98}" dt="2021-02-22T10:40:33.474" v="1920" actId="1076"/>
          <ac:spMkLst>
            <pc:docMk/>
            <pc:sldMk cId="532207030" sldId="2076137350"/>
            <ac:spMk id="12" creationId="{4ACD3AC4-FA7F-42DB-A2C8-14E7FA7CF63E}"/>
          </ac:spMkLst>
        </pc:spChg>
        <pc:spChg chg="add mod">
          <ac:chgData name="Amilcar Jose Rodriguez Barrios" userId="efa7753a-59bf-44f0-ad53-c3388f48cff0" providerId="ADAL" clId="{ECC100FD-023F-4E10-9A7E-BC0C9D78DF98}" dt="2021-02-22T10:40:30.449" v="1918" actId="1076"/>
          <ac:spMkLst>
            <pc:docMk/>
            <pc:sldMk cId="532207030" sldId="2076137350"/>
            <ac:spMk id="13" creationId="{77DB3636-D33F-493C-97CB-5BD98FA3FB1F}"/>
          </ac:spMkLst>
        </pc:spChg>
        <pc:grpChg chg="add mod">
          <ac:chgData name="Amilcar Jose Rodriguez Barrios" userId="efa7753a-59bf-44f0-ad53-c3388f48cff0" providerId="ADAL" clId="{ECC100FD-023F-4E10-9A7E-BC0C9D78DF98}" dt="2021-02-22T10:40:15.438" v="1913"/>
          <ac:grpSpMkLst>
            <pc:docMk/>
            <pc:sldMk cId="532207030" sldId="2076137350"/>
            <ac:grpSpMk id="3" creationId="{5D527C74-D050-49E3-9395-D68B1A2328A6}"/>
          </ac:grpSpMkLst>
        </pc:grpChg>
        <pc:grpChg chg="add mod">
          <ac:chgData name="Amilcar Jose Rodriguez Barrios" userId="efa7753a-59bf-44f0-ad53-c3388f48cff0" providerId="ADAL" clId="{ECC100FD-023F-4E10-9A7E-BC0C9D78DF98}" dt="2021-02-22T10:40:15.438" v="1913"/>
          <ac:grpSpMkLst>
            <pc:docMk/>
            <pc:sldMk cId="532207030" sldId="2076137350"/>
            <ac:grpSpMk id="6" creationId="{A7CA3550-A689-4E55-924A-24E30BB52268}"/>
          </ac:grpSpMkLst>
        </pc:grpChg>
        <pc:grpChg chg="add mod">
          <ac:chgData name="Amilcar Jose Rodriguez Barrios" userId="efa7753a-59bf-44f0-ad53-c3388f48cff0" providerId="ADAL" clId="{ECC100FD-023F-4E10-9A7E-BC0C9D78DF98}" dt="2021-02-22T10:40:15.438" v="1913"/>
          <ac:grpSpMkLst>
            <pc:docMk/>
            <pc:sldMk cId="532207030" sldId="2076137350"/>
            <ac:grpSpMk id="9" creationId="{F0A1A9B0-6B31-4BDD-B649-5D87979AD209}"/>
          </ac:grpSpMkLst>
        </pc:grpChg>
        <pc:picChg chg="mod">
          <ac:chgData name="Amilcar Jose Rodriguez Barrios" userId="efa7753a-59bf-44f0-ad53-c3388f48cff0" providerId="ADAL" clId="{ECC100FD-023F-4E10-9A7E-BC0C9D78DF98}" dt="2021-02-22T10:40:15.438" v="1913"/>
          <ac:picMkLst>
            <pc:docMk/>
            <pc:sldMk cId="532207030" sldId="2076137350"/>
            <ac:picMk id="8" creationId="{67B96161-6E62-4CF7-8840-A35AFC197EA9}"/>
          </ac:picMkLst>
        </pc:picChg>
        <pc:cxnChg chg="mod">
          <ac:chgData name="Amilcar Jose Rodriguez Barrios" userId="efa7753a-59bf-44f0-ad53-c3388f48cff0" providerId="ADAL" clId="{ECC100FD-023F-4E10-9A7E-BC0C9D78DF98}" dt="2021-02-22T10:40:15.438" v="1913"/>
          <ac:cxnSpMkLst>
            <pc:docMk/>
            <pc:sldMk cId="532207030" sldId="2076137350"/>
            <ac:cxnSpMk id="4" creationId="{774CDFCC-A8A3-4CEE-8384-1C95485AE960}"/>
          </ac:cxnSpMkLst>
        </pc:cxnChg>
      </pc:sldChg>
      <pc:sldChg chg="addSp delSp modSp new del mod">
        <pc:chgData name="Amilcar Jose Rodriguez Barrios" userId="efa7753a-59bf-44f0-ad53-c3388f48cff0" providerId="ADAL" clId="{ECC100FD-023F-4E10-9A7E-BC0C9D78DF98}" dt="2021-02-22T11:37:12.096" v="2054" actId="47"/>
        <pc:sldMkLst>
          <pc:docMk/>
          <pc:sldMk cId="2085392804" sldId="2076137351"/>
        </pc:sldMkLst>
        <pc:spChg chg="del">
          <ac:chgData name="Amilcar Jose Rodriguez Barrios" userId="efa7753a-59bf-44f0-ad53-c3388f48cff0" providerId="ADAL" clId="{ECC100FD-023F-4E10-9A7E-BC0C9D78DF98}" dt="2021-02-22T10:40:40.795" v="1922" actId="478"/>
          <ac:spMkLst>
            <pc:docMk/>
            <pc:sldMk cId="2085392804" sldId="2076137351"/>
            <ac:spMk id="2" creationId="{FC8DFA6D-D373-495A-A5B0-A3995C216A3E}"/>
          </ac:spMkLst>
        </pc:spChg>
        <pc:spChg chg="mod">
          <ac:chgData name="Amilcar Jose Rodriguez Barrios" userId="efa7753a-59bf-44f0-ad53-c3388f48cff0" providerId="ADAL" clId="{ECC100FD-023F-4E10-9A7E-BC0C9D78DF98}" dt="2021-02-22T10:40:45.506" v="1923"/>
          <ac:spMkLst>
            <pc:docMk/>
            <pc:sldMk cId="2085392804" sldId="2076137351"/>
            <ac:spMk id="5" creationId="{982B451D-6B74-43EB-8A44-4A360FCD09FA}"/>
          </ac:spMkLst>
        </pc:spChg>
        <pc:spChg chg="mod">
          <ac:chgData name="Amilcar Jose Rodriguez Barrios" userId="efa7753a-59bf-44f0-ad53-c3388f48cff0" providerId="ADAL" clId="{ECC100FD-023F-4E10-9A7E-BC0C9D78DF98}" dt="2021-02-22T10:40:45.506" v="1923"/>
          <ac:spMkLst>
            <pc:docMk/>
            <pc:sldMk cId="2085392804" sldId="2076137351"/>
            <ac:spMk id="7" creationId="{97361E47-91A1-46B6-9660-A40D8AA9B471}"/>
          </ac:spMkLst>
        </pc:spChg>
        <pc:spChg chg="mod">
          <ac:chgData name="Amilcar Jose Rodriguez Barrios" userId="efa7753a-59bf-44f0-ad53-c3388f48cff0" providerId="ADAL" clId="{ECC100FD-023F-4E10-9A7E-BC0C9D78DF98}" dt="2021-02-22T10:40:45.506" v="1923"/>
          <ac:spMkLst>
            <pc:docMk/>
            <pc:sldMk cId="2085392804" sldId="2076137351"/>
            <ac:spMk id="10" creationId="{416C76D3-0CF5-4926-9B4A-A83109FC1496}"/>
          </ac:spMkLst>
        </pc:spChg>
        <pc:spChg chg="mod">
          <ac:chgData name="Amilcar Jose Rodriguez Barrios" userId="efa7753a-59bf-44f0-ad53-c3388f48cff0" providerId="ADAL" clId="{ECC100FD-023F-4E10-9A7E-BC0C9D78DF98}" dt="2021-02-22T10:40:45.506" v="1923"/>
          <ac:spMkLst>
            <pc:docMk/>
            <pc:sldMk cId="2085392804" sldId="2076137351"/>
            <ac:spMk id="11" creationId="{C0E4874F-7DF0-47CE-AC37-AAE67665F9B1}"/>
          </ac:spMkLst>
        </pc:spChg>
        <pc:grpChg chg="add mod">
          <ac:chgData name="Amilcar Jose Rodriguez Barrios" userId="efa7753a-59bf-44f0-ad53-c3388f48cff0" providerId="ADAL" clId="{ECC100FD-023F-4E10-9A7E-BC0C9D78DF98}" dt="2021-02-22T10:40:45.506" v="1923"/>
          <ac:grpSpMkLst>
            <pc:docMk/>
            <pc:sldMk cId="2085392804" sldId="2076137351"/>
            <ac:grpSpMk id="3" creationId="{B70C477C-B89B-43EE-BEF3-F284882B0164}"/>
          </ac:grpSpMkLst>
        </pc:grpChg>
        <pc:grpChg chg="add mod">
          <ac:chgData name="Amilcar Jose Rodriguez Barrios" userId="efa7753a-59bf-44f0-ad53-c3388f48cff0" providerId="ADAL" clId="{ECC100FD-023F-4E10-9A7E-BC0C9D78DF98}" dt="2021-02-22T10:40:45.506" v="1923"/>
          <ac:grpSpMkLst>
            <pc:docMk/>
            <pc:sldMk cId="2085392804" sldId="2076137351"/>
            <ac:grpSpMk id="6" creationId="{71749495-CC6B-4D60-AA3C-CDF3C960C7E6}"/>
          </ac:grpSpMkLst>
        </pc:grpChg>
        <pc:grpChg chg="add mod">
          <ac:chgData name="Amilcar Jose Rodriguez Barrios" userId="efa7753a-59bf-44f0-ad53-c3388f48cff0" providerId="ADAL" clId="{ECC100FD-023F-4E10-9A7E-BC0C9D78DF98}" dt="2021-02-22T10:40:45.506" v="1923"/>
          <ac:grpSpMkLst>
            <pc:docMk/>
            <pc:sldMk cId="2085392804" sldId="2076137351"/>
            <ac:grpSpMk id="9" creationId="{F21C217D-B38D-4877-A3D1-0ACE2369AA9C}"/>
          </ac:grpSpMkLst>
        </pc:grpChg>
        <pc:picChg chg="mod">
          <ac:chgData name="Amilcar Jose Rodriguez Barrios" userId="efa7753a-59bf-44f0-ad53-c3388f48cff0" providerId="ADAL" clId="{ECC100FD-023F-4E10-9A7E-BC0C9D78DF98}" dt="2021-02-22T10:40:45.506" v="1923"/>
          <ac:picMkLst>
            <pc:docMk/>
            <pc:sldMk cId="2085392804" sldId="2076137351"/>
            <ac:picMk id="8" creationId="{58FDDAE9-28E6-4834-9F3F-CF7DDE02551A}"/>
          </ac:picMkLst>
        </pc:picChg>
        <pc:cxnChg chg="mod">
          <ac:chgData name="Amilcar Jose Rodriguez Barrios" userId="efa7753a-59bf-44f0-ad53-c3388f48cff0" providerId="ADAL" clId="{ECC100FD-023F-4E10-9A7E-BC0C9D78DF98}" dt="2021-02-22T10:40:45.506" v="1923"/>
          <ac:cxnSpMkLst>
            <pc:docMk/>
            <pc:sldMk cId="2085392804" sldId="2076137351"/>
            <ac:cxnSpMk id="4" creationId="{93332A36-A071-4DE4-8B3B-E9CCC77803B1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1:31:50.458" v="1952" actId="207"/>
        <pc:sldMkLst>
          <pc:docMk/>
          <pc:sldMk cId="2166155548" sldId="2076137352"/>
        </pc:sldMkLst>
        <pc:spChg chg="del">
          <ac:chgData name="Amilcar Jose Rodriguez Barrios" userId="efa7753a-59bf-44f0-ad53-c3388f48cff0" providerId="ADAL" clId="{ECC100FD-023F-4E10-9A7E-BC0C9D78DF98}" dt="2021-02-22T11:30:35.497" v="1925" actId="478"/>
          <ac:spMkLst>
            <pc:docMk/>
            <pc:sldMk cId="2166155548" sldId="2076137352"/>
            <ac:spMk id="2" creationId="{AD69491B-DD90-468B-B9D7-A15C92476C07}"/>
          </ac:spMkLst>
        </pc:spChg>
        <pc:spChg chg="mod">
          <ac:chgData name="Amilcar Jose Rodriguez Barrios" userId="efa7753a-59bf-44f0-ad53-c3388f48cff0" providerId="ADAL" clId="{ECC100FD-023F-4E10-9A7E-BC0C9D78DF98}" dt="2021-02-22T11:30:47.227" v="1926"/>
          <ac:spMkLst>
            <pc:docMk/>
            <pc:sldMk cId="2166155548" sldId="2076137352"/>
            <ac:spMk id="4" creationId="{61FA52A8-419C-4C19-A631-F1C36F637469}"/>
          </ac:spMkLst>
        </pc:spChg>
        <pc:spChg chg="mod">
          <ac:chgData name="Amilcar Jose Rodriguez Barrios" userId="efa7753a-59bf-44f0-ad53-c3388f48cff0" providerId="ADAL" clId="{ECC100FD-023F-4E10-9A7E-BC0C9D78DF98}" dt="2021-02-22T11:30:55.414" v="1949" actId="20577"/>
          <ac:spMkLst>
            <pc:docMk/>
            <pc:sldMk cId="2166155548" sldId="2076137352"/>
            <ac:spMk id="5" creationId="{C2671985-720F-46E7-AD59-AC11F7E29BB0}"/>
          </ac:spMkLst>
        </pc:spChg>
        <pc:spChg chg="mod">
          <ac:chgData name="Amilcar Jose Rodriguez Barrios" userId="efa7753a-59bf-44f0-ad53-c3388f48cff0" providerId="ADAL" clId="{ECC100FD-023F-4E10-9A7E-BC0C9D78DF98}" dt="2021-02-22T11:30:47.227" v="1926"/>
          <ac:spMkLst>
            <pc:docMk/>
            <pc:sldMk cId="2166155548" sldId="2076137352"/>
            <ac:spMk id="8" creationId="{F26149AF-54DA-4CB8-83CF-0C11B0F02165}"/>
          </ac:spMkLst>
        </pc:spChg>
        <pc:spChg chg="mod">
          <ac:chgData name="Amilcar Jose Rodriguez Barrios" userId="efa7753a-59bf-44f0-ad53-c3388f48cff0" providerId="ADAL" clId="{ECC100FD-023F-4E10-9A7E-BC0C9D78DF98}" dt="2021-02-22T11:30:47.227" v="1926"/>
          <ac:spMkLst>
            <pc:docMk/>
            <pc:sldMk cId="2166155548" sldId="2076137352"/>
            <ac:spMk id="10" creationId="{715CA767-0684-4B08-9983-685E82EBE26B}"/>
          </ac:spMkLst>
        </pc:spChg>
        <pc:spChg chg="add mod">
          <ac:chgData name="Amilcar Jose Rodriguez Barrios" userId="efa7753a-59bf-44f0-ad53-c3388f48cff0" providerId="ADAL" clId="{ECC100FD-023F-4E10-9A7E-BC0C9D78DF98}" dt="2021-02-22T11:30:47.227" v="1926"/>
          <ac:spMkLst>
            <pc:docMk/>
            <pc:sldMk cId="2166155548" sldId="2076137352"/>
            <ac:spMk id="12" creationId="{00D27843-A09F-4D38-BA40-A54C6BA27657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3" creationId="{6FF0AABD-8902-4891-B530-A86CB8F60393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4" creationId="{8347D3A5-D4D0-42C7-88AB-42A7266CCF33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5" creationId="{1760BEC2-CF27-4BE5-ACC0-B06E893C4821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6" creationId="{D8A316DE-02B5-4C27-8552-CF5579944A43}"/>
          </ac:spMkLst>
        </pc:spChg>
        <pc:spChg chg="add mod">
          <ac:chgData name="Amilcar Jose Rodriguez Barrios" userId="efa7753a-59bf-44f0-ad53-c3388f48cff0" providerId="ADAL" clId="{ECC100FD-023F-4E10-9A7E-BC0C9D78DF98}" dt="2021-02-22T11:31:50.458" v="1952" actId="207"/>
          <ac:spMkLst>
            <pc:docMk/>
            <pc:sldMk cId="2166155548" sldId="2076137352"/>
            <ac:spMk id="17" creationId="{20310DD9-6E2A-41CA-98F3-7983C0AF3CAA}"/>
          </ac:spMkLst>
        </pc:spChg>
        <pc:spChg chg="add mod">
          <ac:chgData name="Amilcar Jose Rodriguez Barrios" userId="efa7753a-59bf-44f0-ad53-c3388f48cff0" providerId="ADAL" clId="{ECC100FD-023F-4E10-9A7E-BC0C9D78DF98}" dt="2021-02-22T11:31:50.458" v="1952" actId="207"/>
          <ac:spMkLst>
            <pc:docMk/>
            <pc:sldMk cId="2166155548" sldId="2076137352"/>
            <ac:spMk id="18" creationId="{B8882BFC-2CAF-4CED-A8F5-CD2827CF2C52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9" creationId="{C82A6ADD-F04B-4265-96B6-6BF34CA4EC89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0" creationId="{78174F95-7C6E-44DA-9098-E2DB566AA704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1" creationId="{97550D9B-8EC2-4A15-939C-C2ADE9DC73FA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2" creationId="{CF4B163D-A9F2-4169-B243-ED63520E50CB}"/>
          </ac:spMkLst>
        </pc:spChg>
        <pc:spChg chg="add mod">
          <ac:chgData name="Amilcar Jose Rodriguez Barrios" userId="efa7753a-59bf-44f0-ad53-c3388f48cff0" providerId="ADAL" clId="{ECC100FD-023F-4E10-9A7E-BC0C9D78DF98}" dt="2021-02-22T11:31:50.458" v="1952" actId="207"/>
          <ac:spMkLst>
            <pc:docMk/>
            <pc:sldMk cId="2166155548" sldId="2076137352"/>
            <ac:spMk id="23" creationId="{9A3D1B32-74DB-4129-A9B5-5564058B166C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4" creationId="{88AB8AB7-9461-4014-B9C5-98AF55603086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5" creationId="{52AB39E3-583A-4699-B9D0-47FCBFA98639}"/>
          </ac:spMkLst>
        </pc:spChg>
        <pc:spChg chg="add mod">
          <ac:chgData name="Amilcar Jose Rodriguez Barrios" userId="efa7753a-59bf-44f0-ad53-c3388f48cff0" providerId="ADAL" clId="{ECC100FD-023F-4E10-9A7E-BC0C9D78DF98}" dt="2021-02-22T11:31:50.458" v="1952" actId="207"/>
          <ac:spMkLst>
            <pc:docMk/>
            <pc:sldMk cId="2166155548" sldId="2076137352"/>
            <ac:spMk id="26" creationId="{A7A4521D-2F7A-47E6-A913-60E42340C82B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7" creationId="{5DFC5141-6C72-4502-ABDA-A3D6444AEB13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8" creationId="{8986FA65-BC53-4761-81C3-D901DD50A4E2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9" creationId="{2F0C6712-5A99-4813-8AB2-2F884E1BF222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30" creationId="{963AF78A-0517-4729-A52C-5F25C3327B3B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31" creationId="{30463551-05EC-4B0C-9B93-935B844A3A42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32" creationId="{958C8C7B-01EE-4B57-A05A-9E679627DF8D}"/>
          </ac:spMkLst>
        </pc:spChg>
        <pc:grpChg chg="add mod">
          <ac:chgData name="Amilcar Jose Rodriguez Barrios" userId="efa7753a-59bf-44f0-ad53-c3388f48cff0" providerId="ADAL" clId="{ECC100FD-023F-4E10-9A7E-BC0C9D78DF98}" dt="2021-02-22T11:30:47.227" v="1926"/>
          <ac:grpSpMkLst>
            <pc:docMk/>
            <pc:sldMk cId="2166155548" sldId="2076137352"/>
            <ac:grpSpMk id="3" creationId="{CDD7E06C-1D99-4C30-9148-7CCF33B2281F}"/>
          </ac:grpSpMkLst>
        </pc:grpChg>
        <pc:grpChg chg="add mod">
          <ac:chgData name="Amilcar Jose Rodriguez Barrios" userId="efa7753a-59bf-44f0-ad53-c3388f48cff0" providerId="ADAL" clId="{ECC100FD-023F-4E10-9A7E-BC0C9D78DF98}" dt="2021-02-22T11:30:47.227" v="1926"/>
          <ac:grpSpMkLst>
            <pc:docMk/>
            <pc:sldMk cId="2166155548" sldId="2076137352"/>
            <ac:grpSpMk id="6" creationId="{3D3469DF-FCCD-474E-B198-5AABC74D2893}"/>
          </ac:grpSpMkLst>
        </pc:grpChg>
        <pc:grpChg chg="add mod">
          <ac:chgData name="Amilcar Jose Rodriguez Barrios" userId="efa7753a-59bf-44f0-ad53-c3388f48cff0" providerId="ADAL" clId="{ECC100FD-023F-4E10-9A7E-BC0C9D78DF98}" dt="2021-02-22T11:30:47.227" v="1926"/>
          <ac:grpSpMkLst>
            <pc:docMk/>
            <pc:sldMk cId="2166155548" sldId="2076137352"/>
            <ac:grpSpMk id="9" creationId="{E6DE1C2A-55DB-4466-ABC1-65230640D4FB}"/>
          </ac:grpSpMkLst>
        </pc:grpChg>
        <pc:picChg chg="mod">
          <ac:chgData name="Amilcar Jose Rodriguez Barrios" userId="efa7753a-59bf-44f0-ad53-c3388f48cff0" providerId="ADAL" clId="{ECC100FD-023F-4E10-9A7E-BC0C9D78DF98}" dt="2021-02-22T11:30:47.227" v="1926"/>
          <ac:picMkLst>
            <pc:docMk/>
            <pc:sldMk cId="2166155548" sldId="2076137352"/>
            <ac:picMk id="11" creationId="{F9543ABF-F4DD-4A34-8168-3993434CD709}"/>
          </ac:picMkLst>
        </pc:picChg>
        <pc:cxnChg chg="mod">
          <ac:chgData name="Amilcar Jose Rodriguez Barrios" userId="efa7753a-59bf-44f0-ad53-c3388f48cff0" providerId="ADAL" clId="{ECC100FD-023F-4E10-9A7E-BC0C9D78DF98}" dt="2021-02-22T11:30:47.227" v="1926"/>
          <ac:cxnSpMkLst>
            <pc:docMk/>
            <pc:sldMk cId="2166155548" sldId="2076137352"/>
            <ac:cxnSpMk id="7" creationId="{C221435E-4ABA-4DC4-B547-7282CD5E6596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2T11:32:56.823" v="1965" actId="1076"/>
        <pc:sldMkLst>
          <pc:docMk/>
          <pc:sldMk cId="1954223332" sldId="2076137353"/>
        </pc:sldMkLst>
        <pc:spChg chg="del">
          <ac:chgData name="Amilcar Jose Rodriguez Barrios" userId="efa7753a-59bf-44f0-ad53-c3388f48cff0" providerId="ADAL" clId="{ECC100FD-023F-4E10-9A7E-BC0C9D78DF98}" dt="2021-02-22T11:31:58.980" v="1954" actId="478"/>
          <ac:spMkLst>
            <pc:docMk/>
            <pc:sldMk cId="1954223332" sldId="2076137353"/>
            <ac:spMk id="2" creationId="{649D2ADC-4457-4A6F-BD1E-B4AFDC13C699}"/>
          </ac:spMkLst>
        </pc:spChg>
        <pc:spChg chg="mod">
          <ac:chgData name="Amilcar Jose Rodriguez Barrios" userId="efa7753a-59bf-44f0-ad53-c3388f48cff0" providerId="ADAL" clId="{ECC100FD-023F-4E10-9A7E-BC0C9D78DF98}" dt="2021-02-22T11:32:12.705" v="1955"/>
          <ac:spMkLst>
            <pc:docMk/>
            <pc:sldMk cId="1954223332" sldId="2076137353"/>
            <ac:spMk id="4" creationId="{4A18BF3A-13CF-44A4-AE54-450C9CE2911F}"/>
          </ac:spMkLst>
        </pc:spChg>
        <pc:spChg chg="mod">
          <ac:chgData name="Amilcar Jose Rodriguez Barrios" userId="efa7753a-59bf-44f0-ad53-c3388f48cff0" providerId="ADAL" clId="{ECC100FD-023F-4E10-9A7E-BC0C9D78DF98}" dt="2021-02-22T11:32:12.705" v="1955"/>
          <ac:spMkLst>
            <pc:docMk/>
            <pc:sldMk cId="1954223332" sldId="2076137353"/>
            <ac:spMk id="5" creationId="{B543A666-A340-4B6B-8182-A94975A383BA}"/>
          </ac:spMkLst>
        </pc:spChg>
        <pc:spChg chg="mod">
          <ac:chgData name="Amilcar Jose Rodriguez Barrios" userId="efa7753a-59bf-44f0-ad53-c3388f48cff0" providerId="ADAL" clId="{ECC100FD-023F-4E10-9A7E-BC0C9D78DF98}" dt="2021-02-22T11:32:12.705" v="1955"/>
          <ac:spMkLst>
            <pc:docMk/>
            <pc:sldMk cId="1954223332" sldId="2076137353"/>
            <ac:spMk id="8" creationId="{309E8099-2E45-49EA-861B-D7D19067B128}"/>
          </ac:spMkLst>
        </pc:spChg>
        <pc:spChg chg="mod">
          <ac:chgData name="Amilcar Jose Rodriguez Barrios" userId="efa7753a-59bf-44f0-ad53-c3388f48cff0" providerId="ADAL" clId="{ECC100FD-023F-4E10-9A7E-BC0C9D78DF98}" dt="2021-02-22T11:32:12.705" v="1955"/>
          <ac:spMkLst>
            <pc:docMk/>
            <pc:sldMk cId="1954223332" sldId="2076137353"/>
            <ac:spMk id="10" creationId="{FC5E5BA1-F790-4000-A7A1-1BD8DA6A2FFF}"/>
          </ac:spMkLst>
        </pc:spChg>
        <pc:spChg chg="add mod">
          <ac:chgData name="Amilcar Jose Rodriguez Barrios" userId="efa7753a-59bf-44f0-ad53-c3388f48cff0" providerId="ADAL" clId="{ECC100FD-023F-4E10-9A7E-BC0C9D78DF98}" dt="2021-02-22T11:32:46.032" v="1961" actId="108"/>
          <ac:spMkLst>
            <pc:docMk/>
            <pc:sldMk cId="1954223332" sldId="2076137353"/>
            <ac:spMk id="12" creationId="{D69F311C-A712-44D9-B641-04037D61DA32}"/>
          </ac:spMkLst>
        </pc:spChg>
        <pc:spChg chg="add mod">
          <ac:chgData name="Amilcar Jose Rodriguez Barrios" userId="efa7753a-59bf-44f0-ad53-c3388f48cff0" providerId="ADAL" clId="{ECC100FD-023F-4E10-9A7E-BC0C9D78DF98}" dt="2021-02-22T11:32:56.823" v="1965" actId="1076"/>
          <ac:spMkLst>
            <pc:docMk/>
            <pc:sldMk cId="1954223332" sldId="2076137353"/>
            <ac:spMk id="14" creationId="{737822AB-833E-48BB-A746-53ED18069AB9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5" creationId="{A7922F94-8501-4799-A41B-AABAF65EB85F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6" creationId="{A0378D49-A5A1-4562-BBD7-BB37FE4C2AAE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7" creationId="{A5D62640-A855-4648-B55B-115BDACE5990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8" creationId="{9B339C0F-E63B-494B-AF87-ABB1A7013AED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9" creationId="{DD74B06C-115F-4D84-A9A3-379476ACDA50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0" creationId="{C049FB3E-9144-460D-BA37-5C67EED01734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1" creationId="{9AEEBFF3-49A1-4C28-81C0-C3F1885960E4}"/>
          </ac:spMkLst>
        </pc:spChg>
        <pc:spChg chg="add mod">
          <ac:chgData name="Amilcar Jose Rodriguez Barrios" userId="efa7753a-59bf-44f0-ad53-c3388f48cff0" providerId="ADAL" clId="{ECC100FD-023F-4E10-9A7E-BC0C9D78DF98}" dt="2021-02-22T11:32:30.563" v="1958" actId="255"/>
          <ac:spMkLst>
            <pc:docMk/>
            <pc:sldMk cId="1954223332" sldId="2076137353"/>
            <ac:spMk id="22" creationId="{FB952037-EDA4-4EC8-98C3-0E56FF65D7E1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3" creationId="{11A6E770-790C-474C-B5CA-376813F64C3F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4" creationId="{D56E9993-705F-4819-BA9F-4372C8BCB284}"/>
          </ac:spMkLst>
        </pc:spChg>
        <pc:spChg chg="add mod">
          <ac:chgData name="Amilcar Jose Rodriguez Barrios" userId="efa7753a-59bf-44f0-ad53-c3388f48cff0" providerId="ADAL" clId="{ECC100FD-023F-4E10-9A7E-BC0C9D78DF98}" dt="2021-02-22T11:32:30.563" v="1958" actId="255"/>
          <ac:spMkLst>
            <pc:docMk/>
            <pc:sldMk cId="1954223332" sldId="2076137353"/>
            <ac:spMk id="25" creationId="{1D0542DB-C986-4CDB-BB03-4C60D1A8EB0F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6" creationId="{410D6103-CD49-43AB-955D-E7FBAB95129E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7" creationId="{1134BABB-1E88-4A68-96CD-5DE56D149FD1}"/>
          </ac:spMkLst>
        </pc:spChg>
        <pc:spChg chg="add mod">
          <ac:chgData name="Amilcar Jose Rodriguez Barrios" userId="efa7753a-59bf-44f0-ad53-c3388f48cff0" providerId="ADAL" clId="{ECC100FD-023F-4E10-9A7E-BC0C9D78DF98}" dt="2021-02-22T11:32:30.563" v="1958" actId="255"/>
          <ac:spMkLst>
            <pc:docMk/>
            <pc:sldMk cId="1954223332" sldId="2076137353"/>
            <ac:spMk id="28" creationId="{16155584-0392-4F84-8498-C24EBA60C118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9" creationId="{7EB6EC3C-BE8A-4DB8-A9E6-4AB3BBAC57B0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30" creationId="{FF5A3E73-5AD9-4A7F-B9B0-462083C51B5F}"/>
          </ac:spMkLst>
        </pc:spChg>
        <pc:grpChg chg="add mod">
          <ac:chgData name="Amilcar Jose Rodriguez Barrios" userId="efa7753a-59bf-44f0-ad53-c3388f48cff0" providerId="ADAL" clId="{ECC100FD-023F-4E10-9A7E-BC0C9D78DF98}" dt="2021-02-22T11:32:12.705" v="1955"/>
          <ac:grpSpMkLst>
            <pc:docMk/>
            <pc:sldMk cId="1954223332" sldId="2076137353"/>
            <ac:grpSpMk id="3" creationId="{EAE0F63B-659F-4304-8047-2538B4FDD6F9}"/>
          </ac:grpSpMkLst>
        </pc:grpChg>
        <pc:grpChg chg="add mod">
          <ac:chgData name="Amilcar Jose Rodriguez Barrios" userId="efa7753a-59bf-44f0-ad53-c3388f48cff0" providerId="ADAL" clId="{ECC100FD-023F-4E10-9A7E-BC0C9D78DF98}" dt="2021-02-22T11:32:12.705" v="1955"/>
          <ac:grpSpMkLst>
            <pc:docMk/>
            <pc:sldMk cId="1954223332" sldId="2076137353"/>
            <ac:grpSpMk id="6" creationId="{8B9A42EE-7879-4C83-8EE9-DAC0BCE484EB}"/>
          </ac:grpSpMkLst>
        </pc:grpChg>
        <pc:grpChg chg="add mod">
          <ac:chgData name="Amilcar Jose Rodriguez Barrios" userId="efa7753a-59bf-44f0-ad53-c3388f48cff0" providerId="ADAL" clId="{ECC100FD-023F-4E10-9A7E-BC0C9D78DF98}" dt="2021-02-22T11:32:12.705" v="1955"/>
          <ac:grpSpMkLst>
            <pc:docMk/>
            <pc:sldMk cId="1954223332" sldId="2076137353"/>
            <ac:grpSpMk id="9" creationId="{D6B38A05-5436-4FD3-AC40-C15C57BE8CA6}"/>
          </ac:grpSpMkLst>
        </pc:grpChg>
        <pc:picChg chg="mod">
          <ac:chgData name="Amilcar Jose Rodriguez Barrios" userId="efa7753a-59bf-44f0-ad53-c3388f48cff0" providerId="ADAL" clId="{ECC100FD-023F-4E10-9A7E-BC0C9D78DF98}" dt="2021-02-22T11:32:12.705" v="1955"/>
          <ac:picMkLst>
            <pc:docMk/>
            <pc:sldMk cId="1954223332" sldId="2076137353"/>
            <ac:picMk id="11" creationId="{9ED5CB70-F385-4A38-B7F3-CE2ECBBB59DA}"/>
          </ac:picMkLst>
        </pc:picChg>
        <pc:picChg chg="add mod">
          <ac:chgData name="Amilcar Jose Rodriguez Barrios" userId="efa7753a-59bf-44f0-ad53-c3388f48cff0" providerId="ADAL" clId="{ECC100FD-023F-4E10-9A7E-BC0C9D78DF98}" dt="2021-02-22T11:32:24.298" v="1957" actId="1076"/>
          <ac:picMkLst>
            <pc:docMk/>
            <pc:sldMk cId="1954223332" sldId="2076137353"/>
            <ac:picMk id="13" creationId="{F1C75407-A574-455B-8562-8C3A7EC3A9E3}"/>
          </ac:picMkLst>
        </pc:picChg>
        <pc:cxnChg chg="mod">
          <ac:chgData name="Amilcar Jose Rodriguez Barrios" userId="efa7753a-59bf-44f0-ad53-c3388f48cff0" providerId="ADAL" clId="{ECC100FD-023F-4E10-9A7E-BC0C9D78DF98}" dt="2021-02-22T11:32:12.705" v="1955"/>
          <ac:cxnSpMkLst>
            <pc:docMk/>
            <pc:sldMk cId="1954223332" sldId="2076137353"/>
            <ac:cxnSpMk id="7" creationId="{8108B16D-ACFC-4D22-854C-9DE3D4650217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2T11:33:59.587" v="1988" actId="1076"/>
        <pc:sldMkLst>
          <pc:docMk/>
          <pc:sldMk cId="119667524" sldId="2076137354"/>
        </pc:sldMkLst>
        <pc:spChg chg="del">
          <ac:chgData name="Amilcar Jose Rodriguez Barrios" userId="efa7753a-59bf-44f0-ad53-c3388f48cff0" providerId="ADAL" clId="{ECC100FD-023F-4E10-9A7E-BC0C9D78DF98}" dt="2021-02-22T11:33:10.244" v="1967" actId="478"/>
          <ac:spMkLst>
            <pc:docMk/>
            <pc:sldMk cId="119667524" sldId="2076137354"/>
            <ac:spMk id="2" creationId="{8925F804-23EB-40AB-A28E-899E312BEAE9}"/>
          </ac:spMkLst>
        </pc:spChg>
        <pc:spChg chg="add mod">
          <ac:chgData name="Amilcar Jose Rodriguez Barrios" userId="efa7753a-59bf-44f0-ad53-c3388f48cff0" providerId="ADAL" clId="{ECC100FD-023F-4E10-9A7E-BC0C9D78DF98}" dt="2021-02-22T11:33:59.587" v="1988" actId="1076"/>
          <ac:spMkLst>
            <pc:docMk/>
            <pc:sldMk cId="119667524" sldId="2076137354"/>
            <ac:spMk id="3" creationId="{0A891D03-F1FA-49A4-8830-054A6BBFA764}"/>
          </ac:spMkLst>
        </pc:spChg>
        <pc:spChg chg="mod">
          <ac:chgData name="Amilcar Jose Rodriguez Barrios" userId="efa7753a-59bf-44f0-ad53-c3388f48cff0" providerId="ADAL" clId="{ECC100FD-023F-4E10-9A7E-BC0C9D78DF98}" dt="2021-02-22T11:33:39.055" v="1983"/>
          <ac:spMkLst>
            <pc:docMk/>
            <pc:sldMk cId="119667524" sldId="2076137354"/>
            <ac:spMk id="6" creationId="{FDD99C89-C814-416C-860D-5F6787D0D432}"/>
          </ac:spMkLst>
        </pc:spChg>
        <pc:spChg chg="mod">
          <ac:chgData name="Amilcar Jose Rodriguez Barrios" userId="efa7753a-59bf-44f0-ad53-c3388f48cff0" providerId="ADAL" clId="{ECC100FD-023F-4E10-9A7E-BC0C9D78DF98}" dt="2021-02-22T11:33:39.055" v="1983"/>
          <ac:spMkLst>
            <pc:docMk/>
            <pc:sldMk cId="119667524" sldId="2076137354"/>
            <ac:spMk id="7" creationId="{AC63B4DB-E3B1-4DDD-A296-EEAFD1F4E825}"/>
          </ac:spMkLst>
        </pc:spChg>
        <pc:spChg chg="add mod">
          <ac:chgData name="Amilcar Jose Rodriguez Barrios" userId="efa7753a-59bf-44f0-ad53-c3388f48cff0" providerId="ADAL" clId="{ECC100FD-023F-4E10-9A7E-BC0C9D78DF98}" dt="2021-02-22T11:33:41.231" v="1984" actId="1076"/>
          <ac:spMkLst>
            <pc:docMk/>
            <pc:sldMk cId="119667524" sldId="2076137354"/>
            <ac:spMk id="8" creationId="{45C6ED12-2757-45CE-BB3A-C441E881E306}"/>
          </ac:spMkLst>
        </pc:spChg>
        <pc:spChg chg="add mod">
          <ac:chgData name="Amilcar Jose Rodriguez Barrios" userId="efa7753a-59bf-44f0-ad53-c3388f48cff0" providerId="ADAL" clId="{ECC100FD-023F-4E10-9A7E-BC0C9D78DF98}" dt="2021-02-22T11:33:41.231" v="1984" actId="1076"/>
          <ac:spMkLst>
            <pc:docMk/>
            <pc:sldMk cId="119667524" sldId="2076137354"/>
            <ac:spMk id="9" creationId="{8F15C8F4-4A71-4E0D-8815-8ADA41C74784}"/>
          </ac:spMkLst>
        </pc:spChg>
        <pc:spChg chg="mod">
          <ac:chgData name="Amilcar Jose Rodriguez Barrios" userId="efa7753a-59bf-44f0-ad53-c3388f48cff0" providerId="ADAL" clId="{ECC100FD-023F-4E10-9A7E-BC0C9D78DF98}" dt="2021-02-22T11:33:49.509" v="1985"/>
          <ac:spMkLst>
            <pc:docMk/>
            <pc:sldMk cId="119667524" sldId="2076137354"/>
            <ac:spMk id="11" creationId="{F93EEAE7-45E5-4E04-BA68-5BE12DEBC33E}"/>
          </ac:spMkLst>
        </pc:spChg>
        <pc:spChg chg="mod">
          <ac:chgData name="Amilcar Jose Rodriguez Barrios" userId="efa7753a-59bf-44f0-ad53-c3388f48cff0" providerId="ADAL" clId="{ECC100FD-023F-4E10-9A7E-BC0C9D78DF98}" dt="2021-02-22T11:33:49.509" v="1985"/>
          <ac:spMkLst>
            <pc:docMk/>
            <pc:sldMk cId="119667524" sldId="2076137354"/>
            <ac:spMk id="12" creationId="{87891555-B763-4C73-AE0A-EA7363677211}"/>
          </ac:spMkLst>
        </pc:spChg>
        <pc:spChg chg="mod">
          <ac:chgData name="Amilcar Jose Rodriguez Barrios" userId="efa7753a-59bf-44f0-ad53-c3388f48cff0" providerId="ADAL" clId="{ECC100FD-023F-4E10-9A7E-BC0C9D78DF98}" dt="2021-02-22T11:33:49.509" v="1985"/>
          <ac:spMkLst>
            <pc:docMk/>
            <pc:sldMk cId="119667524" sldId="2076137354"/>
            <ac:spMk id="15" creationId="{A474DAE1-25DA-4E16-82D6-3D1CD2E08C24}"/>
          </ac:spMkLst>
        </pc:spChg>
        <pc:spChg chg="mod">
          <ac:chgData name="Amilcar Jose Rodriguez Barrios" userId="efa7753a-59bf-44f0-ad53-c3388f48cff0" providerId="ADAL" clId="{ECC100FD-023F-4E10-9A7E-BC0C9D78DF98}" dt="2021-02-22T11:33:49.509" v="1985"/>
          <ac:spMkLst>
            <pc:docMk/>
            <pc:sldMk cId="119667524" sldId="2076137354"/>
            <ac:spMk id="17" creationId="{2B0F27E2-E789-4784-BD60-760F64BAA0E3}"/>
          </ac:spMkLst>
        </pc:spChg>
        <pc:grpChg chg="add mod">
          <ac:chgData name="Amilcar Jose Rodriguez Barrios" userId="efa7753a-59bf-44f0-ad53-c3388f48cff0" providerId="ADAL" clId="{ECC100FD-023F-4E10-9A7E-BC0C9D78DF98}" dt="2021-02-22T11:33:41.231" v="1984" actId="1076"/>
          <ac:grpSpMkLst>
            <pc:docMk/>
            <pc:sldMk cId="119667524" sldId="2076137354"/>
            <ac:grpSpMk id="5" creationId="{E3997EC6-CF33-475B-BFB8-EBB0D8165AEA}"/>
          </ac:grpSpMkLst>
        </pc:grpChg>
        <pc:grpChg chg="add mod">
          <ac:chgData name="Amilcar Jose Rodriguez Barrios" userId="efa7753a-59bf-44f0-ad53-c3388f48cff0" providerId="ADAL" clId="{ECC100FD-023F-4E10-9A7E-BC0C9D78DF98}" dt="2021-02-22T11:33:49.509" v="1985"/>
          <ac:grpSpMkLst>
            <pc:docMk/>
            <pc:sldMk cId="119667524" sldId="2076137354"/>
            <ac:grpSpMk id="10" creationId="{37A4A3D5-6F97-4609-8A8E-73774A636A71}"/>
          </ac:grpSpMkLst>
        </pc:grpChg>
        <pc:grpChg chg="add mod">
          <ac:chgData name="Amilcar Jose Rodriguez Barrios" userId="efa7753a-59bf-44f0-ad53-c3388f48cff0" providerId="ADAL" clId="{ECC100FD-023F-4E10-9A7E-BC0C9D78DF98}" dt="2021-02-22T11:33:49.509" v="1985"/>
          <ac:grpSpMkLst>
            <pc:docMk/>
            <pc:sldMk cId="119667524" sldId="2076137354"/>
            <ac:grpSpMk id="13" creationId="{66554265-03E8-4DF3-BA4D-76FDC8236F9B}"/>
          </ac:grpSpMkLst>
        </pc:grpChg>
        <pc:grpChg chg="add mod">
          <ac:chgData name="Amilcar Jose Rodriguez Barrios" userId="efa7753a-59bf-44f0-ad53-c3388f48cff0" providerId="ADAL" clId="{ECC100FD-023F-4E10-9A7E-BC0C9D78DF98}" dt="2021-02-22T11:33:49.509" v="1985"/>
          <ac:grpSpMkLst>
            <pc:docMk/>
            <pc:sldMk cId="119667524" sldId="2076137354"/>
            <ac:grpSpMk id="16" creationId="{7C717D34-DE86-452A-AD71-71DC24F5C3ED}"/>
          </ac:grpSpMkLst>
        </pc:grpChg>
        <pc:picChg chg="add mod">
          <ac:chgData name="Amilcar Jose Rodriguez Barrios" userId="efa7753a-59bf-44f0-ad53-c3388f48cff0" providerId="ADAL" clId="{ECC100FD-023F-4E10-9A7E-BC0C9D78DF98}" dt="2021-02-22T11:33:41.231" v="1984" actId="1076"/>
          <ac:picMkLst>
            <pc:docMk/>
            <pc:sldMk cId="119667524" sldId="2076137354"/>
            <ac:picMk id="4" creationId="{2B54D552-5994-4395-82A4-1D17AEE9AD8A}"/>
          </ac:picMkLst>
        </pc:picChg>
        <pc:picChg chg="mod">
          <ac:chgData name="Amilcar Jose Rodriguez Barrios" userId="efa7753a-59bf-44f0-ad53-c3388f48cff0" providerId="ADAL" clId="{ECC100FD-023F-4E10-9A7E-BC0C9D78DF98}" dt="2021-02-22T11:33:49.509" v="1985"/>
          <ac:picMkLst>
            <pc:docMk/>
            <pc:sldMk cId="119667524" sldId="2076137354"/>
            <ac:picMk id="18" creationId="{206777DD-5BB6-48E5-B7E3-C534646FF7B0}"/>
          </ac:picMkLst>
        </pc:picChg>
        <pc:cxnChg chg="mod">
          <ac:chgData name="Amilcar Jose Rodriguez Barrios" userId="efa7753a-59bf-44f0-ad53-c3388f48cff0" providerId="ADAL" clId="{ECC100FD-023F-4E10-9A7E-BC0C9D78DF98}" dt="2021-02-22T11:33:49.509" v="1985"/>
          <ac:cxnSpMkLst>
            <pc:docMk/>
            <pc:sldMk cId="119667524" sldId="2076137354"/>
            <ac:cxnSpMk id="14" creationId="{4939DFCC-1B9E-4A31-9CE9-15A78FC7EA04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11:33:30.331" v="1982" actId="20577"/>
        <pc:sldMkLst>
          <pc:docMk/>
          <pc:sldMk cId="3517096528" sldId="2076137355"/>
        </pc:sldMkLst>
        <pc:spChg chg="mod">
          <ac:chgData name="Amilcar Jose Rodriguez Barrios" userId="efa7753a-59bf-44f0-ad53-c3388f48cff0" providerId="ADAL" clId="{ECC100FD-023F-4E10-9A7E-BC0C9D78DF98}" dt="2021-02-22T11:33:30.331" v="1982" actId="20577"/>
          <ac:spMkLst>
            <pc:docMk/>
            <pc:sldMk cId="3517096528" sldId="2076137355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2-22T11:34:39.402" v="1997" actId="1076"/>
        <pc:sldMkLst>
          <pc:docMk/>
          <pc:sldMk cId="2794552942" sldId="2076137356"/>
        </pc:sldMkLst>
        <pc:spChg chg="del">
          <ac:chgData name="Amilcar Jose Rodriguez Barrios" userId="efa7753a-59bf-44f0-ad53-c3388f48cff0" providerId="ADAL" clId="{ECC100FD-023F-4E10-9A7E-BC0C9D78DF98}" dt="2021-02-22T11:34:11.447" v="1990" actId="478"/>
          <ac:spMkLst>
            <pc:docMk/>
            <pc:sldMk cId="2794552942" sldId="2076137356"/>
            <ac:spMk id="2" creationId="{34893F71-0573-497F-B785-9C67AC6A5245}"/>
          </ac:spMkLst>
        </pc:spChg>
        <pc:spChg chg="add mod">
          <ac:chgData name="Amilcar Jose Rodriguez Barrios" userId="efa7753a-59bf-44f0-ad53-c3388f48cff0" providerId="ADAL" clId="{ECC100FD-023F-4E10-9A7E-BC0C9D78DF98}" dt="2021-02-22T11:34:39.402" v="1997" actId="1076"/>
          <ac:spMkLst>
            <pc:docMk/>
            <pc:sldMk cId="2794552942" sldId="2076137356"/>
            <ac:spMk id="3" creationId="{5A8C7BED-9B7D-43F0-BFB6-982C8E9DD4F9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5" creationId="{0953DC7A-A714-4DE1-ADE1-C9807DE84E24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6" creationId="{4E6591BD-2304-41D7-BD01-A805DAC9E593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7" creationId="{5E8A61CE-002B-46A9-8D0D-FEAF929B06E3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8" creationId="{7E059CF4-2D13-4346-AD3A-F60F7BA780E5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9" creationId="{75ED0D48-AC92-4FA8-A349-23D675C01066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10" creationId="{3A7F98DC-C8EB-4529-9874-A565F2678B8A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11" creationId="{DAD2A970-44F6-4D6F-8C55-E0C6F2DA6BB1}"/>
          </ac:spMkLst>
        </pc:spChg>
        <pc:spChg chg="mod">
          <ac:chgData name="Amilcar Jose Rodriguez Barrios" userId="efa7753a-59bf-44f0-ad53-c3388f48cff0" providerId="ADAL" clId="{ECC100FD-023F-4E10-9A7E-BC0C9D78DF98}" dt="2021-02-22T11:34:33.146" v="1995"/>
          <ac:spMkLst>
            <pc:docMk/>
            <pc:sldMk cId="2794552942" sldId="2076137356"/>
            <ac:spMk id="13" creationId="{032FE39D-AD15-4E04-85E8-6133066A6FC0}"/>
          </ac:spMkLst>
        </pc:spChg>
        <pc:spChg chg="mod">
          <ac:chgData name="Amilcar Jose Rodriguez Barrios" userId="efa7753a-59bf-44f0-ad53-c3388f48cff0" providerId="ADAL" clId="{ECC100FD-023F-4E10-9A7E-BC0C9D78DF98}" dt="2021-02-22T11:34:33.146" v="1995"/>
          <ac:spMkLst>
            <pc:docMk/>
            <pc:sldMk cId="2794552942" sldId="2076137356"/>
            <ac:spMk id="14" creationId="{631EB1D0-5A10-41FE-B818-4381E6BC4260}"/>
          </ac:spMkLst>
        </pc:spChg>
        <pc:spChg chg="mod">
          <ac:chgData name="Amilcar Jose Rodriguez Barrios" userId="efa7753a-59bf-44f0-ad53-c3388f48cff0" providerId="ADAL" clId="{ECC100FD-023F-4E10-9A7E-BC0C9D78DF98}" dt="2021-02-22T11:34:33.146" v="1995"/>
          <ac:spMkLst>
            <pc:docMk/>
            <pc:sldMk cId="2794552942" sldId="2076137356"/>
            <ac:spMk id="17" creationId="{A9659F2F-EBB1-468A-9A66-0865427BFECD}"/>
          </ac:spMkLst>
        </pc:spChg>
        <pc:spChg chg="mod">
          <ac:chgData name="Amilcar Jose Rodriguez Barrios" userId="efa7753a-59bf-44f0-ad53-c3388f48cff0" providerId="ADAL" clId="{ECC100FD-023F-4E10-9A7E-BC0C9D78DF98}" dt="2021-02-22T11:34:33.146" v="1995"/>
          <ac:spMkLst>
            <pc:docMk/>
            <pc:sldMk cId="2794552942" sldId="2076137356"/>
            <ac:spMk id="19" creationId="{730BD707-F370-4179-8906-6E207552CE9C}"/>
          </ac:spMkLst>
        </pc:spChg>
        <pc:grpChg chg="add mod">
          <ac:chgData name="Amilcar Jose Rodriguez Barrios" userId="efa7753a-59bf-44f0-ad53-c3388f48cff0" providerId="ADAL" clId="{ECC100FD-023F-4E10-9A7E-BC0C9D78DF98}" dt="2021-02-22T11:34:33.146" v="1995"/>
          <ac:grpSpMkLst>
            <pc:docMk/>
            <pc:sldMk cId="2794552942" sldId="2076137356"/>
            <ac:grpSpMk id="12" creationId="{13E5B16C-0D27-4657-B7B6-EF7E5C42F978}"/>
          </ac:grpSpMkLst>
        </pc:grpChg>
        <pc:grpChg chg="add mod">
          <ac:chgData name="Amilcar Jose Rodriguez Barrios" userId="efa7753a-59bf-44f0-ad53-c3388f48cff0" providerId="ADAL" clId="{ECC100FD-023F-4E10-9A7E-BC0C9D78DF98}" dt="2021-02-22T11:34:33.146" v="1995"/>
          <ac:grpSpMkLst>
            <pc:docMk/>
            <pc:sldMk cId="2794552942" sldId="2076137356"/>
            <ac:grpSpMk id="15" creationId="{72081EAA-A455-4ED4-93D8-263AFC6EECB8}"/>
          </ac:grpSpMkLst>
        </pc:grpChg>
        <pc:grpChg chg="add mod">
          <ac:chgData name="Amilcar Jose Rodriguez Barrios" userId="efa7753a-59bf-44f0-ad53-c3388f48cff0" providerId="ADAL" clId="{ECC100FD-023F-4E10-9A7E-BC0C9D78DF98}" dt="2021-02-22T11:34:33.146" v="1995"/>
          <ac:grpSpMkLst>
            <pc:docMk/>
            <pc:sldMk cId="2794552942" sldId="2076137356"/>
            <ac:grpSpMk id="18" creationId="{18069619-A32A-41C8-98B2-7EAC381A988F}"/>
          </ac:grpSpMkLst>
        </pc:grpChg>
        <pc:picChg chg="add mod">
          <ac:chgData name="Amilcar Jose Rodriguez Barrios" userId="efa7753a-59bf-44f0-ad53-c3388f48cff0" providerId="ADAL" clId="{ECC100FD-023F-4E10-9A7E-BC0C9D78DF98}" dt="2021-02-22T11:34:22.445" v="1992" actId="1076"/>
          <ac:picMkLst>
            <pc:docMk/>
            <pc:sldMk cId="2794552942" sldId="2076137356"/>
            <ac:picMk id="4" creationId="{443E66C7-5292-454C-8416-FE6D96065210}"/>
          </ac:picMkLst>
        </pc:picChg>
        <pc:picChg chg="mod">
          <ac:chgData name="Amilcar Jose Rodriguez Barrios" userId="efa7753a-59bf-44f0-ad53-c3388f48cff0" providerId="ADAL" clId="{ECC100FD-023F-4E10-9A7E-BC0C9D78DF98}" dt="2021-02-22T11:34:33.146" v="1995"/>
          <ac:picMkLst>
            <pc:docMk/>
            <pc:sldMk cId="2794552942" sldId="2076137356"/>
            <ac:picMk id="20" creationId="{5C0BE4DD-7FB1-4C0F-84A4-9E15F44B0B5A}"/>
          </ac:picMkLst>
        </pc:picChg>
        <pc:cxnChg chg="mod">
          <ac:chgData name="Amilcar Jose Rodriguez Barrios" userId="efa7753a-59bf-44f0-ad53-c3388f48cff0" providerId="ADAL" clId="{ECC100FD-023F-4E10-9A7E-BC0C9D78DF98}" dt="2021-02-22T11:34:33.146" v="1995"/>
          <ac:cxnSpMkLst>
            <pc:docMk/>
            <pc:sldMk cId="2794552942" sldId="2076137356"/>
            <ac:cxnSpMk id="16" creationId="{C27F6111-88B6-4A19-ADCB-E76973F49303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1:35:37.345" v="2011" actId="1076"/>
        <pc:sldMkLst>
          <pc:docMk/>
          <pc:sldMk cId="3880612015" sldId="2076137357"/>
        </pc:sldMkLst>
        <pc:spChg chg="del">
          <ac:chgData name="Amilcar Jose Rodriguez Barrios" userId="efa7753a-59bf-44f0-ad53-c3388f48cff0" providerId="ADAL" clId="{ECC100FD-023F-4E10-9A7E-BC0C9D78DF98}" dt="2021-02-22T11:34:54.240" v="1999" actId="478"/>
          <ac:spMkLst>
            <pc:docMk/>
            <pc:sldMk cId="3880612015" sldId="2076137357"/>
            <ac:spMk id="2" creationId="{4FAA11ED-C62A-436D-A293-002045100A86}"/>
          </ac:spMkLst>
        </pc:spChg>
        <pc:spChg chg="add mod">
          <ac:chgData name="Amilcar Jose Rodriguez Barrios" userId="efa7753a-59bf-44f0-ad53-c3388f48cff0" providerId="ADAL" clId="{ECC100FD-023F-4E10-9A7E-BC0C9D78DF98}" dt="2021-02-22T11:35:37.345" v="2011" actId="1076"/>
          <ac:spMkLst>
            <pc:docMk/>
            <pc:sldMk cId="3880612015" sldId="2076137357"/>
            <ac:spMk id="3" creationId="{6DD200ED-7688-4121-B89D-4DF68F52895B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6" creationId="{23620575-3761-4732-86DB-D5D303DBE6AE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7" creationId="{EBA14A1E-86B4-4F5D-A6E6-E6CCADBF0DC6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9" creationId="{77C5DD0F-2875-4F03-A2B1-3EBD17D1A510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0" creationId="{269EA545-81F2-49BF-BFF4-26D3B65D77DF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2" creationId="{BD567208-1EF4-47AA-9563-880B519A97FD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3" creationId="{DCEE0943-5BE8-41A8-856E-F03D6EAE2B95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5" creationId="{5483C31C-7835-44F3-B5F9-87334322714D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6" creationId="{53D24BE8-D837-4B87-BC08-B8E07943A6C4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17" creationId="{78CE2DB5-FD5B-4BD1-A669-683E11771F04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18" creationId="{9D366EE1-212C-4300-9509-5973A77ED0C4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19" creationId="{9C975C0C-2F73-48C3-A728-B8CFCCC194B7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0" creationId="{0C36079C-FF43-4804-B9B5-AE26F9029A57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1" creationId="{AEB3E515-9075-4773-86BD-3F78BD51B8CA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2" creationId="{B832C277-18B1-469F-9E9B-0039205DF827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3" creationId="{A8197014-7EBD-4A44-B437-E392D64382DE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4" creationId="{CEED8E1B-E2EB-46AA-9E8A-EFBE3F349615}"/>
          </ac:spMkLst>
        </pc:spChg>
        <pc:spChg chg="mod">
          <ac:chgData name="Amilcar Jose Rodriguez Barrios" userId="efa7753a-59bf-44f0-ad53-c3388f48cff0" providerId="ADAL" clId="{ECC100FD-023F-4E10-9A7E-BC0C9D78DF98}" dt="2021-02-22T11:35:21.262" v="2004"/>
          <ac:spMkLst>
            <pc:docMk/>
            <pc:sldMk cId="3880612015" sldId="2076137357"/>
            <ac:spMk id="26" creationId="{A9E574D0-E26B-444E-A21B-3F4A0861F96F}"/>
          </ac:spMkLst>
        </pc:spChg>
        <pc:spChg chg="mod">
          <ac:chgData name="Amilcar Jose Rodriguez Barrios" userId="efa7753a-59bf-44f0-ad53-c3388f48cff0" providerId="ADAL" clId="{ECC100FD-023F-4E10-9A7E-BC0C9D78DF98}" dt="2021-02-22T11:35:21.262" v="2004"/>
          <ac:spMkLst>
            <pc:docMk/>
            <pc:sldMk cId="3880612015" sldId="2076137357"/>
            <ac:spMk id="27" creationId="{CBDF18A5-5DBB-4D3B-8275-0DE2000852DF}"/>
          </ac:spMkLst>
        </pc:spChg>
        <pc:spChg chg="mod">
          <ac:chgData name="Amilcar Jose Rodriguez Barrios" userId="efa7753a-59bf-44f0-ad53-c3388f48cff0" providerId="ADAL" clId="{ECC100FD-023F-4E10-9A7E-BC0C9D78DF98}" dt="2021-02-22T11:35:21.262" v="2004"/>
          <ac:spMkLst>
            <pc:docMk/>
            <pc:sldMk cId="3880612015" sldId="2076137357"/>
            <ac:spMk id="30" creationId="{BDDA0BF0-3FF4-4A4F-A0A4-F8A2F3C0674D}"/>
          </ac:spMkLst>
        </pc:spChg>
        <pc:spChg chg="mod">
          <ac:chgData name="Amilcar Jose Rodriguez Barrios" userId="efa7753a-59bf-44f0-ad53-c3388f48cff0" providerId="ADAL" clId="{ECC100FD-023F-4E10-9A7E-BC0C9D78DF98}" dt="2021-02-22T11:35:21.262" v="2004"/>
          <ac:spMkLst>
            <pc:docMk/>
            <pc:sldMk cId="3880612015" sldId="2076137357"/>
            <ac:spMk id="32" creationId="{C9B87D6E-C46A-4E96-B3BF-272D39CFAC28}"/>
          </ac:spMkLst>
        </pc:spChg>
        <pc:grpChg chg="add mod">
          <ac:chgData name="Amilcar Jose Rodriguez Barrios" userId="efa7753a-59bf-44f0-ad53-c3388f48cff0" providerId="ADAL" clId="{ECC100FD-023F-4E10-9A7E-BC0C9D78DF98}" dt="2021-02-22T11:35:33.083" v="2010" actId="14100"/>
          <ac:grpSpMkLst>
            <pc:docMk/>
            <pc:sldMk cId="3880612015" sldId="2076137357"/>
            <ac:grpSpMk id="5" creationId="{5C783C7D-5FAD-40E9-9AE5-7116D8D73273}"/>
          </ac:grpSpMkLst>
        </pc:grpChg>
        <pc:grpChg chg="add mod">
          <ac:chgData name="Amilcar Jose Rodriguez Barrios" userId="efa7753a-59bf-44f0-ad53-c3388f48cff0" providerId="ADAL" clId="{ECC100FD-023F-4E10-9A7E-BC0C9D78DF98}" dt="2021-02-22T11:35:29.546" v="2007" actId="14100"/>
          <ac:grpSpMkLst>
            <pc:docMk/>
            <pc:sldMk cId="3880612015" sldId="2076137357"/>
            <ac:grpSpMk id="8" creationId="{E371BDE5-4146-4F96-8DF0-297B2A176DA2}"/>
          </ac:grpSpMkLst>
        </pc:grpChg>
        <pc:grpChg chg="add mod">
          <ac:chgData name="Amilcar Jose Rodriguez Barrios" userId="efa7753a-59bf-44f0-ad53-c3388f48cff0" providerId="ADAL" clId="{ECC100FD-023F-4E10-9A7E-BC0C9D78DF98}" dt="2021-02-22T11:35:27.928" v="2006" actId="14100"/>
          <ac:grpSpMkLst>
            <pc:docMk/>
            <pc:sldMk cId="3880612015" sldId="2076137357"/>
            <ac:grpSpMk id="11" creationId="{3E7D6A96-BB2A-4EEC-A213-9805269E9C0A}"/>
          </ac:grpSpMkLst>
        </pc:grpChg>
        <pc:grpChg chg="add mod">
          <ac:chgData name="Amilcar Jose Rodriguez Barrios" userId="efa7753a-59bf-44f0-ad53-c3388f48cff0" providerId="ADAL" clId="{ECC100FD-023F-4E10-9A7E-BC0C9D78DF98}" dt="2021-02-22T11:35:26.111" v="2005" actId="14100"/>
          <ac:grpSpMkLst>
            <pc:docMk/>
            <pc:sldMk cId="3880612015" sldId="2076137357"/>
            <ac:grpSpMk id="14" creationId="{A66BF75F-3452-48CE-B63D-3C754874DB7E}"/>
          </ac:grpSpMkLst>
        </pc:grpChg>
        <pc:grpChg chg="add mod">
          <ac:chgData name="Amilcar Jose Rodriguez Barrios" userId="efa7753a-59bf-44f0-ad53-c3388f48cff0" providerId="ADAL" clId="{ECC100FD-023F-4E10-9A7E-BC0C9D78DF98}" dt="2021-02-22T11:35:21.262" v="2004"/>
          <ac:grpSpMkLst>
            <pc:docMk/>
            <pc:sldMk cId="3880612015" sldId="2076137357"/>
            <ac:grpSpMk id="25" creationId="{6F17B0FB-D468-46A5-BB95-46744BED6535}"/>
          </ac:grpSpMkLst>
        </pc:grpChg>
        <pc:grpChg chg="add mod">
          <ac:chgData name="Amilcar Jose Rodriguez Barrios" userId="efa7753a-59bf-44f0-ad53-c3388f48cff0" providerId="ADAL" clId="{ECC100FD-023F-4E10-9A7E-BC0C9D78DF98}" dt="2021-02-22T11:35:21.262" v="2004"/>
          <ac:grpSpMkLst>
            <pc:docMk/>
            <pc:sldMk cId="3880612015" sldId="2076137357"/>
            <ac:grpSpMk id="28" creationId="{AB48EFA2-C10B-4BE9-BDA3-440AE374BC04}"/>
          </ac:grpSpMkLst>
        </pc:grpChg>
        <pc:grpChg chg="add mod">
          <ac:chgData name="Amilcar Jose Rodriguez Barrios" userId="efa7753a-59bf-44f0-ad53-c3388f48cff0" providerId="ADAL" clId="{ECC100FD-023F-4E10-9A7E-BC0C9D78DF98}" dt="2021-02-22T11:35:21.262" v="2004"/>
          <ac:grpSpMkLst>
            <pc:docMk/>
            <pc:sldMk cId="3880612015" sldId="2076137357"/>
            <ac:grpSpMk id="31" creationId="{6C3CA960-D168-471F-B2F7-60F88B4FB079}"/>
          </ac:grpSpMkLst>
        </pc:grpChg>
        <pc:picChg chg="mod">
          <ac:chgData name="Amilcar Jose Rodriguez Barrios" userId="efa7753a-59bf-44f0-ad53-c3388f48cff0" providerId="ADAL" clId="{ECC100FD-023F-4E10-9A7E-BC0C9D78DF98}" dt="2021-02-22T11:35:21.262" v="2004"/>
          <ac:picMkLst>
            <pc:docMk/>
            <pc:sldMk cId="3880612015" sldId="2076137357"/>
            <ac:picMk id="33" creationId="{0ACBD784-54AC-46C8-992D-4C8789A4F56C}"/>
          </ac:picMkLst>
        </pc:picChg>
        <pc:cxnChg chg="add mod">
          <ac:chgData name="Amilcar Jose Rodriguez Barrios" userId="efa7753a-59bf-44f0-ad53-c3388f48cff0" providerId="ADAL" clId="{ECC100FD-023F-4E10-9A7E-BC0C9D78DF98}" dt="2021-02-22T11:35:03.662" v="2001" actId="1076"/>
          <ac:cxnSpMkLst>
            <pc:docMk/>
            <pc:sldMk cId="3880612015" sldId="2076137357"/>
            <ac:cxnSpMk id="4" creationId="{BB80C537-15D6-4F18-938F-6FD20BEDC74D}"/>
          </ac:cxnSpMkLst>
        </pc:cxnChg>
        <pc:cxnChg chg="mod">
          <ac:chgData name="Amilcar Jose Rodriguez Barrios" userId="efa7753a-59bf-44f0-ad53-c3388f48cff0" providerId="ADAL" clId="{ECC100FD-023F-4E10-9A7E-BC0C9D78DF98}" dt="2021-02-22T11:35:21.262" v="2004"/>
          <ac:cxnSpMkLst>
            <pc:docMk/>
            <pc:sldMk cId="3880612015" sldId="2076137357"/>
            <ac:cxnSpMk id="29" creationId="{FD10E55F-709C-4426-920B-D16DCA9FB4A3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01:59:59.558" v="3201" actId="207"/>
        <pc:sldMkLst>
          <pc:docMk/>
          <pc:sldMk cId="1597470107" sldId="2076137358"/>
        </pc:sldMkLst>
        <pc:spChg chg="del">
          <ac:chgData name="Amilcar Jose Rodriguez Barrios" userId="efa7753a-59bf-44f0-ad53-c3388f48cff0" providerId="ADAL" clId="{ECC100FD-023F-4E10-9A7E-BC0C9D78DF98}" dt="2021-02-22T11:35:45.279" v="2013" actId="478"/>
          <ac:spMkLst>
            <pc:docMk/>
            <pc:sldMk cId="1597470107" sldId="2076137358"/>
            <ac:spMk id="2" creationId="{68C12EF9-A9E0-4485-AB8B-886031EF175D}"/>
          </ac:spMkLst>
        </pc:spChg>
        <pc:spChg chg="add mod">
          <ac:chgData name="Amilcar Jose Rodriguez Barrios" userId="efa7753a-59bf-44f0-ad53-c3388f48cff0" providerId="ADAL" clId="{ECC100FD-023F-4E10-9A7E-BC0C9D78DF98}" dt="2021-02-22T11:36:37.906" v="2053" actId="1076"/>
          <ac:spMkLst>
            <pc:docMk/>
            <pc:sldMk cId="1597470107" sldId="2076137358"/>
            <ac:spMk id="3" creationId="{EFC3815F-1870-4C9B-8AD4-7ABEC29E5008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5" creationId="{62C67CF8-8C9B-49D6-84A1-F95028A82596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6" creationId="{56EA6B83-B4E3-48D4-8F95-75250810B412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8" creationId="{ACA15D64-7138-4CFF-A45A-6FA175486D99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9" creationId="{5F1DCAF3-1069-4C4F-A3E7-D9499E9B0775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11" creationId="{74C07030-D5A2-4F92-824D-2325C73F6E27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12" creationId="{5D6BD904-6204-409E-9FD0-3234AB840D82}"/>
          </ac:spMkLst>
        </pc:spChg>
        <pc:spChg chg="mod">
          <ac:chgData name="Amilcar Jose Rodriguez Barrios" userId="efa7753a-59bf-44f0-ad53-c3388f48cff0" providerId="ADAL" clId="{ECC100FD-023F-4E10-9A7E-BC0C9D78DF98}" dt="2021-02-24T01:59:59.558" v="3201" actId="207"/>
          <ac:spMkLst>
            <pc:docMk/>
            <pc:sldMk cId="1597470107" sldId="2076137358"/>
            <ac:spMk id="14" creationId="{22BBFDFA-A2D8-446D-98F0-784D9F60A7C6}"/>
          </ac:spMkLst>
        </pc:spChg>
        <pc:spChg chg="mod">
          <ac:chgData name="Amilcar Jose Rodriguez Barrios" userId="efa7753a-59bf-44f0-ad53-c3388f48cff0" providerId="ADAL" clId="{ECC100FD-023F-4E10-9A7E-BC0C9D78DF98}" dt="2021-02-24T01:59:43.299" v="3198" actId="13926"/>
          <ac:spMkLst>
            <pc:docMk/>
            <pc:sldMk cId="1597470107" sldId="2076137358"/>
            <ac:spMk id="15" creationId="{36770C54-26AF-4C1F-AA17-58D05D1F0F22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17" creationId="{8803EE25-D397-452A-A337-EC43AEE45861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18" creationId="{90678ED3-76AB-42AE-8E8F-937EE0FAABBE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20" creationId="{F162FCBA-85D4-4CB3-A7F9-BF7332588F67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21" creationId="{AD830A8F-7DD7-4464-9BC0-86791EB7B9F5}"/>
          </ac:spMkLst>
        </pc:spChg>
        <pc:spChg chg="mod">
          <ac:chgData name="Amilcar Jose Rodriguez Barrios" userId="efa7753a-59bf-44f0-ad53-c3388f48cff0" providerId="ADAL" clId="{ECC100FD-023F-4E10-9A7E-BC0C9D78DF98}" dt="2021-02-22T11:36:16.543" v="2043"/>
          <ac:spMkLst>
            <pc:docMk/>
            <pc:sldMk cId="1597470107" sldId="2076137358"/>
            <ac:spMk id="23" creationId="{D7C747AD-37F4-4B6E-BE27-1D18F1F02795}"/>
          </ac:spMkLst>
        </pc:spChg>
        <pc:spChg chg="mod">
          <ac:chgData name="Amilcar Jose Rodriguez Barrios" userId="efa7753a-59bf-44f0-ad53-c3388f48cff0" providerId="ADAL" clId="{ECC100FD-023F-4E10-9A7E-BC0C9D78DF98}" dt="2021-02-22T11:36:25.598" v="2047" actId="1076"/>
          <ac:spMkLst>
            <pc:docMk/>
            <pc:sldMk cId="1597470107" sldId="2076137358"/>
            <ac:spMk id="24" creationId="{12A8F906-84C5-4808-82A3-92A279E6302D}"/>
          </ac:spMkLst>
        </pc:spChg>
        <pc:spChg chg="mod">
          <ac:chgData name="Amilcar Jose Rodriguez Barrios" userId="efa7753a-59bf-44f0-ad53-c3388f48cff0" providerId="ADAL" clId="{ECC100FD-023F-4E10-9A7E-BC0C9D78DF98}" dt="2021-02-22T11:36:16.543" v="2043"/>
          <ac:spMkLst>
            <pc:docMk/>
            <pc:sldMk cId="1597470107" sldId="2076137358"/>
            <ac:spMk id="27" creationId="{82A5237A-FE1D-4F9A-9C8B-681BE2EB5243}"/>
          </ac:spMkLst>
        </pc:spChg>
        <pc:spChg chg="mod">
          <ac:chgData name="Amilcar Jose Rodriguez Barrios" userId="efa7753a-59bf-44f0-ad53-c3388f48cff0" providerId="ADAL" clId="{ECC100FD-023F-4E10-9A7E-BC0C9D78DF98}" dt="2021-02-22T11:36:16.543" v="2043"/>
          <ac:spMkLst>
            <pc:docMk/>
            <pc:sldMk cId="1597470107" sldId="2076137358"/>
            <ac:spMk id="29" creationId="{421854C1-7C13-48E3-93E2-C87A79DB157D}"/>
          </ac:spMkLst>
        </pc:spChg>
        <pc:grpChg chg="add mod">
          <ac:chgData name="Amilcar Jose Rodriguez Barrios" userId="efa7753a-59bf-44f0-ad53-c3388f48cff0" providerId="ADAL" clId="{ECC100FD-023F-4E10-9A7E-BC0C9D78DF98}" dt="2021-02-22T11:36:22.295" v="2045" actId="14100"/>
          <ac:grpSpMkLst>
            <pc:docMk/>
            <pc:sldMk cId="1597470107" sldId="2076137358"/>
            <ac:grpSpMk id="4" creationId="{65F04235-BAF4-45C3-90C2-8B24DF7DA2E8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7" creationId="{41C4A13C-F5FA-47FD-8731-FE25A2A4FB1E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10" creationId="{6B18F338-9CF9-48DA-B776-F41D8B292512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13" creationId="{47F0F4D8-CA4E-4058-99E6-CC2FB7E86D35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16" creationId="{CBFFE404-7096-4BC5-8152-94E72AC6AD9E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19" creationId="{3A13D6EC-4B35-42B6-B2F7-4B3314BD51BA}"/>
          </ac:grpSpMkLst>
        </pc:grpChg>
        <pc:grpChg chg="add mod">
          <ac:chgData name="Amilcar Jose Rodriguez Barrios" userId="efa7753a-59bf-44f0-ad53-c3388f48cff0" providerId="ADAL" clId="{ECC100FD-023F-4E10-9A7E-BC0C9D78DF98}" dt="2021-02-22T11:36:28.061" v="2049" actId="1076"/>
          <ac:grpSpMkLst>
            <pc:docMk/>
            <pc:sldMk cId="1597470107" sldId="2076137358"/>
            <ac:grpSpMk id="22" creationId="{4A0AE459-A8F1-4BC5-95AC-611307B053DF}"/>
          </ac:grpSpMkLst>
        </pc:grpChg>
        <pc:grpChg chg="add mod">
          <ac:chgData name="Amilcar Jose Rodriguez Barrios" userId="efa7753a-59bf-44f0-ad53-c3388f48cff0" providerId="ADAL" clId="{ECC100FD-023F-4E10-9A7E-BC0C9D78DF98}" dt="2021-02-22T11:36:16.543" v="2043"/>
          <ac:grpSpMkLst>
            <pc:docMk/>
            <pc:sldMk cId="1597470107" sldId="2076137358"/>
            <ac:grpSpMk id="25" creationId="{5405C511-FA51-4EEE-8B6B-169120B71859}"/>
          </ac:grpSpMkLst>
        </pc:grpChg>
        <pc:grpChg chg="add mod">
          <ac:chgData name="Amilcar Jose Rodriguez Barrios" userId="efa7753a-59bf-44f0-ad53-c3388f48cff0" providerId="ADAL" clId="{ECC100FD-023F-4E10-9A7E-BC0C9D78DF98}" dt="2021-02-22T11:36:16.543" v="2043"/>
          <ac:grpSpMkLst>
            <pc:docMk/>
            <pc:sldMk cId="1597470107" sldId="2076137358"/>
            <ac:grpSpMk id="28" creationId="{5164F73F-1568-4E03-900D-38EF70322133}"/>
          </ac:grpSpMkLst>
        </pc:grpChg>
        <pc:picChg chg="mod">
          <ac:chgData name="Amilcar Jose Rodriguez Barrios" userId="efa7753a-59bf-44f0-ad53-c3388f48cff0" providerId="ADAL" clId="{ECC100FD-023F-4E10-9A7E-BC0C9D78DF98}" dt="2021-02-22T11:36:16.543" v="2043"/>
          <ac:picMkLst>
            <pc:docMk/>
            <pc:sldMk cId="1597470107" sldId="2076137358"/>
            <ac:picMk id="30" creationId="{BD1CE538-1913-441E-900A-2B37356B2A05}"/>
          </ac:picMkLst>
        </pc:picChg>
        <pc:cxnChg chg="mod">
          <ac:chgData name="Amilcar Jose Rodriguez Barrios" userId="efa7753a-59bf-44f0-ad53-c3388f48cff0" providerId="ADAL" clId="{ECC100FD-023F-4E10-9A7E-BC0C9D78DF98}" dt="2021-02-22T11:36:16.543" v="2043"/>
          <ac:cxnSpMkLst>
            <pc:docMk/>
            <pc:sldMk cId="1597470107" sldId="2076137358"/>
            <ac:cxnSpMk id="26" creationId="{EEEA9EAA-0E39-4ADF-AECA-A599CBED892F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11:35:55.919" v="2039" actId="20577"/>
        <pc:sldMkLst>
          <pc:docMk/>
          <pc:sldMk cId="2146709396" sldId="2076137359"/>
        </pc:sldMkLst>
        <pc:spChg chg="mod">
          <ac:chgData name="Amilcar Jose Rodriguez Barrios" userId="efa7753a-59bf-44f0-ad53-c3388f48cff0" providerId="ADAL" clId="{ECC100FD-023F-4E10-9A7E-BC0C9D78DF98}" dt="2021-02-22T11:35:55.919" v="2039" actId="20577"/>
          <ac:spMkLst>
            <pc:docMk/>
            <pc:sldMk cId="2146709396" sldId="2076137359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2-24T15:07:56.250" v="3490" actId="1076"/>
        <pc:sldMkLst>
          <pc:docMk/>
          <pc:sldMk cId="3115556590" sldId="2076137360"/>
        </pc:sldMkLst>
        <pc:spChg chg="del">
          <ac:chgData name="Amilcar Jose Rodriguez Barrios" userId="efa7753a-59bf-44f0-ad53-c3388f48cff0" providerId="ADAL" clId="{ECC100FD-023F-4E10-9A7E-BC0C9D78DF98}" dt="2021-02-22T11:52:58.738" v="2056" actId="478"/>
          <ac:spMkLst>
            <pc:docMk/>
            <pc:sldMk cId="3115556590" sldId="2076137360"/>
            <ac:spMk id="2" creationId="{18452535-CA7B-4D1E-BFB3-C2B850D98E93}"/>
          </ac:spMkLst>
        </pc:spChg>
        <pc:spChg chg="mod">
          <ac:chgData name="Amilcar Jose Rodriguez Barrios" userId="efa7753a-59bf-44f0-ad53-c3388f48cff0" providerId="ADAL" clId="{ECC100FD-023F-4E10-9A7E-BC0C9D78DF98}" dt="2021-02-22T11:53:03.180" v="2057"/>
          <ac:spMkLst>
            <pc:docMk/>
            <pc:sldMk cId="3115556590" sldId="2076137360"/>
            <ac:spMk id="4" creationId="{69B0904E-2628-44DC-98DC-1814EEEB5435}"/>
          </ac:spMkLst>
        </pc:spChg>
        <pc:spChg chg="mod">
          <ac:chgData name="Amilcar Jose Rodriguez Barrios" userId="efa7753a-59bf-44f0-ad53-c3388f48cff0" providerId="ADAL" clId="{ECC100FD-023F-4E10-9A7E-BC0C9D78DF98}" dt="2021-02-22T11:53:03.180" v="2057"/>
          <ac:spMkLst>
            <pc:docMk/>
            <pc:sldMk cId="3115556590" sldId="2076137360"/>
            <ac:spMk id="5" creationId="{C1FE6263-B58D-4BF0-A37E-FC68231FD9B7}"/>
          </ac:spMkLst>
        </pc:spChg>
        <pc:spChg chg="mod">
          <ac:chgData name="Amilcar Jose Rodriguez Barrios" userId="efa7753a-59bf-44f0-ad53-c3388f48cff0" providerId="ADAL" clId="{ECC100FD-023F-4E10-9A7E-BC0C9D78DF98}" dt="2021-02-22T11:53:03.180" v="2057"/>
          <ac:spMkLst>
            <pc:docMk/>
            <pc:sldMk cId="3115556590" sldId="2076137360"/>
            <ac:spMk id="8" creationId="{E229B557-A2C8-474C-8B6F-BD49C8D1AC06}"/>
          </ac:spMkLst>
        </pc:spChg>
        <pc:spChg chg="mod">
          <ac:chgData name="Amilcar Jose Rodriguez Barrios" userId="efa7753a-59bf-44f0-ad53-c3388f48cff0" providerId="ADAL" clId="{ECC100FD-023F-4E10-9A7E-BC0C9D78DF98}" dt="2021-02-22T11:53:03.180" v="2057"/>
          <ac:spMkLst>
            <pc:docMk/>
            <pc:sldMk cId="3115556590" sldId="2076137360"/>
            <ac:spMk id="10" creationId="{8753114A-719E-4082-8FF8-8B7E8E35BB2A}"/>
          </ac:spMkLst>
        </pc:spChg>
        <pc:spChg chg="add mod">
          <ac:chgData name="Amilcar Jose Rodriguez Barrios" userId="efa7753a-59bf-44f0-ad53-c3388f48cff0" providerId="ADAL" clId="{ECC100FD-023F-4E10-9A7E-BC0C9D78DF98}" dt="2021-02-22T11:53:21.699" v="2059" actId="20577"/>
          <ac:spMkLst>
            <pc:docMk/>
            <pc:sldMk cId="3115556590" sldId="2076137360"/>
            <ac:spMk id="12" creationId="{E2B025F3-0F55-4989-A47F-F9BA9C90C18E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14" creationId="{6F2973DD-F911-4CDD-81AB-AA8FF4D39581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15" creationId="{46911D74-5A20-48EB-96CE-5DDC91CC0251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17" creationId="{957CCE0F-F233-47BF-8364-D58C91E95E83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18" creationId="{3D01E7A2-87A9-40FA-A10D-4F6FDCFDA8DA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0" creationId="{85A5C85B-73AA-4E5C-9EB3-DD08EBA5A3FD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1" creationId="{23B76C19-7D5C-49B7-B777-6E3C36AFB60F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3" creationId="{78D97269-93C2-4D36-924D-AF43EB3E45B8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4" creationId="{8DE314CC-850A-463D-8C55-3C4A813B90E8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6" creationId="{3B532A31-0A5B-4650-9269-C6186CDF404D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7" creationId="{0296A916-68B1-4D47-AA21-F5583ED95A38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9" creationId="{701C1C3B-8F5C-443A-A074-68A8DBE304C3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0" creationId="{B8D2983F-5808-49B5-896F-A7EEC353F02A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2" creationId="{3A431514-CD36-46C5-8A9A-AE90CFE61248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3" creationId="{5611BB31-60D6-45FF-9330-701660DCC5C2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5" creationId="{FDB83C12-09AA-44CA-A6F5-F1975725E809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6" creationId="{9F87F6D9-2026-44C0-90BF-6C7A52475E1F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8" creationId="{24938C39-A6E8-4E78-BCBD-FDC4B232C1F9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9" creationId="{22332932-56A1-4D42-9A31-DA97E38D8A81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1" creationId="{32258C08-9FBD-4545-A4AA-DEC77B37FA2B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2" creationId="{8ACD94AB-3278-4CF5-ACA5-897DF952590A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4" creationId="{54891606-DC75-4B0C-B3D2-D2CA77D74DA9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5" creationId="{B7896A06-B927-421F-A2AA-4799035136A0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7" creationId="{671935E1-0FB8-4805-8D7D-022D33C0C2E4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8" creationId="{90831829-786E-4356-8A3E-FD1F677D7B4E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0" creationId="{EA64384F-081D-4973-BB87-556DBE22ED25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1" creationId="{029032DD-A3BC-4DA9-837C-D50D4C30FE31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3" creationId="{7C9C41F0-7658-498E-A8FE-3165A66F3AC7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4" creationId="{357DE66C-6F1E-44FF-A2CD-37F5A180186C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6" creationId="{2C2FF75B-95DB-48CD-9F3E-3634EBC5F2B1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7" creationId="{C4E84F15-15DE-4473-BA96-824A324E007D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9" creationId="{E6127709-2E4F-45CF-B351-7F2767FC7E6C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0" creationId="{8FC16A8D-BE27-4AF0-AD2A-23C77BFC9B53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2" creationId="{116A6F0A-CE22-4EF2-B71D-9E0E0FB89C0E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3" creationId="{62E27AB2-7770-4F80-8514-28B0A7211D13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5" creationId="{4D6A4A7A-4F17-4FBA-A3E8-98852CD4300A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6" creationId="{77E89F3D-0A63-4059-B562-4991DA34BDC7}"/>
          </ac:spMkLst>
        </pc:spChg>
        <pc:grpChg chg="add mod">
          <ac:chgData name="Amilcar Jose Rodriguez Barrios" userId="efa7753a-59bf-44f0-ad53-c3388f48cff0" providerId="ADAL" clId="{ECC100FD-023F-4E10-9A7E-BC0C9D78DF98}" dt="2021-02-22T11:53:03.180" v="2057"/>
          <ac:grpSpMkLst>
            <pc:docMk/>
            <pc:sldMk cId="3115556590" sldId="2076137360"/>
            <ac:grpSpMk id="3" creationId="{CAF92AE8-4572-45D7-A07B-78C2843BF8D6}"/>
          </ac:grpSpMkLst>
        </pc:grpChg>
        <pc:grpChg chg="add mod">
          <ac:chgData name="Amilcar Jose Rodriguez Barrios" userId="efa7753a-59bf-44f0-ad53-c3388f48cff0" providerId="ADAL" clId="{ECC100FD-023F-4E10-9A7E-BC0C9D78DF98}" dt="2021-02-22T11:53:03.180" v="2057"/>
          <ac:grpSpMkLst>
            <pc:docMk/>
            <pc:sldMk cId="3115556590" sldId="2076137360"/>
            <ac:grpSpMk id="6" creationId="{85962A29-831C-43CB-BBCD-17B0C9B4A300}"/>
          </ac:grpSpMkLst>
        </pc:grpChg>
        <pc:grpChg chg="add mod">
          <ac:chgData name="Amilcar Jose Rodriguez Barrios" userId="efa7753a-59bf-44f0-ad53-c3388f48cff0" providerId="ADAL" clId="{ECC100FD-023F-4E10-9A7E-BC0C9D78DF98}" dt="2021-02-22T11:53:03.180" v="2057"/>
          <ac:grpSpMkLst>
            <pc:docMk/>
            <pc:sldMk cId="3115556590" sldId="2076137360"/>
            <ac:grpSpMk id="9" creationId="{A2BB850D-1F87-453A-AA73-4F9DEBA079B9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13" creationId="{B7A4E0AD-0C52-4982-B980-FDCEDBED2D32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16" creationId="{5259B6C1-A6CD-428D-8774-7EBC49E5EDD3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19" creationId="{D43D461F-AC23-40F5-85C0-80C46AB6CC78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22" creationId="{6A0597E6-E1B3-4168-B001-9A7AB7767D05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25" creationId="{01245A13-4DDD-4037-A583-A1388B528E58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28" creationId="{01EBC7C0-01B1-4B7E-B901-2713898A6E4A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31" creationId="{DC5FCF26-06AD-4CA2-9E3A-DE58B32ACA74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34" creationId="{8F81AE1E-789A-4757-8DC5-87F36DEF558D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37" creationId="{B105D921-2F9C-488E-A2D5-2331E57961DA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40" creationId="{7288EAF7-71DA-4E1D-84A2-18F534610EC6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43" creationId="{DDBEB8E2-2629-4B69-A083-FDD77776408F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46" creationId="{2B2B837C-F99C-468C-B0FC-F2ADC7CE001C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49" creationId="{C4CB579F-FF9A-4343-95CB-0AF3CFD41328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52" creationId="{5250996F-A02A-4503-AB89-6A074CBFCB2B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55" creationId="{C2FD4AF9-242B-4CE7-ACCC-3E2784D0E32B}"/>
          </ac:grpSpMkLst>
        </pc:grpChg>
        <pc:grpChg chg="add mod">
          <ac:chgData name="Amilcar Jose Rodriguez Barrios" userId="efa7753a-59bf-44f0-ad53-c3388f48cff0" providerId="ADAL" clId="{ECC100FD-023F-4E10-9A7E-BC0C9D78DF98}" dt="2021-02-24T15:07:56.250" v="3490" actId="1076"/>
          <ac:grpSpMkLst>
            <pc:docMk/>
            <pc:sldMk cId="3115556590" sldId="2076137360"/>
            <ac:grpSpMk id="58" creationId="{DB5F7184-156D-4053-9E83-AC4D1D2F99C0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61" creationId="{C3AE7B6D-F18E-4EBE-BD79-CCDC2D29473F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64" creationId="{11C2310F-3A50-4289-84CE-BE88696375D3}"/>
          </ac:grpSpMkLst>
        </pc:grpChg>
        <pc:picChg chg="mod">
          <ac:chgData name="Amilcar Jose Rodriguez Barrios" userId="efa7753a-59bf-44f0-ad53-c3388f48cff0" providerId="ADAL" clId="{ECC100FD-023F-4E10-9A7E-BC0C9D78DF98}" dt="2021-02-22T11:53:03.180" v="2057"/>
          <ac:picMkLst>
            <pc:docMk/>
            <pc:sldMk cId="3115556590" sldId="2076137360"/>
            <ac:picMk id="11" creationId="{E08DF1AB-FB2D-40DB-867D-133CD22C0192}"/>
          </ac:picMkLst>
        </pc:picChg>
        <pc:cxnChg chg="mod">
          <ac:chgData name="Amilcar Jose Rodriguez Barrios" userId="efa7753a-59bf-44f0-ad53-c3388f48cff0" providerId="ADAL" clId="{ECC100FD-023F-4E10-9A7E-BC0C9D78DF98}" dt="2021-02-22T11:53:03.180" v="2057"/>
          <ac:cxnSpMkLst>
            <pc:docMk/>
            <pc:sldMk cId="3115556590" sldId="2076137360"/>
            <ac:cxnSpMk id="7" creationId="{D24AF515-3C90-4A04-97D7-F2948DBC91BF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2T11:54:55.157" v="2190" actId="1076"/>
        <pc:sldMkLst>
          <pc:docMk/>
          <pc:sldMk cId="741129113" sldId="2076137361"/>
        </pc:sldMkLst>
        <pc:spChg chg="del">
          <ac:chgData name="Amilcar Jose Rodriguez Barrios" userId="efa7753a-59bf-44f0-ad53-c3388f48cff0" providerId="ADAL" clId="{ECC100FD-023F-4E10-9A7E-BC0C9D78DF98}" dt="2021-02-22T11:54:23.336" v="2100" actId="478"/>
          <ac:spMkLst>
            <pc:docMk/>
            <pc:sldMk cId="741129113" sldId="2076137361"/>
            <ac:spMk id="2" creationId="{79E9F993-A7F7-4E6E-A1BF-6CF784006324}"/>
          </ac:spMkLst>
        </pc:spChg>
        <pc:spChg chg="add mod">
          <ac:chgData name="Amilcar Jose Rodriguez Barrios" userId="efa7753a-59bf-44f0-ad53-c3388f48cff0" providerId="ADAL" clId="{ECC100FD-023F-4E10-9A7E-BC0C9D78DF98}" dt="2021-02-22T11:54:55.157" v="2190" actId="1076"/>
          <ac:spMkLst>
            <pc:docMk/>
            <pc:sldMk cId="741129113" sldId="2076137361"/>
            <ac:spMk id="3" creationId="{D8EB45E7-84B5-407D-9FA1-95D5899482BA}"/>
          </ac:spMkLst>
        </pc:spChg>
        <pc:spChg chg="mod">
          <ac:chgData name="Amilcar Jose Rodriguez Barrios" userId="efa7753a-59bf-44f0-ad53-c3388f48cff0" providerId="ADAL" clId="{ECC100FD-023F-4E10-9A7E-BC0C9D78DF98}" dt="2021-02-22T11:54:23.678" v="2101"/>
          <ac:spMkLst>
            <pc:docMk/>
            <pc:sldMk cId="741129113" sldId="2076137361"/>
            <ac:spMk id="6" creationId="{890380F3-CBED-48B3-8A72-946920FEDDF1}"/>
          </ac:spMkLst>
        </pc:spChg>
        <pc:spChg chg="mod">
          <ac:chgData name="Amilcar Jose Rodriguez Barrios" userId="efa7753a-59bf-44f0-ad53-c3388f48cff0" providerId="ADAL" clId="{ECC100FD-023F-4E10-9A7E-BC0C9D78DF98}" dt="2021-02-22T11:54:23.678" v="2101"/>
          <ac:spMkLst>
            <pc:docMk/>
            <pc:sldMk cId="741129113" sldId="2076137361"/>
            <ac:spMk id="7" creationId="{133DA42A-3086-4073-BCC8-A2E3A084BC65}"/>
          </ac:spMkLst>
        </pc:spChg>
        <pc:spChg chg="add mod">
          <ac:chgData name="Amilcar Jose Rodriguez Barrios" userId="efa7753a-59bf-44f0-ad53-c3388f48cff0" providerId="ADAL" clId="{ECC100FD-023F-4E10-9A7E-BC0C9D78DF98}" dt="2021-02-22T11:54:34.320" v="2185" actId="1036"/>
          <ac:spMkLst>
            <pc:docMk/>
            <pc:sldMk cId="741129113" sldId="2076137361"/>
            <ac:spMk id="8" creationId="{A87975C5-BB18-4B46-BD3E-6F0B674F6236}"/>
          </ac:spMkLst>
        </pc:spChg>
        <pc:spChg chg="add mod">
          <ac:chgData name="Amilcar Jose Rodriguez Barrios" userId="efa7753a-59bf-44f0-ad53-c3388f48cff0" providerId="ADAL" clId="{ECC100FD-023F-4E10-9A7E-BC0C9D78DF98}" dt="2021-02-22T11:54:34.320" v="2185" actId="1036"/>
          <ac:spMkLst>
            <pc:docMk/>
            <pc:sldMk cId="741129113" sldId="2076137361"/>
            <ac:spMk id="9" creationId="{A20461AF-5FC5-4C84-85C7-2077A80DA1CD}"/>
          </ac:spMkLst>
        </pc:spChg>
        <pc:spChg chg="mod">
          <ac:chgData name="Amilcar Jose Rodriguez Barrios" userId="efa7753a-59bf-44f0-ad53-c3388f48cff0" providerId="ADAL" clId="{ECC100FD-023F-4E10-9A7E-BC0C9D78DF98}" dt="2021-02-22T11:54:48.233" v="2188"/>
          <ac:spMkLst>
            <pc:docMk/>
            <pc:sldMk cId="741129113" sldId="2076137361"/>
            <ac:spMk id="11" creationId="{28B920D4-54EB-4750-AC88-370668CAD558}"/>
          </ac:spMkLst>
        </pc:spChg>
        <pc:spChg chg="mod">
          <ac:chgData name="Amilcar Jose Rodriguez Barrios" userId="efa7753a-59bf-44f0-ad53-c3388f48cff0" providerId="ADAL" clId="{ECC100FD-023F-4E10-9A7E-BC0C9D78DF98}" dt="2021-02-22T11:54:48.233" v="2188"/>
          <ac:spMkLst>
            <pc:docMk/>
            <pc:sldMk cId="741129113" sldId="2076137361"/>
            <ac:spMk id="12" creationId="{F4FF0A19-DFA8-4FD3-9018-88593EAF3D86}"/>
          </ac:spMkLst>
        </pc:spChg>
        <pc:spChg chg="mod">
          <ac:chgData name="Amilcar Jose Rodriguez Barrios" userId="efa7753a-59bf-44f0-ad53-c3388f48cff0" providerId="ADAL" clId="{ECC100FD-023F-4E10-9A7E-BC0C9D78DF98}" dt="2021-02-22T11:54:48.233" v="2188"/>
          <ac:spMkLst>
            <pc:docMk/>
            <pc:sldMk cId="741129113" sldId="2076137361"/>
            <ac:spMk id="14" creationId="{EF4AED58-217F-48DF-9261-21ABD41E4BC0}"/>
          </ac:spMkLst>
        </pc:spChg>
        <pc:spChg chg="mod">
          <ac:chgData name="Amilcar Jose Rodriguez Barrios" userId="efa7753a-59bf-44f0-ad53-c3388f48cff0" providerId="ADAL" clId="{ECC100FD-023F-4E10-9A7E-BC0C9D78DF98}" dt="2021-02-22T11:54:52.111" v="2189"/>
          <ac:spMkLst>
            <pc:docMk/>
            <pc:sldMk cId="741129113" sldId="2076137361"/>
            <ac:spMk id="18" creationId="{6E4420F8-7944-40C9-9778-D6A11ED28138}"/>
          </ac:spMkLst>
        </pc:spChg>
        <pc:grpChg chg="add mod">
          <ac:chgData name="Amilcar Jose Rodriguez Barrios" userId="efa7753a-59bf-44f0-ad53-c3388f48cff0" providerId="ADAL" clId="{ECC100FD-023F-4E10-9A7E-BC0C9D78DF98}" dt="2021-02-22T11:54:34.320" v="2185" actId="1036"/>
          <ac:grpSpMkLst>
            <pc:docMk/>
            <pc:sldMk cId="741129113" sldId="2076137361"/>
            <ac:grpSpMk id="5" creationId="{A5F40F03-3FA7-4360-BEDC-80B4B7573018}"/>
          </ac:grpSpMkLst>
        </pc:grpChg>
        <pc:grpChg chg="add mod">
          <ac:chgData name="Amilcar Jose Rodriguez Barrios" userId="efa7753a-59bf-44f0-ad53-c3388f48cff0" providerId="ADAL" clId="{ECC100FD-023F-4E10-9A7E-BC0C9D78DF98}" dt="2021-02-22T11:54:48.233" v="2188"/>
          <ac:grpSpMkLst>
            <pc:docMk/>
            <pc:sldMk cId="741129113" sldId="2076137361"/>
            <ac:grpSpMk id="10" creationId="{C52805A4-10CB-4787-BC2C-C53BB5272D93}"/>
          </ac:grpSpMkLst>
        </pc:grpChg>
        <pc:grpChg chg="add mod">
          <ac:chgData name="Amilcar Jose Rodriguez Barrios" userId="efa7753a-59bf-44f0-ad53-c3388f48cff0" providerId="ADAL" clId="{ECC100FD-023F-4E10-9A7E-BC0C9D78DF98}" dt="2021-02-22T11:54:48.233" v="2188"/>
          <ac:grpSpMkLst>
            <pc:docMk/>
            <pc:sldMk cId="741129113" sldId="2076137361"/>
            <ac:grpSpMk id="13" creationId="{72412432-74CA-41E3-8D5F-51511AD813FC}"/>
          </ac:grpSpMkLst>
        </pc:grpChg>
        <pc:grpChg chg="add mod">
          <ac:chgData name="Amilcar Jose Rodriguez Barrios" userId="efa7753a-59bf-44f0-ad53-c3388f48cff0" providerId="ADAL" clId="{ECC100FD-023F-4E10-9A7E-BC0C9D78DF98}" dt="2021-02-22T11:54:52.111" v="2189"/>
          <ac:grpSpMkLst>
            <pc:docMk/>
            <pc:sldMk cId="741129113" sldId="2076137361"/>
            <ac:grpSpMk id="16" creationId="{46E1D28E-C522-4B19-AD69-B5E8EEA084DD}"/>
          </ac:grpSpMkLst>
        </pc:grpChg>
        <pc:picChg chg="add mod">
          <ac:chgData name="Amilcar Jose Rodriguez Barrios" userId="efa7753a-59bf-44f0-ad53-c3388f48cff0" providerId="ADAL" clId="{ECC100FD-023F-4E10-9A7E-BC0C9D78DF98}" dt="2021-02-22T11:54:34.320" v="2185" actId="1036"/>
          <ac:picMkLst>
            <pc:docMk/>
            <pc:sldMk cId="741129113" sldId="2076137361"/>
            <ac:picMk id="4" creationId="{B94B47FC-944F-4396-8C5F-15A208B57918}"/>
          </ac:picMkLst>
        </pc:picChg>
        <pc:picChg chg="mod">
          <ac:chgData name="Amilcar Jose Rodriguez Barrios" userId="efa7753a-59bf-44f0-ad53-c3388f48cff0" providerId="ADAL" clId="{ECC100FD-023F-4E10-9A7E-BC0C9D78DF98}" dt="2021-02-22T11:54:48.233" v="2188"/>
          <ac:picMkLst>
            <pc:docMk/>
            <pc:sldMk cId="741129113" sldId="2076137361"/>
            <ac:picMk id="15" creationId="{44957850-6AC7-4DB1-839A-28E7E862402D}"/>
          </ac:picMkLst>
        </pc:picChg>
        <pc:cxnChg chg="mod">
          <ac:chgData name="Amilcar Jose Rodriguez Barrios" userId="efa7753a-59bf-44f0-ad53-c3388f48cff0" providerId="ADAL" clId="{ECC100FD-023F-4E10-9A7E-BC0C9D78DF98}" dt="2021-02-22T11:54:52.111" v="2189"/>
          <ac:cxnSpMkLst>
            <pc:docMk/>
            <pc:sldMk cId="741129113" sldId="2076137361"/>
            <ac:cxnSpMk id="17" creationId="{12420FE3-9A07-44D3-9940-EB88B92FDF3A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14:58:25.253" v="3489" actId="478"/>
        <pc:sldMkLst>
          <pc:docMk/>
          <pc:sldMk cId="1226907293" sldId="2076137362"/>
        </pc:sldMkLst>
        <pc:spChg chg="del">
          <ac:chgData name="Amilcar Jose Rodriguez Barrios" userId="efa7753a-59bf-44f0-ad53-c3388f48cff0" providerId="ADAL" clId="{ECC100FD-023F-4E10-9A7E-BC0C9D78DF98}" dt="2021-02-22T11:55:03.521" v="2192" actId="478"/>
          <ac:spMkLst>
            <pc:docMk/>
            <pc:sldMk cId="1226907293" sldId="2076137362"/>
            <ac:spMk id="2" creationId="{1819BCF6-D2C9-4060-AA24-9B67C1A3C53A}"/>
          </ac:spMkLst>
        </pc:spChg>
        <pc:spChg chg="add del mod">
          <ac:chgData name="Amilcar Jose Rodriguez Barrios" userId="efa7753a-59bf-44f0-ad53-c3388f48cff0" providerId="ADAL" clId="{ECC100FD-023F-4E10-9A7E-BC0C9D78DF98}" dt="2021-02-24T14:58:25.253" v="3489" actId="478"/>
          <ac:spMkLst>
            <pc:docMk/>
            <pc:sldMk cId="1226907293" sldId="2076137362"/>
            <ac:spMk id="2" creationId="{3BAF3ADF-FD63-459C-9363-CD212544CEC6}"/>
          </ac:spMkLst>
        </pc:spChg>
        <pc:spChg chg="add mod">
          <ac:chgData name="Amilcar Jose Rodriguez Barrios" userId="efa7753a-59bf-44f0-ad53-c3388f48cff0" providerId="ADAL" clId="{ECC100FD-023F-4E10-9A7E-BC0C9D78DF98}" dt="2021-02-22T19:49:58.392" v="2278" actId="1035"/>
          <ac:spMkLst>
            <pc:docMk/>
            <pc:sldMk cId="1226907293" sldId="2076137362"/>
            <ac:spMk id="3" creationId="{5C415DBF-68DC-4552-B1C4-99FFA0805E35}"/>
          </ac:spMkLst>
        </pc:spChg>
        <pc:spChg chg="add mod">
          <ac:chgData name="Amilcar Jose Rodriguez Barrios" userId="efa7753a-59bf-44f0-ad53-c3388f48cff0" providerId="ADAL" clId="{ECC100FD-023F-4E10-9A7E-BC0C9D78DF98}" dt="2021-02-22T19:49:47.346" v="2264" actId="14100"/>
          <ac:spMkLst>
            <pc:docMk/>
            <pc:sldMk cId="1226907293" sldId="2076137362"/>
            <ac:spMk id="4" creationId="{15B2B16F-D893-4082-AFAC-3C29EC74F65D}"/>
          </ac:spMkLst>
        </pc:spChg>
        <pc:spChg chg="add mod">
          <ac:chgData name="Amilcar Jose Rodriguez Barrios" userId="efa7753a-59bf-44f0-ad53-c3388f48cff0" providerId="ADAL" clId="{ECC100FD-023F-4E10-9A7E-BC0C9D78DF98}" dt="2021-02-22T19:49:49.688" v="2265" actId="14100"/>
          <ac:spMkLst>
            <pc:docMk/>
            <pc:sldMk cId="1226907293" sldId="2076137362"/>
            <ac:spMk id="5" creationId="{471BF7C2-4A2F-4E7A-A0E7-14A640B3EDF1}"/>
          </ac:spMkLst>
        </pc:spChg>
        <pc:spChg chg="add mod">
          <ac:chgData name="Amilcar Jose Rodriguez Barrios" userId="efa7753a-59bf-44f0-ad53-c3388f48cff0" providerId="ADAL" clId="{ECC100FD-023F-4E10-9A7E-BC0C9D78DF98}" dt="2021-02-22T19:49:51.835" v="2266" actId="14100"/>
          <ac:spMkLst>
            <pc:docMk/>
            <pc:sldMk cId="1226907293" sldId="2076137362"/>
            <ac:spMk id="7" creationId="{FD90A0F9-F604-4F62-BC25-E3CCF4A7874D}"/>
          </ac:spMkLst>
        </pc:spChg>
        <pc:spChg chg="mod">
          <ac:chgData name="Amilcar Jose Rodriguez Barrios" userId="efa7753a-59bf-44f0-ad53-c3388f48cff0" providerId="ADAL" clId="{ECC100FD-023F-4E10-9A7E-BC0C9D78DF98}" dt="2021-02-22T11:55:33.028" v="2197"/>
          <ac:spMkLst>
            <pc:docMk/>
            <pc:sldMk cId="1226907293" sldId="2076137362"/>
            <ac:spMk id="11" creationId="{0B39AEAF-E7B2-4753-84B8-3E6EB5A6AD28}"/>
          </ac:spMkLst>
        </pc:spChg>
        <pc:spChg chg="mod">
          <ac:chgData name="Amilcar Jose Rodriguez Barrios" userId="efa7753a-59bf-44f0-ad53-c3388f48cff0" providerId="ADAL" clId="{ECC100FD-023F-4E10-9A7E-BC0C9D78DF98}" dt="2021-02-22T11:55:33.028" v="2197"/>
          <ac:spMkLst>
            <pc:docMk/>
            <pc:sldMk cId="1226907293" sldId="2076137362"/>
            <ac:spMk id="12" creationId="{D27D7662-9EEA-45F9-899F-9C95C04CCCAA}"/>
          </ac:spMkLst>
        </pc:spChg>
        <pc:spChg chg="mod">
          <ac:chgData name="Amilcar Jose Rodriguez Barrios" userId="efa7753a-59bf-44f0-ad53-c3388f48cff0" providerId="ADAL" clId="{ECC100FD-023F-4E10-9A7E-BC0C9D78DF98}" dt="2021-02-22T11:55:33.028" v="2197"/>
          <ac:spMkLst>
            <pc:docMk/>
            <pc:sldMk cId="1226907293" sldId="2076137362"/>
            <ac:spMk id="14" creationId="{96E6B4FF-E429-4EA6-800B-893E50E9FB9D}"/>
          </ac:spMkLst>
        </pc:spChg>
        <pc:spChg chg="mod">
          <ac:chgData name="Amilcar Jose Rodriguez Barrios" userId="efa7753a-59bf-44f0-ad53-c3388f48cff0" providerId="ADAL" clId="{ECC100FD-023F-4E10-9A7E-BC0C9D78DF98}" dt="2021-02-22T11:55:33.028" v="2197"/>
          <ac:spMkLst>
            <pc:docMk/>
            <pc:sldMk cId="1226907293" sldId="2076137362"/>
            <ac:spMk id="18" creationId="{115E7EE9-9FC2-4484-8456-CF9D5853BC54}"/>
          </ac:spMkLst>
        </pc:spChg>
        <pc:spChg chg="add del mod">
          <ac:chgData name="Amilcar Jose Rodriguez Barrios" userId="efa7753a-59bf-44f0-ad53-c3388f48cff0" providerId="ADAL" clId="{ECC100FD-023F-4E10-9A7E-BC0C9D78DF98}" dt="2021-02-24T14:57:05.802" v="3485" actId="478"/>
          <ac:spMkLst>
            <pc:docMk/>
            <pc:sldMk cId="1226907293" sldId="2076137362"/>
            <ac:spMk id="19" creationId="{B0A2F824-A716-4B29-A475-8D01B2E87DF5}"/>
          </ac:spMkLst>
        </pc:spChg>
        <pc:spChg chg="add del mod">
          <ac:chgData name="Amilcar Jose Rodriguez Barrios" userId="efa7753a-59bf-44f0-ad53-c3388f48cff0" providerId="ADAL" clId="{ECC100FD-023F-4E10-9A7E-BC0C9D78DF98}" dt="2021-02-24T14:58:24.303" v="3488" actId="478"/>
          <ac:spMkLst>
            <pc:docMk/>
            <pc:sldMk cId="1226907293" sldId="2076137362"/>
            <ac:spMk id="20" creationId="{1FD95240-785A-4EEF-A842-8CFEEEF8A9D9}"/>
          </ac:spMkLst>
        </pc:spChg>
        <pc:grpChg chg="add mod">
          <ac:chgData name="Amilcar Jose Rodriguez Barrios" userId="efa7753a-59bf-44f0-ad53-c3388f48cff0" providerId="ADAL" clId="{ECC100FD-023F-4E10-9A7E-BC0C9D78DF98}" dt="2021-02-22T11:55:33.028" v="2197"/>
          <ac:grpSpMkLst>
            <pc:docMk/>
            <pc:sldMk cId="1226907293" sldId="2076137362"/>
            <ac:grpSpMk id="10" creationId="{9D319FAC-BBFA-4307-AD79-4D347BAF9A11}"/>
          </ac:grpSpMkLst>
        </pc:grpChg>
        <pc:grpChg chg="add mod">
          <ac:chgData name="Amilcar Jose Rodriguez Barrios" userId="efa7753a-59bf-44f0-ad53-c3388f48cff0" providerId="ADAL" clId="{ECC100FD-023F-4E10-9A7E-BC0C9D78DF98}" dt="2021-02-22T11:55:33.028" v="2197"/>
          <ac:grpSpMkLst>
            <pc:docMk/>
            <pc:sldMk cId="1226907293" sldId="2076137362"/>
            <ac:grpSpMk id="13" creationId="{E1C3A431-1263-4031-8B5B-14968B142ACB}"/>
          </ac:grpSpMkLst>
        </pc:grpChg>
        <pc:grpChg chg="add mod">
          <ac:chgData name="Amilcar Jose Rodriguez Barrios" userId="efa7753a-59bf-44f0-ad53-c3388f48cff0" providerId="ADAL" clId="{ECC100FD-023F-4E10-9A7E-BC0C9D78DF98}" dt="2021-02-22T11:55:33.028" v="2197"/>
          <ac:grpSpMkLst>
            <pc:docMk/>
            <pc:sldMk cId="1226907293" sldId="2076137362"/>
            <ac:grpSpMk id="16" creationId="{63EBA069-65E2-4B7B-829B-49B42F34A9AC}"/>
          </ac:grpSpMkLst>
        </pc:grpChg>
        <pc:picChg chg="add mod">
          <ac:chgData name="Amilcar Jose Rodriguez Barrios" userId="efa7753a-59bf-44f0-ad53-c3388f48cff0" providerId="ADAL" clId="{ECC100FD-023F-4E10-9A7E-BC0C9D78DF98}" dt="2021-02-22T19:49:43.424" v="2262" actId="1036"/>
          <ac:picMkLst>
            <pc:docMk/>
            <pc:sldMk cId="1226907293" sldId="2076137362"/>
            <ac:picMk id="6" creationId="{5BD7BCD0-19D5-4B38-8B9F-1299754EE755}"/>
          </ac:picMkLst>
        </pc:picChg>
        <pc:picChg chg="add mod">
          <ac:chgData name="Amilcar Jose Rodriguez Barrios" userId="efa7753a-59bf-44f0-ad53-c3388f48cff0" providerId="ADAL" clId="{ECC100FD-023F-4E10-9A7E-BC0C9D78DF98}" dt="2021-02-22T19:49:43.424" v="2262" actId="1036"/>
          <ac:picMkLst>
            <pc:docMk/>
            <pc:sldMk cId="1226907293" sldId="2076137362"/>
            <ac:picMk id="8" creationId="{E5FEBD7E-18E0-42B7-8004-834473BB53A8}"/>
          </ac:picMkLst>
        </pc:picChg>
        <pc:picChg chg="add mod">
          <ac:chgData name="Amilcar Jose Rodriguez Barrios" userId="efa7753a-59bf-44f0-ad53-c3388f48cff0" providerId="ADAL" clId="{ECC100FD-023F-4E10-9A7E-BC0C9D78DF98}" dt="2021-02-22T19:49:43.424" v="2262" actId="1036"/>
          <ac:picMkLst>
            <pc:docMk/>
            <pc:sldMk cId="1226907293" sldId="2076137362"/>
            <ac:picMk id="9" creationId="{B4E85083-BEBE-4AB9-A30C-A9D1144BBD88}"/>
          </ac:picMkLst>
        </pc:picChg>
        <pc:picChg chg="mod">
          <ac:chgData name="Amilcar Jose Rodriguez Barrios" userId="efa7753a-59bf-44f0-ad53-c3388f48cff0" providerId="ADAL" clId="{ECC100FD-023F-4E10-9A7E-BC0C9D78DF98}" dt="2021-02-22T11:55:33.028" v="2197"/>
          <ac:picMkLst>
            <pc:docMk/>
            <pc:sldMk cId="1226907293" sldId="2076137362"/>
            <ac:picMk id="15" creationId="{ED8532AC-20EF-4586-BDBC-8A0061B4EEB9}"/>
          </ac:picMkLst>
        </pc:picChg>
        <pc:cxnChg chg="mod">
          <ac:chgData name="Amilcar Jose Rodriguez Barrios" userId="efa7753a-59bf-44f0-ad53-c3388f48cff0" providerId="ADAL" clId="{ECC100FD-023F-4E10-9A7E-BC0C9D78DF98}" dt="2021-02-22T11:55:33.028" v="2197"/>
          <ac:cxnSpMkLst>
            <pc:docMk/>
            <pc:sldMk cId="1226907293" sldId="2076137362"/>
            <ac:cxnSpMk id="17" creationId="{9BF5CB9F-970C-476D-AE47-D8F934B2B741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20:37:34.638" v="2439" actId="1076"/>
        <pc:sldMkLst>
          <pc:docMk/>
          <pc:sldMk cId="3128976234" sldId="2076137363"/>
        </pc:sldMkLst>
        <pc:spChg chg="mod">
          <ac:chgData name="Amilcar Jose Rodriguez Barrios" userId="efa7753a-59bf-44f0-ad53-c3388f48cff0" providerId="ADAL" clId="{ECC100FD-023F-4E10-9A7E-BC0C9D78DF98}" dt="2021-02-22T20:36:48.225" v="2281" actId="20577"/>
          <ac:spMkLst>
            <pc:docMk/>
            <pc:sldMk cId="3128976234" sldId="2076137363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37:34.638" v="2439" actId="1076"/>
          <ac:spMkLst>
            <pc:docMk/>
            <pc:sldMk cId="3128976234" sldId="2076137363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2T20:36:55.817" v="2309" actId="20577"/>
          <ac:spMkLst>
            <pc:docMk/>
            <pc:sldMk cId="3128976234" sldId="2076137363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37:29.894" v="2437" actId="20577"/>
          <ac:spMkLst>
            <pc:docMk/>
            <pc:sldMk cId="3128976234" sldId="2076137363"/>
            <ac:spMk id="19" creationId="{B0271379-BCEE-440E-A01D-B4B3F087B14B}"/>
          </ac:spMkLst>
        </pc:spChg>
      </pc:sldChg>
      <pc:sldChg chg="addSp delSp modSp add mod ord">
        <pc:chgData name="Amilcar Jose Rodriguez Barrios" userId="efa7753a-59bf-44f0-ad53-c3388f48cff0" providerId="ADAL" clId="{ECC100FD-023F-4E10-9A7E-BC0C9D78DF98}" dt="2021-02-24T01:46:34.880" v="3196" actId="20577"/>
        <pc:sldMkLst>
          <pc:docMk/>
          <pc:sldMk cId="3856076593" sldId="2076137364"/>
        </pc:sldMkLst>
        <pc:spChg chg="mod">
          <ac:chgData name="Amilcar Jose Rodriguez Barrios" userId="efa7753a-59bf-44f0-ad53-c3388f48cff0" providerId="ADAL" clId="{ECC100FD-023F-4E10-9A7E-BC0C9D78DF98}" dt="2021-02-23T20:22:04.168" v="3164" actId="20577"/>
          <ac:spMkLst>
            <pc:docMk/>
            <pc:sldMk cId="3856076593" sldId="2076137364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4T01:46:28.631" v="3187" actId="20577"/>
          <ac:spMkLst>
            <pc:docMk/>
            <pc:sldMk cId="3856076593" sldId="2076137364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40:05.869" v="2603"/>
          <ac:spMkLst>
            <pc:docMk/>
            <pc:sldMk cId="3856076593" sldId="2076137364"/>
            <ac:spMk id="17" creationId="{648566D5-0733-4593-B6F5-0B24774E314C}"/>
          </ac:spMkLst>
        </pc:spChg>
        <pc:spChg chg="mod">
          <ac:chgData name="Amilcar Jose Rodriguez Barrios" userId="efa7753a-59bf-44f0-ad53-c3388f48cff0" providerId="ADAL" clId="{ECC100FD-023F-4E10-9A7E-BC0C9D78DF98}" dt="2021-02-22T20:40:05.869" v="2603"/>
          <ac:spMkLst>
            <pc:docMk/>
            <pc:sldMk cId="3856076593" sldId="2076137364"/>
            <ac:spMk id="18" creationId="{94FFCE50-7A44-418A-B83D-932C14474DA1}"/>
          </ac:spMkLst>
        </pc:spChg>
        <pc:spChg chg="mod">
          <ac:chgData name="Amilcar Jose Rodriguez Barrios" userId="efa7753a-59bf-44f0-ad53-c3388f48cff0" providerId="ADAL" clId="{ECC100FD-023F-4E10-9A7E-BC0C9D78DF98}" dt="2021-02-24T01:46:34.880" v="3196" actId="20577"/>
          <ac:spMkLst>
            <pc:docMk/>
            <pc:sldMk cId="3856076593" sldId="2076137364"/>
            <ac:spMk id="19" creationId="{B0271379-BCEE-440E-A01D-B4B3F087B14B}"/>
          </ac:spMkLst>
        </pc:spChg>
        <pc:grpChg chg="del">
          <ac:chgData name="Amilcar Jose Rodriguez Barrios" userId="efa7753a-59bf-44f0-ad53-c3388f48cff0" providerId="ADAL" clId="{ECC100FD-023F-4E10-9A7E-BC0C9D78DF98}" dt="2021-02-22T20:40:05.635" v="2602" actId="478"/>
          <ac:grpSpMkLst>
            <pc:docMk/>
            <pc:sldMk cId="3856076593" sldId="2076137364"/>
            <ac:grpSpMk id="13" creationId="{CB711BD1-AF90-45D6-AEAD-F22666340018}"/>
          </ac:grpSpMkLst>
        </pc:grpChg>
        <pc:grpChg chg="add mod">
          <ac:chgData name="Amilcar Jose Rodriguez Barrios" userId="efa7753a-59bf-44f0-ad53-c3388f48cff0" providerId="ADAL" clId="{ECC100FD-023F-4E10-9A7E-BC0C9D78DF98}" dt="2021-02-22T20:40:05.869" v="2603"/>
          <ac:grpSpMkLst>
            <pc:docMk/>
            <pc:sldMk cId="3856076593" sldId="2076137364"/>
            <ac:grpSpMk id="16" creationId="{33C77C46-FE24-4CB4-A889-007572E8621F}"/>
          </ac:grpSpMkLst>
        </pc:grpChg>
      </pc:sldChg>
      <pc:sldChg chg="addSp delSp modSp add del mod">
        <pc:chgData name="Amilcar Jose Rodriguez Barrios" userId="efa7753a-59bf-44f0-ad53-c3388f48cff0" providerId="ADAL" clId="{ECC100FD-023F-4E10-9A7E-BC0C9D78DF98}" dt="2021-02-24T01:45:28.573" v="3174" actId="47"/>
        <pc:sldMkLst>
          <pc:docMk/>
          <pc:sldMk cId="2748386119" sldId="2076137365"/>
        </pc:sldMkLst>
        <pc:spChg chg="mod">
          <ac:chgData name="Amilcar Jose Rodriguez Barrios" userId="efa7753a-59bf-44f0-ad53-c3388f48cff0" providerId="ADAL" clId="{ECC100FD-023F-4E10-9A7E-BC0C9D78DF98}" dt="2021-02-23T20:22:08.433" v="3166" actId="20577"/>
          <ac:spMkLst>
            <pc:docMk/>
            <pc:sldMk cId="2748386119" sldId="2076137365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38:54.004" v="2569" actId="20577"/>
          <ac:spMkLst>
            <pc:docMk/>
            <pc:sldMk cId="2748386119" sldId="2076137365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40:09.701" v="2606"/>
          <ac:spMkLst>
            <pc:docMk/>
            <pc:sldMk cId="2748386119" sldId="2076137365"/>
            <ac:spMk id="17" creationId="{CADB5CFF-49C1-49BD-903C-A1B48DE65602}"/>
          </ac:spMkLst>
        </pc:spChg>
        <pc:spChg chg="mod">
          <ac:chgData name="Amilcar Jose Rodriguez Barrios" userId="efa7753a-59bf-44f0-ad53-c3388f48cff0" providerId="ADAL" clId="{ECC100FD-023F-4E10-9A7E-BC0C9D78DF98}" dt="2021-02-22T20:40:09.701" v="2606"/>
          <ac:spMkLst>
            <pc:docMk/>
            <pc:sldMk cId="2748386119" sldId="2076137365"/>
            <ac:spMk id="18" creationId="{5C54DC97-238D-4720-A4E3-087EAC2ED5FF}"/>
          </ac:spMkLst>
        </pc:spChg>
        <pc:grpChg chg="del mod">
          <ac:chgData name="Amilcar Jose Rodriguez Barrios" userId="efa7753a-59bf-44f0-ad53-c3388f48cff0" providerId="ADAL" clId="{ECC100FD-023F-4E10-9A7E-BC0C9D78DF98}" dt="2021-02-22T20:40:09.470" v="2605" actId="478"/>
          <ac:grpSpMkLst>
            <pc:docMk/>
            <pc:sldMk cId="2748386119" sldId="2076137365"/>
            <ac:grpSpMk id="13" creationId="{CB711BD1-AF90-45D6-AEAD-F22666340018}"/>
          </ac:grpSpMkLst>
        </pc:grpChg>
        <pc:grpChg chg="add mod">
          <ac:chgData name="Amilcar Jose Rodriguez Barrios" userId="efa7753a-59bf-44f0-ad53-c3388f48cff0" providerId="ADAL" clId="{ECC100FD-023F-4E10-9A7E-BC0C9D78DF98}" dt="2021-02-22T20:40:09.701" v="2606"/>
          <ac:grpSpMkLst>
            <pc:docMk/>
            <pc:sldMk cId="2748386119" sldId="2076137365"/>
            <ac:grpSpMk id="16" creationId="{0A8AC102-63EE-4EA8-9E57-CB5ACF9C91D1}"/>
          </ac:grpSpMkLst>
        </pc:grpChg>
      </pc:sldChg>
      <pc:sldChg chg="addSp delSp modSp add mod">
        <pc:chgData name="Amilcar Jose Rodriguez Barrios" userId="efa7753a-59bf-44f0-ad53-c3388f48cff0" providerId="ADAL" clId="{ECC100FD-023F-4E10-9A7E-BC0C9D78DF98}" dt="2021-02-24T03:36:20.374" v="3212" actId="20577"/>
        <pc:sldMkLst>
          <pc:docMk/>
          <pc:sldMk cId="1152763170" sldId="2076137366"/>
        </pc:sldMkLst>
        <pc:spChg chg="mod">
          <ac:chgData name="Amilcar Jose Rodriguez Barrios" userId="efa7753a-59bf-44f0-ad53-c3388f48cff0" providerId="ADAL" clId="{ECC100FD-023F-4E10-9A7E-BC0C9D78DF98}" dt="2021-02-24T03:36:20.374" v="3212" actId="20577"/>
          <ac:spMkLst>
            <pc:docMk/>
            <pc:sldMk cId="1152763170" sldId="2076137366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39:42.879" v="2600" actId="1076"/>
          <ac:spMkLst>
            <pc:docMk/>
            <pc:sldMk cId="1152763170" sldId="2076137366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2T20:39:29.050" v="2597" actId="20577"/>
          <ac:spMkLst>
            <pc:docMk/>
            <pc:sldMk cId="1152763170" sldId="2076137366"/>
            <ac:spMk id="5" creationId="{C6D5333B-491F-43DA-88EE-D46CC1A35A8D}"/>
          </ac:spMkLst>
        </pc:spChg>
        <pc:spChg chg="topLvl">
          <ac:chgData name="Amilcar Jose Rodriguez Barrios" userId="efa7753a-59bf-44f0-ad53-c3388f48cff0" providerId="ADAL" clId="{ECC100FD-023F-4E10-9A7E-BC0C9D78DF98}" dt="2021-02-22T20:40:14.280" v="2607" actId="478"/>
          <ac:spMkLst>
            <pc:docMk/>
            <pc:sldMk cId="1152763170" sldId="2076137366"/>
            <ac:spMk id="14" creationId="{7AD5841F-880B-4458-AC85-5E1B35A7F67B}"/>
          </ac:spMkLst>
        </pc:spChg>
        <pc:spChg chg="del topLvl">
          <ac:chgData name="Amilcar Jose Rodriguez Barrios" userId="efa7753a-59bf-44f0-ad53-c3388f48cff0" providerId="ADAL" clId="{ECC100FD-023F-4E10-9A7E-BC0C9D78DF98}" dt="2021-02-22T20:40:14.280" v="2607" actId="478"/>
          <ac:spMkLst>
            <pc:docMk/>
            <pc:sldMk cId="1152763170" sldId="2076137366"/>
            <ac:spMk id="15" creationId="{56F1FD05-348F-4BBF-933F-A435B7BFB655}"/>
          </ac:spMkLst>
        </pc:spChg>
        <pc:spChg chg="mod">
          <ac:chgData name="Amilcar Jose Rodriguez Barrios" userId="efa7753a-59bf-44f0-ad53-c3388f48cff0" providerId="ADAL" clId="{ECC100FD-023F-4E10-9A7E-BC0C9D78DF98}" dt="2021-02-22T20:40:14.528" v="2608"/>
          <ac:spMkLst>
            <pc:docMk/>
            <pc:sldMk cId="1152763170" sldId="2076137366"/>
            <ac:spMk id="17" creationId="{39C5EBD1-695C-4AC8-B33F-70C547A154FB}"/>
          </ac:spMkLst>
        </pc:spChg>
        <pc:spChg chg="mod">
          <ac:chgData name="Amilcar Jose Rodriguez Barrios" userId="efa7753a-59bf-44f0-ad53-c3388f48cff0" providerId="ADAL" clId="{ECC100FD-023F-4E10-9A7E-BC0C9D78DF98}" dt="2021-02-22T20:40:14.528" v="2608"/>
          <ac:spMkLst>
            <pc:docMk/>
            <pc:sldMk cId="1152763170" sldId="2076137366"/>
            <ac:spMk id="18" creationId="{C324E681-FD13-4E03-A671-B6A8DD7D086B}"/>
          </ac:spMkLst>
        </pc:spChg>
        <pc:spChg chg="mod">
          <ac:chgData name="Amilcar Jose Rodriguez Barrios" userId="efa7753a-59bf-44f0-ad53-c3388f48cff0" providerId="ADAL" clId="{ECC100FD-023F-4E10-9A7E-BC0C9D78DF98}" dt="2021-02-22T20:39:44.253" v="2601" actId="14100"/>
          <ac:spMkLst>
            <pc:docMk/>
            <pc:sldMk cId="1152763170" sldId="2076137366"/>
            <ac:spMk id="19" creationId="{B0271379-BCEE-440E-A01D-B4B3F087B14B}"/>
          </ac:spMkLst>
        </pc:spChg>
        <pc:grpChg chg="del">
          <ac:chgData name="Amilcar Jose Rodriguez Barrios" userId="efa7753a-59bf-44f0-ad53-c3388f48cff0" providerId="ADAL" clId="{ECC100FD-023F-4E10-9A7E-BC0C9D78DF98}" dt="2021-02-22T20:40:14.280" v="2607" actId="478"/>
          <ac:grpSpMkLst>
            <pc:docMk/>
            <pc:sldMk cId="1152763170" sldId="2076137366"/>
            <ac:grpSpMk id="13" creationId="{CB711BD1-AF90-45D6-AEAD-F22666340018}"/>
          </ac:grpSpMkLst>
        </pc:grpChg>
        <pc:grpChg chg="add mod">
          <ac:chgData name="Amilcar Jose Rodriguez Barrios" userId="efa7753a-59bf-44f0-ad53-c3388f48cff0" providerId="ADAL" clId="{ECC100FD-023F-4E10-9A7E-BC0C9D78DF98}" dt="2021-02-22T20:40:14.528" v="2608"/>
          <ac:grpSpMkLst>
            <pc:docMk/>
            <pc:sldMk cId="1152763170" sldId="2076137366"/>
            <ac:grpSpMk id="16" creationId="{0C64DE97-11CC-45D6-901B-732E36180859}"/>
          </ac:grpSpMkLst>
        </pc:grpChg>
      </pc:sldChg>
      <pc:sldChg chg="modSp add del mod">
        <pc:chgData name="Amilcar Jose Rodriguez Barrios" userId="efa7753a-59bf-44f0-ad53-c3388f48cff0" providerId="ADAL" clId="{ECC100FD-023F-4E10-9A7E-BC0C9D78DF98}" dt="2021-02-24T03:36:22.646" v="3213" actId="47"/>
        <pc:sldMkLst>
          <pc:docMk/>
          <pc:sldMk cId="2111666999" sldId="2076137367"/>
        </pc:sldMkLst>
        <pc:spChg chg="mod">
          <ac:chgData name="Amilcar Jose Rodriguez Barrios" userId="efa7753a-59bf-44f0-ad53-c3388f48cff0" providerId="ADAL" clId="{ECC100FD-023F-4E10-9A7E-BC0C9D78DF98}" dt="2021-02-22T20:41:25.154" v="2672" actId="1036"/>
          <ac:spMkLst>
            <pc:docMk/>
            <pc:sldMk cId="2111666999" sldId="2076137367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41:25.154" v="2672" actId="1036"/>
          <ac:spMkLst>
            <pc:docMk/>
            <pc:sldMk cId="2111666999" sldId="2076137367"/>
            <ac:spMk id="3" creationId="{A9C646ED-059A-43F7-A22E-9D3C3EB6E8CB}"/>
          </ac:spMkLst>
        </pc:spChg>
        <pc:spChg chg="mod">
          <ac:chgData name="Amilcar Jose Rodriguez Barrios" userId="efa7753a-59bf-44f0-ad53-c3388f48cff0" providerId="ADAL" clId="{ECC100FD-023F-4E10-9A7E-BC0C9D78DF98}" dt="2021-02-22T20:41:41.335" v="2679" actId="1076"/>
          <ac:spMkLst>
            <pc:docMk/>
            <pc:sldMk cId="2111666999" sldId="2076137367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2T20:41:25.154" v="2672" actId="1036"/>
          <ac:spMkLst>
            <pc:docMk/>
            <pc:sldMk cId="2111666999" sldId="2076137367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41:48.999" v="2683" actId="14100"/>
          <ac:spMkLst>
            <pc:docMk/>
            <pc:sldMk cId="2111666999" sldId="2076137367"/>
            <ac:spMk id="19" creationId="{B0271379-BCEE-440E-A01D-B4B3F087B14B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22T20:43:12.788" v="2751" actId="1076"/>
        <pc:sldMkLst>
          <pc:docMk/>
          <pc:sldMk cId="908776760" sldId="2076137368"/>
        </pc:sldMkLst>
        <pc:spChg chg="mod">
          <ac:chgData name="Amilcar Jose Rodriguez Barrios" userId="efa7753a-59bf-44f0-ad53-c3388f48cff0" providerId="ADAL" clId="{ECC100FD-023F-4E10-9A7E-BC0C9D78DF98}" dt="2021-02-22T20:43:11.779" v="2749" actId="1076"/>
          <ac:spMkLst>
            <pc:docMk/>
            <pc:sldMk cId="908776760" sldId="2076137368"/>
            <ac:spMk id="9" creationId="{E7731D0A-BED0-4C7D-80D9-145621B03A73}"/>
          </ac:spMkLst>
        </pc:spChg>
        <pc:picChg chg="mod">
          <ac:chgData name="Amilcar Jose Rodriguez Barrios" userId="efa7753a-59bf-44f0-ad53-c3388f48cff0" providerId="ADAL" clId="{ECC100FD-023F-4E10-9A7E-BC0C9D78DF98}" dt="2021-02-22T20:43:12.788" v="2751" actId="1076"/>
          <ac:picMkLst>
            <pc:docMk/>
            <pc:sldMk cId="908776760" sldId="2076137368"/>
            <ac:picMk id="13" creationId="{35957EFB-EF75-462F-A086-7BB3DA681260}"/>
          </ac:picMkLst>
        </pc:picChg>
      </pc:sldChg>
      <pc:sldChg chg="add del">
        <pc:chgData name="Amilcar Jose Rodriguez Barrios" userId="efa7753a-59bf-44f0-ad53-c3388f48cff0" providerId="ADAL" clId="{ECC100FD-023F-4E10-9A7E-BC0C9D78DF98}" dt="2021-02-22T20:42:47.602" v="2685" actId="47"/>
        <pc:sldMkLst>
          <pc:docMk/>
          <pc:sldMk cId="3246179002" sldId="2076137368"/>
        </pc:sldMkLst>
      </pc:sldChg>
      <pc:sldChg chg="addSp delSp modSp add mod delAnim modAnim">
        <pc:chgData name="Amilcar Jose Rodriguez Barrios" userId="efa7753a-59bf-44f0-ad53-c3388f48cff0" providerId="ADAL" clId="{ECC100FD-023F-4E10-9A7E-BC0C9D78DF98}" dt="2021-02-22T20:44:47.309" v="2802" actId="14100"/>
        <pc:sldMkLst>
          <pc:docMk/>
          <pc:sldMk cId="4211818769" sldId="2076137369"/>
        </pc:sldMkLst>
        <pc:spChg chg="del">
          <ac:chgData name="Amilcar Jose Rodriguez Barrios" userId="efa7753a-59bf-44f0-ad53-c3388f48cff0" providerId="ADAL" clId="{ECC100FD-023F-4E10-9A7E-BC0C9D78DF98}" dt="2021-02-22T20:43:42.155" v="2753" actId="478"/>
          <ac:spMkLst>
            <pc:docMk/>
            <pc:sldMk cId="4211818769" sldId="2076137369"/>
            <ac:spMk id="3" creationId="{5C415DBF-68DC-4552-B1C4-99FFA0805E35}"/>
          </ac:spMkLst>
        </pc:spChg>
        <pc:spChg chg="del">
          <ac:chgData name="Amilcar Jose Rodriguez Barrios" userId="efa7753a-59bf-44f0-ad53-c3388f48cff0" providerId="ADAL" clId="{ECC100FD-023F-4E10-9A7E-BC0C9D78DF98}" dt="2021-02-22T20:43:42.155" v="2753" actId="478"/>
          <ac:spMkLst>
            <pc:docMk/>
            <pc:sldMk cId="4211818769" sldId="2076137369"/>
            <ac:spMk id="4" creationId="{15B2B16F-D893-4082-AFAC-3C29EC74F65D}"/>
          </ac:spMkLst>
        </pc:spChg>
        <pc:spChg chg="del">
          <ac:chgData name="Amilcar Jose Rodriguez Barrios" userId="efa7753a-59bf-44f0-ad53-c3388f48cff0" providerId="ADAL" clId="{ECC100FD-023F-4E10-9A7E-BC0C9D78DF98}" dt="2021-02-22T20:43:42.155" v="2753" actId="478"/>
          <ac:spMkLst>
            <pc:docMk/>
            <pc:sldMk cId="4211818769" sldId="2076137369"/>
            <ac:spMk id="5" creationId="{471BF7C2-4A2F-4E7A-A0E7-14A640B3EDF1}"/>
          </ac:spMkLst>
        </pc:spChg>
        <pc:spChg chg="del">
          <ac:chgData name="Amilcar Jose Rodriguez Barrios" userId="efa7753a-59bf-44f0-ad53-c3388f48cff0" providerId="ADAL" clId="{ECC100FD-023F-4E10-9A7E-BC0C9D78DF98}" dt="2021-02-22T20:43:42.155" v="2753" actId="478"/>
          <ac:spMkLst>
            <pc:docMk/>
            <pc:sldMk cId="4211818769" sldId="2076137369"/>
            <ac:spMk id="7" creationId="{FD90A0F9-F604-4F62-BC25-E3CCF4A7874D}"/>
          </ac:spMkLst>
        </pc:spChg>
        <pc:spChg chg="add mod">
          <ac:chgData name="Amilcar Jose Rodriguez Barrios" userId="efa7753a-59bf-44f0-ad53-c3388f48cff0" providerId="ADAL" clId="{ECC100FD-023F-4E10-9A7E-BC0C9D78DF98}" dt="2021-02-22T20:44:30.395" v="2795" actId="108"/>
          <ac:spMkLst>
            <pc:docMk/>
            <pc:sldMk cId="4211818769" sldId="2076137369"/>
            <ac:spMk id="19" creationId="{7CB79482-222D-43F1-9436-600ADC6DFA54}"/>
          </ac:spMkLst>
        </pc:spChg>
        <pc:spChg chg="add mod">
          <ac:chgData name="Amilcar Jose Rodriguez Barrios" userId="efa7753a-59bf-44f0-ad53-c3388f48cff0" providerId="ADAL" clId="{ECC100FD-023F-4E10-9A7E-BC0C9D78DF98}" dt="2021-02-22T20:44:20.722" v="2793" actId="14100"/>
          <ac:spMkLst>
            <pc:docMk/>
            <pc:sldMk cId="4211818769" sldId="2076137369"/>
            <ac:spMk id="20" creationId="{71D0DC71-0164-435A-9BB9-A1BE65A42DAB}"/>
          </ac:spMkLst>
        </pc:spChg>
        <pc:spChg chg="mod">
          <ac:chgData name="Amilcar Jose Rodriguez Barrios" userId="efa7753a-59bf-44f0-ad53-c3388f48cff0" providerId="ADAL" clId="{ECC100FD-023F-4E10-9A7E-BC0C9D78DF98}" dt="2021-02-22T20:43:48.067" v="2754"/>
          <ac:spMkLst>
            <pc:docMk/>
            <pc:sldMk cId="4211818769" sldId="2076137369"/>
            <ac:spMk id="22" creationId="{B7EE44F7-02AD-4972-90E5-F4775B81005D}"/>
          </ac:spMkLst>
        </pc:spChg>
        <pc:spChg chg="mod">
          <ac:chgData name="Amilcar Jose Rodriguez Barrios" userId="efa7753a-59bf-44f0-ad53-c3388f48cff0" providerId="ADAL" clId="{ECC100FD-023F-4E10-9A7E-BC0C9D78DF98}" dt="2021-02-22T20:44:02.084" v="2771" actId="255"/>
          <ac:spMkLst>
            <pc:docMk/>
            <pc:sldMk cId="4211818769" sldId="2076137369"/>
            <ac:spMk id="23" creationId="{F67EBC8F-D32A-46DD-8447-ACDCEFF6F547}"/>
          </ac:spMkLst>
        </pc:spChg>
        <pc:spChg chg="mod">
          <ac:chgData name="Amilcar Jose Rodriguez Barrios" userId="efa7753a-59bf-44f0-ad53-c3388f48cff0" providerId="ADAL" clId="{ECC100FD-023F-4E10-9A7E-BC0C9D78DF98}" dt="2021-02-22T20:43:48.067" v="2754"/>
          <ac:spMkLst>
            <pc:docMk/>
            <pc:sldMk cId="4211818769" sldId="2076137369"/>
            <ac:spMk id="25" creationId="{A702CFF8-9076-4342-AB91-7A828431F9A1}"/>
          </ac:spMkLst>
        </pc:spChg>
        <pc:spChg chg="mod">
          <ac:chgData name="Amilcar Jose Rodriguez Barrios" userId="efa7753a-59bf-44f0-ad53-c3388f48cff0" providerId="ADAL" clId="{ECC100FD-023F-4E10-9A7E-BC0C9D78DF98}" dt="2021-02-22T20:44:45.134" v="2801" actId="14100"/>
          <ac:spMkLst>
            <pc:docMk/>
            <pc:sldMk cId="4211818769" sldId="2076137369"/>
            <ac:spMk id="26" creationId="{B11A6734-3775-4854-B7BE-E9844F4DE453}"/>
          </ac:spMkLst>
        </pc:spChg>
        <pc:grpChg chg="add mod">
          <ac:chgData name="Amilcar Jose Rodriguez Barrios" userId="efa7753a-59bf-44f0-ad53-c3388f48cff0" providerId="ADAL" clId="{ECC100FD-023F-4E10-9A7E-BC0C9D78DF98}" dt="2021-02-22T20:44:36.441" v="2796" actId="14100"/>
          <ac:grpSpMkLst>
            <pc:docMk/>
            <pc:sldMk cId="4211818769" sldId="2076137369"/>
            <ac:grpSpMk id="21" creationId="{5082108D-5F99-4A51-8C0A-E4B6ED87080D}"/>
          </ac:grpSpMkLst>
        </pc:grpChg>
        <pc:grpChg chg="add mod">
          <ac:chgData name="Amilcar Jose Rodriguez Barrios" userId="efa7753a-59bf-44f0-ad53-c3388f48cff0" providerId="ADAL" clId="{ECC100FD-023F-4E10-9A7E-BC0C9D78DF98}" dt="2021-02-22T20:44:47.309" v="2802" actId="14100"/>
          <ac:grpSpMkLst>
            <pc:docMk/>
            <pc:sldMk cId="4211818769" sldId="2076137369"/>
            <ac:grpSpMk id="24" creationId="{71E1C5CD-3BDB-44E4-AA24-1905ECE24CE6}"/>
          </ac:grpSpMkLst>
        </pc:grpChg>
        <pc:picChg chg="del">
          <ac:chgData name="Amilcar Jose Rodriguez Barrios" userId="efa7753a-59bf-44f0-ad53-c3388f48cff0" providerId="ADAL" clId="{ECC100FD-023F-4E10-9A7E-BC0C9D78DF98}" dt="2021-02-22T20:43:42.155" v="2753" actId="478"/>
          <ac:picMkLst>
            <pc:docMk/>
            <pc:sldMk cId="4211818769" sldId="2076137369"/>
            <ac:picMk id="6" creationId="{5BD7BCD0-19D5-4B38-8B9F-1299754EE755}"/>
          </ac:picMkLst>
        </pc:picChg>
        <pc:picChg chg="del">
          <ac:chgData name="Amilcar Jose Rodriguez Barrios" userId="efa7753a-59bf-44f0-ad53-c3388f48cff0" providerId="ADAL" clId="{ECC100FD-023F-4E10-9A7E-BC0C9D78DF98}" dt="2021-02-22T20:43:42.155" v="2753" actId="478"/>
          <ac:picMkLst>
            <pc:docMk/>
            <pc:sldMk cId="4211818769" sldId="2076137369"/>
            <ac:picMk id="8" creationId="{E5FEBD7E-18E0-42B7-8004-834473BB53A8}"/>
          </ac:picMkLst>
        </pc:picChg>
        <pc:picChg chg="del">
          <ac:chgData name="Amilcar Jose Rodriguez Barrios" userId="efa7753a-59bf-44f0-ad53-c3388f48cff0" providerId="ADAL" clId="{ECC100FD-023F-4E10-9A7E-BC0C9D78DF98}" dt="2021-02-22T20:43:42.155" v="2753" actId="478"/>
          <ac:picMkLst>
            <pc:docMk/>
            <pc:sldMk cId="4211818769" sldId="2076137369"/>
            <ac:picMk id="9" creationId="{B4E85083-BEBE-4AB9-A30C-A9D1144BBD88}"/>
          </ac:picMkLst>
        </pc:picChg>
      </pc:sldChg>
      <pc:sldChg chg="addSp delSp modSp add mod delAnim modAnim">
        <pc:chgData name="Amilcar Jose Rodriguez Barrios" userId="efa7753a-59bf-44f0-ad53-c3388f48cff0" providerId="ADAL" clId="{ECC100FD-023F-4E10-9A7E-BC0C9D78DF98}" dt="2021-02-24T15:24:39.622" v="3494" actId="1076"/>
        <pc:sldMkLst>
          <pc:docMk/>
          <pc:sldMk cId="3829461499" sldId="2076137370"/>
        </pc:sldMkLst>
        <pc:spChg chg="del">
          <ac:chgData name="Amilcar Jose Rodriguez Barrios" userId="efa7753a-59bf-44f0-ad53-c3388f48cff0" providerId="ADAL" clId="{ECC100FD-023F-4E10-9A7E-BC0C9D78DF98}" dt="2021-02-22T20:45:15.663" v="2804" actId="478"/>
          <ac:spMkLst>
            <pc:docMk/>
            <pc:sldMk cId="3829461499" sldId="2076137370"/>
            <ac:spMk id="19" creationId="{7CB79482-222D-43F1-9436-600ADC6DFA54}"/>
          </ac:spMkLst>
        </pc:spChg>
        <pc:spChg chg="del">
          <ac:chgData name="Amilcar Jose Rodriguez Barrios" userId="efa7753a-59bf-44f0-ad53-c3388f48cff0" providerId="ADAL" clId="{ECC100FD-023F-4E10-9A7E-BC0C9D78DF98}" dt="2021-02-22T20:45:16.681" v="2805" actId="478"/>
          <ac:spMkLst>
            <pc:docMk/>
            <pc:sldMk cId="3829461499" sldId="2076137370"/>
            <ac:spMk id="20" creationId="{71D0DC71-0164-435A-9BB9-A1BE65A42DAB}"/>
          </ac:spMkLst>
        </pc:spChg>
        <pc:spChg chg="add mod">
          <ac:chgData name="Amilcar Jose Rodriguez Barrios" userId="efa7753a-59bf-44f0-ad53-c3388f48cff0" providerId="ADAL" clId="{ECC100FD-023F-4E10-9A7E-BC0C9D78DF98}" dt="2021-02-22T20:46:24.536" v="2905" actId="1076"/>
          <ac:spMkLst>
            <pc:docMk/>
            <pc:sldMk cId="3829461499" sldId="2076137370"/>
            <ac:spMk id="27" creationId="{0652A7A9-3E6C-4D1B-9237-D46382488A3B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29" creationId="{EAD2277F-392D-42A3-82AB-1123EB57AAC5}"/>
          </ac:spMkLst>
        </pc:spChg>
        <pc:spChg chg="mod">
          <ac:chgData name="Amilcar Jose Rodriguez Barrios" userId="efa7753a-59bf-44f0-ad53-c3388f48cff0" providerId="ADAL" clId="{ECC100FD-023F-4E10-9A7E-BC0C9D78DF98}" dt="2021-02-22T20:45:33.829" v="2811" actId="14100"/>
          <ac:spMkLst>
            <pc:docMk/>
            <pc:sldMk cId="3829461499" sldId="2076137370"/>
            <ac:spMk id="30" creationId="{26E07F6E-1343-40F2-BE34-DE8942D585A3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2" creationId="{A03877ED-AB01-4059-B5D1-E0297B53B722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3" creationId="{93B49C1C-FFE3-4438-BBB6-31549D4FD58A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5" creationId="{6EA69E9F-127A-4F9A-9004-8C4223E5C82B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6" creationId="{D8F183F1-C397-4F9E-A40A-6D02B17BD985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8" creationId="{CCBE0F9F-CEDF-476A-A171-ADC39A9D1664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9" creationId="{17D2E121-E4DE-449A-858D-1EF0EE3138B2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1" creationId="{AEE0FD7F-6329-43BC-A2DE-7DCE1E37A3C9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2" creationId="{9DF1D4BB-CB57-4A1B-BE6A-7BF460993EDF}"/>
          </ac:spMkLst>
        </pc:spChg>
        <pc:spChg chg="mod">
          <ac:chgData name="Amilcar Jose Rodriguez Barrios" userId="efa7753a-59bf-44f0-ad53-c3388f48cff0" providerId="ADAL" clId="{ECC100FD-023F-4E10-9A7E-BC0C9D78DF98}" dt="2021-02-24T15:24:39.622" v="3494" actId="1076"/>
          <ac:spMkLst>
            <pc:docMk/>
            <pc:sldMk cId="3829461499" sldId="2076137370"/>
            <ac:spMk id="44" creationId="{31BEEC66-07F2-441A-B4E5-E235733040A1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5" creationId="{FFB5767D-0C14-470D-AB7E-2C9D475BD348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7" creationId="{E795683E-FF06-4CD3-A660-6242B485F6D6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8" creationId="{8F4A23C6-D18F-42E7-9A1F-CFF5D2735F02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50" creationId="{B405052D-2E80-44F1-BC1D-F25D99855345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51" creationId="{004B9229-4779-4B29-BCB1-9BADE318471A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53" creationId="{5E63A1DA-7B4C-43C3-A4EA-42863968C793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54" creationId="{C7E0317B-D57E-4134-B8FA-70D1D7341505}"/>
          </ac:spMkLst>
        </pc:spChg>
        <pc:grpChg chg="del">
          <ac:chgData name="Amilcar Jose Rodriguez Barrios" userId="efa7753a-59bf-44f0-ad53-c3388f48cff0" providerId="ADAL" clId="{ECC100FD-023F-4E10-9A7E-BC0C9D78DF98}" dt="2021-02-22T20:45:17.306" v="2806" actId="478"/>
          <ac:grpSpMkLst>
            <pc:docMk/>
            <pc:sldMk cId="3829461499" sldId="2076137370"/>
            <ac:grpSpMk id="21" creationId="{5082108D-5F99-4A51-8C0A-E4B6ED87080D}"/>
          </ac:grpSpMkLst>
        </pc:grpChg>
        <pc:grpChg chg="del">
          <ac:chgData name="Amilcar Jose Rodriguez Barrios" userId="efa7753a-59bf-44f0-ad53-c3388f48cff0" providerId="ADAL" clId="{ECC100FD-023F-4E10-9A7E-BC0C9D78DF98}" dt="2021-02-22T20:45:18.527" v="2807" actId="478"/>
          <ac:grpSpMkLst>
            <pc:docMk/>
            <pc:sldMk cId="3829461499" sldId="2076137370"/>
            <ac:grpSpMk id="24" creationId="{71E1C5CD-3BDB-44E4-AA24-1905ECE24CE6}"/>
          </ac:grpSpMkLst>
        </pc:grpChg>
        <pc:grpChg chg="add mod">
          <ac:chgData name="Amilcar Jose Rodriguez Barrios" userId="efa7753a-59bf-44f0-ad53-c3388f48cff0" providerId="ADAL" clId="{ECC100FD-023F-4E10-9A7E-BC0C9D78DF98}" dt="2021-02-22T20:45:40.806" v="2839" actId="1036"/>
          <ac:grpSpMkLst>
            <pc:docMk/>
            <pc:sldMk cId="3829461499" sldId="2076137370"/>
            <ac:grpSpMk id="28" creationId="{F08775F0-0311-4784-B1F7-A433F196FB2A}"/>
          </ac:grpSpMkLst>
        </pc:grpChg>
        <pc:grpChg chg="add mod">
          <ac:chgData name="Amilcar Jose Rodriguez Barrios" userId="efa7753a-59bf-44f0-ad53-c3388f48cff0" providerId="ADAL" clId="{ECC100FD-023F-4E10-9A7E-BC0C9D78DF98}" dt="2021-02-22T20:45:52.898" v="2861" actId="1036"/>
          <ac:grpSpMkLst>
            <pc:docMk/>
            <pc:sldMk cId="3829461499" sldId="2076137370"/>
            <ac:grpSpMk id="31" creationId="{D60AE170-DCEA-43AA-8210-D597A9AB0C2B}"/>
          </ac:grpSpMkLst>
        </pc:grpChg>
        <pc:grpChg chg="add mod">
          <ac:chgData name="Amilcar Jose Rodriguez Barrios" userId="efa7753a-59bf-44f0-ad53-c3388f48cff0" providerId="ADAL" clId="{ECC100FD-023F-4E10-9A7E-BC0C9D78DF98}" dt="2021-02-22T20:45:40.806" v="2839" actId="1036"/>
          <ac:grpSpMkLst>
            <pc:docMk/>
            <pc:sldMk cId="3829461499" sldId="2076137370"/>
            <ac:grpSpMk id="34" creationId="{BC9D93F9-06B3-474E-82FB-D2C30782EEC4}"/>
          </ac:grpSpMkLst>
        </pc:grpChg>
        <pc:grpChg chg="add mod">
          <ac:chgData name="Amilcar Jose Rodriguez Barrios" userId="efa7753a-59bf-44f0-ad53-c3388f48cff0" providerId="ADAL" clId="{ECC100FD-023F-4E10-9A7E-BC0C9D78DF98}" dt="2021-02-22T20:45:52.898" v="2861" actId="1036"/>
          <ac:grpSpMkLst>
            <pc:docMk/>
            <pc:sldMk cId="3829461499" sldId="2076137370"/>
            <ac:grpSpMk id="37" creationId="{16B84E74-48C3-4D8B-99C8-27849ABFFB2B}"/>
          </ac:grpSpMkLst>
        </pc:grpChg>
        <pc:grpChg chg="add mod">
          <ac:chgData name="Amilcar Jose Rodriguez Barrios" userId="efa7753a-59bf-44f0-ad53-c3388f48cff0" providerId="ADAL" clId="{ECC100FD-023F-4E10-9A7E-BC0C9D78DF98}" dt="2021-02-22T20:45:40.806" v="2839" actId="1036"/>
          <ac:grpSpMkLst>
            <pc:docMk/>
            <pc:sldMk cId="3829461499" sldId="2076137370"/>
            <ac:grpSpMk id="40" creationId="{7D134D88-B8E5-41E1-AFBE-C8847DAD70FD}"/>
          </ac:grpSpMkLst>
        </pc:grpChg>
        <pc:grpChg chg="add mod">
          <ac:chgData name="Amilcar Jose Rodriguez Barrios" userId="efa7753a-59bf-44f0-ad53-c3388f48cff0" providerId="ADAL" clId="{ECC100FD-023F-4E10-9A7E-BC0C9D78DF98}" dt="2021-02-22T20:45:52.898" v="2861" actId="1036"/>
          <ac:grpSpMkLst>
            <pc:docMk/>
            <pc:sldMk cId="3829461499" sldId="2076137370"/>
            <ac:grpSpMk id="43" creationId="{191BC2EC-2889-4A15-B4F0-1AF3D9BA5584}"/>
          </ac:grpSpMkLst>
        </pc:grpChg>
        <pc:grpChg chg="add mod">
          <ac:chgData name="Amilcar Jose Rodriguez Barrios" userId="efa7753a-59bf-44f0-ad53-c3388f48cff0" providerId="ADAL" clId="{ECC100FD-023F-4E10-9A7E-BC0C9D78DF98}" dt="2021-02-22T20:46:15.126" v="2902" actId="1036"/>
          <ac:grpSpMkLst>
            <pc:docMk/>
            <pc:sldMk cId="3829461499" sldId="2076137370"/>
            <ac:grpSpMk id="46" creationId="{B768CBF4-6781-487E-BFB3-2092E9CCC668}"/>
          </ac:grpSpMkLst>
        </pc:grpChg>
        <pc:grpChg chg="add mod">
          <ac:chgData name="Amilcar Jose Rodriguez Barrios" userId="efa7753a-59bf-44f0-ad53-c3388f48cff0" providerId="ADAL" clId="{ECC100FD-023F-4E10-9A7E-BC0C9D78DF98}" dt="2021-02-22T20:46:15.126" v="2902" actId="1036"/>
          <ac:grpSpMkLst>
            <pc:docMk/>
            <pc:sldMk cId="3829461499" sldId="2076137370"/>
            <ac:grpSpMk id="49" creationId="{908415D7-8540-47C2-856B-BB055067FA35}"/>
          </ac:grpSpMkLst>
        </pc:grpChg>
        <pc:grpChg chg="add mod">
          <ac:chgData name="Amilcar Jose Rodriguez Barrios" userId="efa7753a-59bf-44f0-ad53-c3388f48cff0" providerId="ADAL" clId="{ECC100FD-023F-4E10-9A7E-BC0C9D78DF98}" dt="2021-02-22T20:46:15.126" v="2902" actId="1036"/>
          <ac:grpSpMkLst>
            <pc:docMk/>
            <pc:sldMk cId="3829461499" sldId="2076137370"/>
            <ac:grpSpMk id="52" creationId="{72226941-09E7-49B3-9A54-CAF3991B04A1}"/>
          </ac:grpSpMkLst>
        </pc:grpChg>
      </pc:sldChg>
      <pc:sldChg chg="modSp add mod">
        <pc:chgData name="Amilcar Jose Rodriguez Barrios" userId="efa7753a-59bf-44f0-ad53-c3388f48cff0" providerId="ADAL" clId="{ECC100FD-023F-4E10-9A7E-BC0C9D78DF98}" dt="2021-02-22T20:47:54.282" v="2950" actId="20577"/>
        <pc:sldMkLst>
          <pc:docMk/>
          <pc:sldMk cId="2656809385" sldId="2076137371"/>
        </pc:sldMkLst>
        <pc:spChg chg="mod">
          <ac:chgData name="Amilcar Jose Rodriguez Barrios" userId="efa7753a-59bf-44f0-ad53-c3388f48cff0" providerId="ADAL" clId="{ECC100FD-023F-4E10-9A7E-BC0C9D78DF98}" dt="2021-02-22T20:47:54.282" v="2950" actId="20577"/>
          <ac:spMkLst>
            <pc:docMk/>
            <pc:sldMk cId="2656809385" sldId="2076137371"/>
            <ac:spMk id="9" creationId="{E7731D0A-BED0-4C7D-80D9-145621B03A73}"/>
          </ac:spMkLst>
        </pc:spChg>
      </pc:sldChg>
      <pc:sldChg chg="add del">
        <pc:chgData name="Amilcar Jose Rodriguez Barrios" userId="efa7753a-59bf-44f0-ad53-c3388f48cff0" providerId="ADAL" clId="{ECC100FD-023F-4E10-9A7E-BC0C9D78DF98}" dt="2021-02-22T20:47:32.286" v="2907" actId="47"/>
        <pc:sldMkLst>
          <pc:docMk/>
          <pc:sldMk cId="3903383771" sldId="2076137371"/>
        </pc:sldMkLst>
      </pc:sldChg>
      <pc:sldChg chg="addSp delSp modSp new mod modAnim">
        <pc:chgData name="Amilcar Jose Rodriguez Barrios" userId="efa7753a-59bf-44f0-ad53-c3388f48cff0" providerId="ADAL" clId="{ECC100FD-023F-4E10-9A7E-BC0C9D78DF98}" dt="2021-02-24T15:21:30.371" v="3492" actId="1076"/>
        <pc:sldMkLst>
          <pc:docMk/>
          <pc:sldMk cId="1052863899" sldId="2076137372"/>
        </pc:sldMkLst>
        <pc:spChg chg="del">
          <ac:chgData name="Amilcar Jose Rodriguez Barrios" userId="efa7753a-59bf-44f0-ad53-c3388f48cff0" providerId="ADAL" clId="{ECC100FD-023F-4E10-9A7E-BC0C9D78DF98}" dt="2021-02-22T20:48:09.858" v="2952" actId="478"/>
          <ac:spMkLst>
            <pc:docMk/>
            <pc:sldMk cId="1052863899" sldId="2076137372"/>
            <ac:spMk id="2" creationId="{8EC83666-00FE-45C0-A137-2F4568BA013A}"/>
          </ac:spMkLst>
        </pc:spChg>
        <pc:spChg chg="add mod">
          <ac:chgData name="Amilcar Jose Rodriguez Barrios" userId="efa7753a-59bf-44f0-ad53-c3388f48cff0" providerId="ADAL" clId="{ECC100FD-023F-4E10-9A7E-BC0C9D78DF98}" dt="2021-02-24T15:21:30.371" v="3492" actId="1076"/>
          <ac:spMkLst>
            <pc:docMk/>
            <pc:sldMk cId="1052863899" sldId="2076137372"/>
            <ac:spMk id="3" creationId="{6C296B4E-B223-4AD8-9292-24AD52F13B94}"/>
          </ac:spMkLst>
        </pc:spChg>
        <pc:spChg chg="add mod">
          <ac:chgData name="Amilcar Jose Rodriguez Barrios" userId="efa7753a-59bf-44f0-ad53-c3388f48cff0" providerId="ADAL" clId="{ECC100FD-023F-4E10-9A7E-BC0C9D78DF98}" dt="2021-02-24T15:21:28.172" v="3491" actId="14100"/>
          <ac:spMkLst>
            <pc:docMk/>
            <pc:sldMk cId="1052863899" sldId="2076137372"/>
            <ac:spMk id="4" creationId="{504365A3-8B58-48B6-A8AC-C3AA41FADFB7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6" creationId="{E72E4B84-769A-40F4-B58D-F6F48F5DC58B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7" creationId="{293EB6EF-9272-4C6E-8544-587753F27A0A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8" creationId="{1373E8E5-ECF9-4618-9FB4-956C04BFD899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9" creationId="{D7F253E5-4A90-4A74-996B-4A01EC13C4E5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0" creationId="{1A3853C9-ED41-42A4-8AEB-4217F83FE2FC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1" creationId="{FE74EDB5-3DC9-4152-801C-C62AF851715D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2" creationId="{508F2557-513B-4E93-B9BE-A7A72EF87CE0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3" creationId="{B07329F5-4B8F-47F7-8613-CE6D65BC4FFB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4" creationId="{4067A39F-1E71-4174-B12F-69FE4C666A3F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5" creationId="{751DAF2D-76A2-4CB8-8E4E-FC18AC401C90}"/>
          </ac:spMkLst>
        </pc:spChg>
        <pc:spChg chg="mod">
          <ac:chgData name="Amilcar Jose Rodriguez Barrios" userId="efa7753a-59bf-44f0-ad53-c3388f48cff0" providerId="ADAL" clId="{ECC100FD-023F-4E10-9A7E-BC0C9D78DF98}" dt="2021-02-22T20:48:47.555" v="2968"/>
          <ac:spMkLst>
            <pc:docMk/>
            <pc:sldMk cId="1052863899" sldId="2076137372"/>
            <ac:spMk id="17" creationId="{CA4250F4-83AD-4CCA-B883-9651ECC42748}"/>
          </ac:spMkLst>
        </pc:spChg>
        <pc:spChg chg="mod">
          <ac:chgData name="Amilcar Jose Rodriguez Barrios" userId="efa7753a-59bf-44f0-ad53-c3388f48cff0" providerId="ADAL" clId="{ECC100FD-023F-4E10-9A7E-BC0C9D78DF98}" dt="2021-02-22T20:48:47.555" v="2968"/>
          <ac:spMkLst>
            <pc:docMk/>
            <pc:sldMk cId="1052863899" sldId="2076137372"/>
            <ac:spMk id="18" creationId="{B4DC5170-9503-4E51-90D8-5E41F60CAD28}"/>
          </ac:spMkLst>
        </pc:spChg>
        <pc:spChg chg="mod">
          <ac:chgData name="Amilcar Jose Rodriguez Barrios" userId="efa7753a-59bf-44f0-ad53-c3388f48cff0" providerId="ADAL" clId="{ECC100FD-023F-4E10-9A7E-BC0C9D78DF98}" dt="2021-02-22T20:48:47.555" v="2968"/>
          <ac:spMkLst>
            <pc:docMk/>
            <pc:sldMk cId="1052863899" sldId="2076137372"/>
            <ac:spMk id="20" creationId="{DBF2AB3E-5328-431D-8A8E-BEE6FE967D40}"/>
          </ac:spMkLst>
        </pc:spChg>
        <pc:spChg chg="mod">
          <ac:chgData name="Amilcar Jose Rodriguez Barrios" userId="efa7753a-59bf-44f0-ad53-c3388f48cff0" providerId="ADAL" clId="{ECC100FD-023F-4E10-9A7E-BC0C9D78DF98}" dt="2021-02-22T20:48:47.555" v="2968"/>
          <ac:spMkLst>
            <pc:docMk/>
            <pc:sldMk cId="1052863899" sldId="2076137372"/>
            <ac:spMk id="24" creationId="{1BA02FE6-6E0B-4E58-B0DB-86B23F36DD17}"/>
          </ac:spMkLst>
        </pc:spChg>
        <pc:grpChg chg="add mod">
          <ac:chgData name="Amilcar Jose Rodriguez Barrios" userId="efa7753a-59bf-44f0-ad53-c3388f48cff0" providerId="ADAL" clId="{ECC100FD-023F-4E10-9A7E-BC0C9D78DF98}" dt="2021-02-22T20:48:47.555" v="2968"/>
          <ac:grpSpMkLst>
            <pc:docMk/>
            <pc:sldMk cId="1052863899" sldId="2076137372"/>
            <ac:grpSpMk id="16" creationId="{75017402-A073-453F-A9F8-A4CB8B386140}"/>
          </ac:grpSpMkLst>
        </pc:grpChg>
        <pc:grpChg chg="add mod">
          <ac:chgData name="Amilcar Jose Rodriguez Barrios" userId="efa7753a-59bf-44f0-ad53-c3388f48cff0" providerId="ADAL" clId="{ECC100FD-023F-4E10-9A7E-BC0C9D78DF98}" dt="2021-02-22T20:48:47.555" v="2968"/>
          <ac:grpSpMkLst>
            <pc:docMk/>
            <pc:sldMk cId="1052863899" sldId="2076137372"/>
            <ac:grpSpMk id="19" creationId="{709977B9-4DE8-4428-9491-17E3746B2691}"/>
          </ac:grpSpMkLst>
        </pc:grpChg>
        <pc:grpChg chg="add mod">
          <ac:chgData name="Amilcar Jose Rodriguez Barrios" userId="efa7753a-59bf-44f0-ad53-c3388f48cff0" providerId="ADAL" clId="{ECC100FD-023F-4E10-9A7E-BC0C9D78DF98}" dt="2021-02-22T20:49:12.839" v="2984" actId="1036"/>
          <ac:grpSpMkLst>
            <pc:docMk/>
            <pc:sldMk cId="1052863899" sldId="2076137372"/>
            <ac:grpSpMk id="22" creationId="{B6E282D1-A4A5-4FE4-AD94-1FD3A8D92A58}"/>
          </ac:grpSpMkLst>
        </pc:grpChg>
        <pc:picChg chg="add mod">
          <ac:chgData name="Amilcar Jose Rodriguez Barrios" userId="efa7753a-59bf-44f0-ad53-c3388f48cff0" providerId="ADAL" clId="{ECC100FD-023F-4E10-9A7E-BC0C9D78DF98}" dt="2021-02-22T20:49:16.282" v="3000" actId="1036"/>
          <ac:picMkLst>
            <pc:docMk/>
            <pc:sldMk cId="1052863899" sldId="2076137372"/>
            <ac:picMk id="5" creationId="{F7DE17AB-4543-4E60-BD8E-18378FDCC2A9}"/>
          </ac:picMkLst>
        </pc:picChg>
        <pc:picChg chg="mod">
          <ac:chgData name="Amilcar Jose Rodriguez Barrios" userId="efa7753a-59bf-44f0-ad53-c3388f48cff0" providerId="ADAL" clId="{ECC100FD-023F-4E10-9A7E-BC0C9D78DF98}" dt="2021-02-22T20:48:47.555" v="2968"/>
          <ac:picMkLst>
            <pc:docMk/>
            <pc:sldMk cId="1052863899" sldId="2076137372"/>
            <ac:picMk id="21" creationId="{4E69757D-D3FA-4A91-8ED4-9753364F9B2C}"/>
          </ac:picMkLst>
        </pc:picChg>
        <pc:cxnChg chg="mod">
          <ac:chgData name="Amilcar Jose Rodriguez Barrios" userId="efa7753a-59bf-44f0-ad53-c3388f48cff0" providerId="ADAL" clId="{ECC100FD-023F-4E10-9A7E-BC0C9D78DF98}" dt="2021-02-22T20:48:47.555" v="2968"/>
          <ac:cxnSpMkLst>
            <pc:docMk/>
            <pc:sldMk cId="1052863899" sldId="2076137372"/>
            <ac:cxnSpMk id="23" creationId="{9BED5F10-B867-45CE-B27D-418D022B7F55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5T18:19:52.306" v="3552" actId="1038"/>
        <pc:sldMkLst>
          <pc:docMk/>
          <pc:sldMk cId="3911246541" sldId="2076137373"/>
        </pc:sldMkLst>
        <pc:spChg chg="del mod">
          <ac:chgData name="Amilcar Jose Rodriguez Barrios" userId="efa7753a-59bf-44f0-ad53-c3388f48cff0" providerId="ADAL" clId="{ECC100FD-023F-4E10-9A7E-BC0C9D78DF98}" dt="2021-02-22T20:49:46.740" v="3007" actId="478"/>
          <ac:spMkLst>
            <pc:docMk/>
            <pc:sldMk cId="3911246541" sldId="2076137373"/>
            <ac:spMk id="2" creationId="{058E8AE9-3F98-440B-8EDC-34F4688F1BF3}"/>
          </ac:spMkLst>
        </pc:spChg>
        <pc:spChg chg="add del mod">
          <ac:chgData name="Amilcar Jose Rodriguez Barrios" userId="efa7753a-59bf-44f0-ad53-c3388f48cff0" providerId="ADAL" clId="{ECC100FD-023F-4E10-9A7E-BC0C9D78DF98}" dt="2021-02-22T20:49:45.526" v="3005"/>
          <ac:spMkLst>
            <pc:docMk/>
            <pc:sldMk cId="3911246541" sldId="2076137373"/>
            <ac:spMk id="3" creationId="{B249FF4D-71D8-4A39-80CC-1AE054F95EB2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5" creationId="{548CE055-2D79-45E0-9953-3852A0B78E27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6" creationId="{3A9BFD87-6932-4C33-8FF4-D287DAF82E8C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8" creationId="{7FB43D26-69CA-4FCE-A1AB-8E7D834515BE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9" creationId="{3C06337B-9F7E-4E63-AF17-C05CCB87B40D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1" creationId="{40CD0ABA-85DB-4D91-86D4-D19C31D8D121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2" creationId="{5A8B1B66-D647-4C22-92DD-2E7A823B6DE7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4" creationId="{876D7A33-9A89-47A8-BF82-9E1A6EA5FA09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5" creationId="{7A90D3E1-A45C-4BCC-B5F2-B17076F5E036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7" creationId="{5A193735-56A3-4560-9A9D-D8E4B3EE590A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8" creationId="{B6F57DD9-F27E-41D6-9FCD-6DCF07C8F0DF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0" creationId="{85DDE458-1E52-4768-B0F3-C2114CBDB35D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1" creationId="{505F3F2C-A630-4539-AE95-EF6A27C9ACB4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3" creationId="{D2CB6C80-839C-46C2-99CE-BED4E634C8BC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4" creationId="{8A1C40FE-3C44-4EF4-9719-5147DFC17BE0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6" creationId="{9BA742AD-2C2D-41FB-A950-C3697AAC8970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7" creationId="{4A1B99AD-F24B-4B67-859C-9183ABFB989C}"/>
          </ac:spMkLst>
        </pc:spChg>
        <pc:spChg chg="add mod">
          <ac:chgData name="Amilcar Jose Rodriguez Barrios" userId="efa7753a-59bf-44f0-ad53-c3388f48cff0" providerId="ADAL" clId="{ECC100FD-023F-4E10-9A7E-BC0C9D78DF98}" dt="2021-02-25T18:19:52.306" v="3552" actId="1038"/>
          <ac:spMkLst>
            <pc:docMk/>
            <pc:sldMk cId="3911246541" sldId="2076137373"/>
            <ac:spMk id="28" creationId="{18336A7C-A71B-4E78-BF5A-9A38E9F74379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0" creationId="{B21C25F7-770B-4C97-8879-B1D8023F1402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1" creationId="{CC25F23B-095F-48F4-AFF9-9E0BDEECD8B3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3" creationId="{18CC7BBD-4EF4-40CC-84DE-03CFEF7ADFAF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4" creationId="{6A9B16B8-F082-4F7A-9036-93CE58FFFDA0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6" creationId="{D9697395-67EA-467E-AB45-6CD3891E4370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7" creationId="{3C14B13B-5D6A-4D18-A6ED-14C4C5AB8197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9" creationId="{58B2660C-6D46-4051-B3F5-4C26B2C0E6DC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0" creationId="{E180C53B-1786-4697-9B47-C3A09AAA0F59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2" creationId="{8D69BBB5-4D20-41A7-B6A8-BA974FF7F7A5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3" creationId="{1B4B34CA-1294-47CA-B60B-2336C58E047A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5" creationId="{6CA9EEA0-BA63-4F48-8145-62EF9F8BA1BF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6" creationId="{BBBFE8B3-3CB2-4DE2-AABE-86F0A185E2C2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8" creationId="{CE1102B5-CA35-4997-BF2B-C998F964EC1B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9" creationId="{8BD333A6-1AEC-41B1-9D1B-D38127B28FA7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51" creationId="{26074FFE-6ABF-4D7B-A2E5-F1E611D5D047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52" creationId="{F98713D9-32FA-45A8-A2C2-30C891A7EEE8}"/>
          </ac:spMkLst>
        </pc:spChg>
        <pc:spChg chg="mod">
          <ac:chgData name="Amilcar Jose Rodriguez Barrios" userId="efa7753a-59bf-44f0-ad53-c3388f48cff0" providerId="ADAL" clId="{ECC100FD-023F-4E10-9A7E-BC0C9D78DF98}" dt="2021-02-22T20:50:04.588" v="3040"/>
          <ac:spMkLst>
            <pc:docMk/>
            <pc:sldMk cId="3911246541" sldId="2076137373"/>
            <ac:spMk id="54" creationId="{EB23456F-4BD6-418A-9B56-02BBA4DF171A}"/>
          </ac:spMkLst>
        </pc:spChg>
        <pc:spChg chg="mod">
          <ac:chgData name="Amilcar Jose Rodriguez Barrios" userId="efa7753a-59bf-44f0-ad53-c3388f48cff0" providerId="ADAL" clId="{ECC100FD-023F-4E10-9A7E-BC0C9D78DF98}" dt="2021-02-22T20:50:04.588" v="3040"/>
          <ac:spMkLst>
            <pc:docMk/>
            <pc:sldMk cId="3911246541" sldId="2076137373"/>
            <ac:spMk id="55" creationId="{6E7B6D85-C104-4C21-9091-6D7E4C1319B1}"/>
          </ac:spMkLst>
        </pc:spChg>
        <pc:spChg chg="mod">
          <ac:chgData name="Amilcar Jose Rodriguez Barrios" userId="efa7753a-59bf-44f0-ad53-c3388f48cff0" providerId="ADAL" clId="{ECC100FD-023F-4E10-9A7E-BC0C9D78DF98}" dt="2021-02-22T20:50:04.588" v="3040"/>
          <ac:spMkLst>
            <pc:docMk/>
            <pc:sldMk cId="3911246541" sldId="2076137373"/>
            <ac:spMk id="57" creationId="{C41D8998-0E0B-4D93-B745-35A4CC10AE3C}"/>
          </ac:spMkLst>
        </pc:spChg>
        <pc:spChg chg="mod">
          <ac:chgData name="Amilcar Jose Rodriguez Barrios" userId="efa7753a-59bf-44f0-ad53-c3388f48cff0" providerId="ADAL" clId="{ECC100FD-023F-4E10-9A7E-BC0C9D78DF98}" dt="2021-02-22T20:50:04.588" v="3040"/>
          <ac:spMkLst>
            <pc:docMk/>
            <pc:sldMk cId="3911246541" sldId="2076137373"/>
            <ac:spMk id="61" creationId="{B11C4635-63A0-406F-9AD6-CA6A14E346A9}"/>
          </ac:spMkLst>
        </pc:s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4" creationId="{44C63D61-27C0-4440-AB3A-B1CBF4E251B9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7" creationId="{4EE16B38-8033-4DD0-BD33-2913D75DD8AD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10" creationId="{3F72533C-814F-4778-BC1F-E6C639BB7B4F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13" creationId="{60BFD6EE-6781-4897-854A-51EFDDDC0F84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16" creationId="{9A01E918-340A-42F8-855F-E19E0D8491D4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19" creationId="{B4C052E4-112E-4F5C-A516-616C45077797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22" creationId="{F347CEBF-9B04-40A7-953E-3CAA88C38F70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25" creationId="{EED665BB-01E4-4C02-A54A-B2069AFE539A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29" creationId="{35F22217-E8D0-4B5A-8E4C-03E5F0070527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32" creationId="{FB9C8184-B69E-4F66-8F55-60A7DF04D07F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35" creationId="{16DA31CE-2E7C-435C-836E-8877ABF1F6B7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38" creationId="{3629E7BE-7FAD-4E22-94E8-27C5334EF047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41" creationId="{59D499F9-A5F6-4348-AADB-0B815515F9C0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44" creationId="{E84E1828-E560-40E6-BF3C-B47741263FA1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47" creationId="{C3B59E5D-105A-4125-AD72-A0B0DEF62C58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50" creationId="{88637072-8D91-4A07-A289-23234881DFD7}"/>
          </ac:grpSpMkLst>
        </pc:grpChg>
        <pc:grpChg chg="add mod">
          <ac:chgData name="Amilcar Jose Rodriguez Barrios" userId="efa7753a-59bf-44f0-ad53-c3388f48cff0" providerId="ADAL" clId="{ECC100FD-023F-4E10-9A7E-BC0C9D78DF98}" dt="2021-02-22T20:50:04.588" v="3040"/>
          <ac:grpSpMkLst>
            <pc:docMk/>
            <pc:sldMk cId="3911246541" sldId="2076137373"/>
            <ac:grpSpMk id="53" creationId="{6E2274AC-64B7-454D-8631-C0BD937B4EC0}"/>
          </ac:grpSpMkLst>
        </pc:grpChg>
        <pc:grpChg chg="add mod">
          <ac:chgData name="Amilcar Jose Rodriguez Barrios" userId="efa7753a-59bf-44f0-ad53-c3388f48cff0" providerId="ADAL" clId="{ECC100FD-023F-4E10-9A7E-BC0C9D78DF98}" dt="2021-02-22T20:50:04.588" v="3040"/>
          <ac:grpSpMkLst>
            <pc:docMk/>
            <pc:sldMk cId="3911246541" sldId="2076137373"/>
            <ac:grpSpMk id="56" creationId="{36CD16B0-0B3F-44B0-876C-0BB4C865214E}"/>
          </ac:grpSpMkLst>
        </pc:grpChg>
        <pc:grpChg chg="add mod">
          <ac:chgData name="Amilcar Jose Rodriguez Barrios" userId="efa7753a-59bf-44f0-ad53-c3388f48cff0" providerId="ADAL" clId="{ECC100FD-023F-4E10-9A7E-BC0C9D78DF98}" dt="2021-02-22T20:50:04.588" v="3040"/>
          <ac:grpSpMkLst>
            <pc:docMk/>
            <pc:sldMk cId="3911246541" sldId="2076137373"/>
            <ac:grpSpMk id="59" creationId="{E50D60E8-7F3E-431D-B113-D34BF9A5D4AB}"/>
          </ac:grpSpMkLst>
        </pc:grpChg>
        <pc:picChg chg="mod">
          <ac:chgData name="Amilcar Jose Rodriguez Barrios" userId="efa7753a-59bf-44f0-ad53-c3388f48cff0" providerId="ADAL" clId="{ECC100FD-023F-4E10-9A7E-BC0C9D78DF98}" dt="2021-02-22T20:50:04.588" v="3040"/>
          <ac:picMkLst>
            <pc:docMk/>
            <pc:sldMk cId="3911246541" sldId="2076137373"/>
            <ac:picMk id="58" creationId="{B32DC1E0-DE5F-40B1-A482-11B30E0D175E}"/>
          </ac:picMkLst>
        </pc:picChg>
        <pc:cxnChg chg="mod">
          <ac:chgData name="Amilcar Jose Rodriguez Barrios" userId="efa7753a-59bf-44f0-ad53-c3388f48cff0" providerId="ADAL" clId="{ECC100FD-023F-4E10-9A7E-BC0C9D78DF98}" dt="2021-02-22T20:50:04.588" v="3040"/>
          <ac:cxnSpMkLst>
            <pc:docMk/>
            <pc:sldMk cId="3911246541" sldId="2076137373"/>
            <ac:cxnSpMk id="60" creationId="{C624579F-F0CD-4913-8524-18E3D8E0FB79}"/>
          </ac:cxnSpMkLst>
        </pc:cxnChg>
      </pc:sldChg>
      <pc:sldChg chg="addSp delSp modSp add mod modNotesTx">
        <pc:chgData name="Amilcar Jose Rodriguez Barrios" userId="efa7753a-59bf-44f0-ad53-c3388f48cff0" providerId="ADAL" clId="{ECC100FD-023F-4E10-9A7E-BC0C9D78DF98}" dt="2021-02-25T19:53:39.831" v="3829" actId="20577"/>
        <pc:sldMkLst>
          <pc:docMk/>
          <pc:sldMk cId="56413144" sldId="2076137374"/>
        </pc:sldMkLst>
        <pc:spChg chg="mod">
          <ac:chgData name="Amilcar Jose Rodriguez Barrios" userId="efa7753a-59bf-44f0-ad53-c3388f48cff0" providerId="ADAL" clId="{ECC100FD-023F-4E10-9A7E-BC0C9D78DF98}" dt="2021-02-24T01:45:43.613" v="3180" actId="20577"/>
          <ac:spMkLst>
            <pc:docMk/>
            <pc:sldMk cId="56413144" sldId="2076137374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51:02.835" v="3080" actId="1076"/>
          <ac:spMkLst>
            <pc:docMk/>
            <pc:sldMk cId="56413144" sldId="2076137374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5T19:53:39.831" v="3829" actId="20577"/>
          <ac:spMkLst>
            <pc:docMk/>
            <pc:sldMk cId="56413144" sldId="2076137374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51:00.223" v="3079" actId="14100"/>
          <ac:spMkLst>
            <pc:docMk/>
            <pc:sldMk cId="56413144" sldId="2076137374"/>
            <ac:spMk id="19" creationId="{B0271379-BCEE-440E-A01D-B4B3F087B14B}"/>
          </ac:spMkLst>
        </pc:spChg>
        <pc:spChg chg="add del mod">
          <ac:chgData name="Amilcar Jose Rodriguez Barrios" userId="efa7753a-59bf-44f0-ad53-c3388f48cff0" providerId="ADAL" clId="{ECC100FD-023F-4E10-9A7E-BC0C9D78DF98}" dt="2021-02-22T20:50:54.253" v="3077"/>
          <ac:spMkLst>
            <pc:docMk/>
            <pc:sldMk cId="56413144" sldId="2076137374"/>
            <ac:spMk id="20" creationId="{DEF05C03-BD4F-4106-9908-78245347C3AE}"/>
          </ac:spMkLst>
        </pc:spChg>
      </pc:sldChg>
      <pc:sldChg chg="modSp add del mod">
        <pc:chgData name="Amilcar Jose Rodriguez Barrios" userId="efa7753a-59bf-44f0-ad53-c3388f48cff0" providerId="ADAL" clId="{ECC100FD-023F-4E10-9A7E-BC0C9D78DF98}" dt="2021-02-24T03:59:35.738" v="3214" actId="47"/>
        <pc:sldMkLst>
          <pc:docMk/>
          <pc:sldMk cId="1151729938" sldId="2076137375"/>
        </pc:sldMkLst>
        <pc:spChg chg="mod">
          <ac:chgData name="Amilcar Jose Rodriguez Barrios" userId="efa7753a-59bf-44f0-ad53-c3388f48cff0" providerId="ADAL" clId="{ECC100FD-023F-4E10-9A7E-BC0C9D78DF98}" dt="2021-02-22T20:51:34.685" v="3084" actId="20577"/>
          <ac:spMkLst>
            <pc:docMk/>
            <pc:sldMk cId="1151729938" sldId="2076137375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51:46.448" v="3087" actId="1076"/>
          <ac:spMkLst>
            <pc:docMk/>
            <pc:sldMk cId="1151729938" sldId="2076137375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2T20:51:44.794" v="3086"/>
          <ac:spMkLst>
            <pc:docMk/>
            <pc:sldMk cId="1151729938" sldId="2076137375"/>
            <ac:spMk id="19" creationId="{B0271379-BCEE-440E-A01D-B4B3F087B14B}"/>
          </ac:spMkLst>
        </pc:spChg>
      </pc:sldChg>
      <pc:sldChg chg="modSp add del mod">
        <pc:chgData name="Amilcar Jose Rodriguez Barrios" userId="efa7753a-59bf-44f0-ad53-c3388f48cff0" providerId="ADAL" clId="{ECC100FD-023F-4E10-9A7E-BC0C9D78DF98}" dt="2021-02-24T03:59:36.520" v="3215" actId="47"/>
        <pc:sldMkLst>
          <pc:docMk/>
          <pc:sldMk cId="1662656260" sldId="2076137376"/>
        </pc:sldMkLst>
        <pc:spChg chg="mod">
          <ac:chgData name="Amilcar Jose Rodriguez Barrios" userId="efa7753a-59bf-44f0-ad53-c3388f48cff0" providerId="ADAL" clId="{ECC100FD-023F-4E10-9A7E-BC0C9D78DF98}" dt="2021-02-24T01:46:01.494" v="3182" actId="20577"/>
          <ac:spMkLst>
            <pc:docMk/>
            <pc:sldMk cId="1662656260" sldId="2076137376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52:13.388" v="3089" actId="20577"/>
          <ac:spMkLst>
            <pc:docMk/>
            <pc:sldMk cId="1662656260" sldId="2076137376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52:18.780" v="3090"/>
          <ac:spMkLst>
            <pc:docMk/>
            <pc:sldMk cId="1662656260" sldId="2076137376"/>
            <ac:spMk id="19" creationId="{B0271379-BCEE-440E-A01D-B4B3F087B14B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22T20:52:51.859" v="3102" actId="1076"/>
        <pc:sldMkLst>
          <pc:docMk/>
          <pc:sldMk cId="2226227338" sldId="2076137377"/>
        </pc:sldMkLst>
        <pc:spChg chg="mod">
          <ac:chgData name="Amilcar Jose Rodriguez Barrios" userId="efa7753a-59bf-44f0-ad53-c3388f48cff0" providerId="ADAL" clId="{ECC100FD-023F-4E10-9A7E-BC0C9D78DF98}" dt="2021-02-22T20:52:51.859" v="3102" actId="1076"/>
          <ac:spMkLst>
            <pc:docMk/>
            <pc:sldMk cId="2226227338" sldId="2076137377"/>
            <ac:spMk id="9" creationId="{E7731D0A-BED0-4C7D-80D9-145621B03A73}"/>
          </ac:spMkLst>
        </pc:spChg>
      </pc:sldChg>
      <pc:sldChg chg="addSp delSp modSp add mod">
        <pc:chgData name="Amilcar Jose Rodriguez Barrios" userId="efa7753a-59bf-44f0-ad53-c3388f48cff0" providerId="ADAL" clId="{ECC100FD-023F-4E10-9A7E-BC0C9D78DF98}" dt="2021-02-22T20:53:29.806" v="3111" actId="1076"/>
        <pc:sldMkLst>
          <pc:docMk/>
          <pc:sldMk cId="1394233336" sldId="2076137378"/>
        </pc:sldMkLst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2" creationId="{80CD58A6-3FF9-491F-9C8D-2114BCA4B892}"/>
          </ac:spMkLst>
        </pc:spChg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3" creationId="{A9C646ED-059A-43F7-A22E-9D3C3EB6E8CB}"/>
          </ac:spMkLst>
        </pc:spChg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4" creationId="{5494F5BA-0FA4-4296-89E9-9318277C6CB8}"/>
          </ac:spMkLst>
        </pc:spChg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5" creationId="{C6D5333B-491F-43DA-88EE-D46CC1A35A8D}"/>
          </ac:spMkLst>
        </pc:spChg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19" creationId="{B0271379-BCEE-440E-A01D-B4B3F087B14B}"/>
          </ac:spMkLst>
        </pc:spChg>
        <pc:spChg chg="add mod">
          <ac:chgData name="Amilcar Jose Rodriguez Barrios" userId="efa7753a-59bf-44f0-ad53-c3388f48cff0" providerId="ADAL" clId="{ECC100FD-023F-4E10-9A7E-BC0C9D78DF98}" dt="2021-02-22T20:53:09.797" v="3106" actId="1076"/>
          <ac:spMkLst>
            <pc:docMk/>
            <pc:sldMk cId="1394233336" sldId="2076137378"/>
            <ac:spMk id="20" creationId="{CE29BC3D-C923-4DB3-BE1F-D4FAF3C365EC}"/>
          </ac:spMkLst>
        </pc:spChg>
        <pc:spChg chg="add mod">
          <ac:chgData name="Amilcar Jose Rodriguez Barrios" userId="efa7753a-59bf-44f0-ad53-c3388f48cff0" providerId="ADAL" clId="{ECC100FD-023F-4E10-9A7E-BC0C9D78DF98}" dt="2021-02-22T20:53:29.806" v="3111" actId="1076"/>
          <ac:spMkLst>
            <pc:docMk/>
            <pc:sldMk cId="1394233336" sldId="2076137378"/>
            <ac:spMk id="21" creationId="{4EADE605-9741-492B-9A59-882891F5B28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2-22T20:54:33.849" v="3124" actId="1076"/>
        <pc:sldMkLst>
          <pc:docMk/>
          <pc:sldMk cId="1169950558" sldId="2076137379"/>
        </pc:sldMkLst>
        <pc:spChg chg="mod">
          <ac:chgData name="Amilcar Jose Rodriguez Barrios" userId="efa7753a-59bf-44f0-ad53-c3388f48cff0" providerId="ADAL" clId="{ECC100FD-023F-4E10-9A7E-BC0C9D78DF98}" dt="2021-02-22T20:53:58.938" v="3113"/>
          <ac:spMkLst>
            <pc:docMk/>
            <pc:sldMk cId="1169950558" sldId="2076137379"/>
            <ac:spMk id="4" creationId="{1F196E69-69F6-413D-A747-2C22AC45C8D1}"/>
          </ac:spMkLst>
        </pc:spChg>
        <pc:spChg chg="mod">
          <ac:chgData name="Amilcar Jose Rodriguez Barrios" userId="efa7753a-59bf-44f0-ad53-c3388f48cff0" providerId="ADAL" clId="{ECC100FD-023F-4E10-9A7E-BC0C9D78DF98}" dt="2021-02-22T20:53:58.938" v="3113"/>
          <ac:spMkLst>
            <pc:docMk/>
            <pc:sldMk cId="1169950558" sldId="2076137379"/>
            <ac:spMk id="6" creationId="{77C56743-11F0-4797-82F7-63DB18B351B2}"/>
          </ac:spMkLst>
        </pc:spChg>
        <pc:spChg chg="mod">
          <ac:chgData name="Amilcar Jose Rodriguez Barrios" userId="efa7753a-59bf-44f0-ad53-c3388f48cff0" providerId="ADAL" clId="{ECC100FD-023F-4E10-9A7E-BC0C9D78DF98}" dt="2021-02-22T20:53:58.938" v="3113"/>
          <ac:spMkLst>
            <pc:docMk/>
            <pc:sldMk cId="1169950558" sldId="2076137379"/>
            <ac:spMk id="9" creationId="{F40CE0CA-6277-4196-8568-9E1FD2EB1983}"/>
          </ac:spMkLst>
        </pc:spChg>
        <pc:spChg chg="mod">
          <ac:chgData name="Amilcar Jose Rodriguez Barrios" userId="efa7753a-59bf-44f0-ad53-c3388f48cff0" providerId="ADAL" clId="{ECC100FD-023F-4E10-9A7E-BC0C9D78DF98}" dt="2021-02-22T20:53:58.938" v="3113"/>
          <ac:spMkLst>
            <pc:docMk/>
            <pc:sldMk cId="1169950558" sldId="2076137379"/>
            <ac:spMk id="10" creationId="{663DE836-08C7-4A7C-8D24-040F7562F381}"/>
          </ac:spMkLst>
        </pc:spChg>
        <pc:spChg chg="add del mod">
          <ac:chgData name="Amilcar Jose Rodriguez Barrios" userId="efa7753a-59bf-44f0-ad53-c3388f48cff0" providerId="ADAL" clId="{ECC100FD-023F-4E10-9A7E-BC0C9D78DF98}" dt="2021-02-22T20:54:31.700" v="3122" actId="478"/>
          <ac:spMkLst>
            <pc:docMk/>
            <pc:sldMk cId="1169950558" sldId="2076137379"/>
            <ac:spMk id="11" creationId="{21B522BA-395C-424D-A714-A843E16CECD8}"/>
          </ac:spMkLst>
        </pc:spChg>
        <pc:spChg chg="add mod">
          <ac:chgData name="Amilcar Jose Rodriguez Barrios" userId="efa7753a-59bf-44f0-ad53-c3388f48cff0" providerId="ADAL" clId="{ECC100FD-023F-4E10-9A7E-BC0C9D78DF98}" dt="2021-02-22T20:54:26.972" v="3121"/>
          <ac:spMkLst>
            <pc:docMk/>
            <pc:sldMk cId="1169950558" sldId="2076137379"/>
            <ac:spMk id="12" creationId="{8DBF7089-EF5F-4A1E-A9A9-884D746569C1}"/>
          </ac:spMkLst>
        </pc:spChg>
        <pc:spChg chg="add mod">
          <ac:chgData name="Amilcar Jose Rodriguez Barrios" userId="efa7753a-59bf-44f0-ad53-c3388f48cff0" providerId="ADAL" clId="{ECC100FD-023F-4E10-9A7E-BC0C9D78DF98}" dt="2021-02-22T20:54:33.849" v="3124" actId="1076"/>
          <ac:spMkLst>
            <pc:docMk/>
            <pc:sldMk cId="1169950558" sldId="2076137379"/>
            <ac:spMk id="13" creationId="{81AC7A29-8E56-406A-BFE2-2698F71C21DA}"/>
          </ac:spMkLst>
        </pc:spChg>
        <pc:grpChg chg="add mod">
          <ac:chgData name="Amilcar Jose Rodriguez Barrios" userId="efa7753a-59bf-44f0-ad53-c3388f48cff0" providerId="ADAL" clId="{ECC100FD-023F-4E10-9A7E-BC0C9D78DF98}" dt="2021-02-22T20:53:58.938" v="3113"/>
          <ac:grpSpMkLst>
            <pc:docMk/>
            <pc:sldMk cId="1169950558" sldId="2076137379"/>
            <ac:grpSpMk id="2" creationId="{BDACF9F6-7062-4791-B95D-0B8F90438D5E}"/>
          </ac:grpSpMkLst>
        </pc:grpChg>
        <pc:grpChg chg="add mod">
          <ac:chgData name="Amilcar Jose Rodriguez Barrios" userId="efa7753a-59bf-44f0-ad53-c3388f48cff0" providerId="ADAL" clId="{ECC100FD-023F-4E10-9A7E-BC0C9D78DF98}" dt="2021-02-22T20:53:58.938" v="3113"/>
          <ac:grpSpMkLst>
            <pc:docMk/>
            <pc:sldMk cId="1169950558" sldId="2076137379"/>
            <ac:grpSpMk id="5" creationId="{2CB414E2-D850-431D-9DE3-7323E192A9A4}"/>
          </ac:grpSpMkLst>
        </pc:grpChg>
        <pc:grpChg chg="add mod">
          <ac:chgData name="Amilcar Jose Rodriguez Barrios" userId="efa7753a-59bf-44f0-ad53-c3388f48cff0" providerId="ADAL" clId="{ECC100FD-023F-4E10-9A7E-BC0C9D78DF98}" dt="2021-02-22T20:53:58.938" v="3113"/>
          <ac:grpSpMkLst>
            <pc:docMk/>
            <pc:sldMk cId="1169950558" sldId="2076137379"/>
            <ac:grpSpMk id="8" creationId="{0538F90F-7FFF-4EAD-A9FD-9EE217E3B5A4}"/>
          </ac:grpSpMkLst>
        </pc:grpChg>
        <pc:picChg chg="mod">
          <ac:chgData name="Amilcar Jose Rodriguez Barrios" userId="efa7753a-59bf-44f0-ad53-c3388f48cff0" providerId="ADAL" clId="{ECC100FD-023F-4E10-9A7E-BC0C9D78DF98}" dt="2021-02-22T20:53:58.938" v="3113"/>
          <ac:picMkLst>
            <pc:docMk/>
            <pc:sldMk cId="1169950558" sldId="2076137379"/>
            <ac:picMk id="7" creationId="{2FC54B9B-6434-4715-AB57-9A170A87A03F}"/>
          </ac:picMkLst>
        </pc:picChg>
        <pc:cxnChg chg="mod">
          <ac:chgData name="Amilcar Jose Rodriguez Barrios" userId="efa7753a-59bf-44f0-ad53-c3388f48cff0" providerId="ADAL" clId="{ECC100FD-023F-4E10-9A7E-BC0C9D78DF98}" dt="2021-02-22T20:53:58.938" v="3113"/>
          <ac:cxnSpMkLst>
            <pc:docMk/>
            <pc:sldMk cId="1169950558" sldId="2076137379"/>
            <ac:cxnSpMk id="3" creationId="{97CFB046-CF2D-4D87-A33A-1477FAAA9A19}"/>
          </ac:cxnSpMkLst>
        </pc:cxnChg>
      </pc:sldChg>
      <pc:sldChg chg="addSp modSp new mod">
        <pc:chgData name="Amilcar Jose Rodriguez Barrios" userId="efa7753a-59bf-44f0-ad53-c3388f48cff0" providerId="ADAL" clId="{ECC100FD-023F-4E10-9A7E-BC0C9D78DF98}" dt="2021-02-22T20:55:46.289" v="3143" actId="1076"/>
        <pc:sldMkLst>
          <pc:docMk/>
          <pc:sldMk cId="3931816307" sldId="2076137380"/>
        </pc:sldMkLst>
        <pc:spChg chg="add mod">
          <ac:chgData name="Amilcar Jose Rodriguez Barrios" userId="efa7753a-59bf-44f0-ad53-c3388f48cff0" providerId="ADAL" clId="{ECC100FD-023F-4E10-9A7E-BC0C9D78DF98}" dt="2021-02-22T20:55:46.289" v="3143" actId="1076"/>
          <ac:spMkLst>
            <pc:docMk/>
            <pc:sldMk cId="3931816307" sldId="2076137380"/>
            <ac:spMk id="2" creationId="{70922BA8-641A-4975-BB1B-4DE16E2FBFE1}"/>
          </ac:spMkLst>
        </pc:spChg>
        <pc:spChg chg="add mod">
          <ac:chgData name="Amilcar Jose Rodriguez Barrios" userId="efa7753a-59bf-44f0-ad53-c3388f48cff0" providerId="ADAL" clId="{ECC100FD-023F-4E10-9A7E-BC0C9D78DF98}" dt="2021-02-22T20:55:44.773" v="3142" actId="1076"/>
          <ac:spMkLst>
            <pc:docMk/>
            <pc:sldMk cId="3931816307" sldId="2076137380"/>
            <ac:spMk id="3" creationId="{31BB4A28-9E36-44D6-BF31-302432D6B2B0}"/>
          </ac:spMkLst>
        </pc:spChg>
        <pc:spChg chg="mod">
          <ac:chgData name="Amilcar Jose Rodriguez Barrios" userId="efa7753a-59bf-44f0-ad53-c3388f48cff0" providerId="ADAL" clId="{ECC100FD-023F-4E10-9A7E-BC0C9D78DF98}" dt="2021-02-22T20:55:20.254" v="3131"/>
          <ac:spMkLst>
            <pc:docMk/>
            <pc:sldMk cId="3931816307" sldId="2076137380"/>
            <ac:spMk id="6" creationId="{B048E326-56FB-4FB6-902A-9A541541CF34}"/>
          </ac:spMkLst>
        </pc:spChg>
        <pc:spChg chg="mod">
          <ac:chgData name="Amilcar Jose Rodriguez Barrios" userId="efa7753a-59bf-44f0-ad53-c3388f48cff0" providerId="ADAL" clId="{ECC100FD-023F-4E10-9A7E-BC0C9D78DF98}" dt="2021-02-22T20:55:20.254" v="3131"/>
          <ac:spMkLst>
            <pc:docMk/>
            <pc:sldMk cId="3931816307" sldId="2076137380"/>
            <ac:spMk id="8" creationId="{AAECE5F9-E02D-4DD7-8DBD-4390B65BE97C}"/>
          </ac:spMkLst>
        </pc:spChg>
        <pc:spChg chg="mod">
          <ac:chgData name="Amilcar Jose Rodriguez Barrios" userId="efa7753a-59bf-44f0-ad53-c3388f48cff0" providerId="ADAL" clId="{ECC100FD-023F-4E10-9A7E-BC0C9D78DF98}" dt="2021-02-22T20:55:20.254" v="3131"/>
          <ac:spMkLst>
            <pc:docMk/>
            <pc:sldMk cId="3931816307" sldId="2076137380"/>
            <ac:spMk id="11" creationId="{81AA92B1-B5A6-41BF-89E8-EE4DD82F0E4A}"/>
          </ac:spMkLst>
        </pc:spChg>
        <pc:spChg chg="mod">
          <ac:chgData name="Amilcar Jose Rodriguez Barrios" userId="efa7753a-59bf-44f0-ad53-c3388f48cff0" providerId="ADAL" clId="{ECC100FD-023F-4E10-9A7E-BC0C9D78DF98}" dt="2021-02-22T20:55:20.254" v="3131"/>
          <ac:spMkLst>
            <pc:docMk/>
            <pc:sldMk cId="3931816307" sldId="2076137380"/>
            <ac:spMk id="12" creationId="{00094DC7-2EA5-45FF-AA20-A423079DB183}"/>
          </ac:spMkLst>
        </pc:spChg>
        <pc:grpChg chg="add mod">
          <ac:chgData name="Amilcar Jose Rodriguez Barrios" userId="efa7753a-59bf-44f0-ad53-c3388f48cff0" providerId="ADAL" clId="{ECC100FD-023F-4E10-9A7E-BC0C9D78DF98}" dt="2021-02-22T20:55:20.254" v="3131"/>
          <ac:grpSpMkLst>
            <pc:docMk/>
            <pc:sldMk cId="3931816307" sldId="2076137380"/>
            <ac:grpSpMk id="4" creationId="{88193734-2638-497C-8B7C-6A328BDD1EAC}"/>
          </ac:grpSpMkLst>
        </pc:grpChg>
        <pc:grpChg chg="add mod">
          <ac:chgData name="Amilcar Jose Rodriguez Barrios" userId="efa7753a-59bf-44f0-ad53-c3388f48cff0" providerId="ADAL" clId="{ECC100FD-023F-4E10-9A7E-BC0C9D78DF98}" dt="2021-02-22T20:55:20.254" v="3131"/>
          <ac:grpSpMkLst>
            <pc:docMk/>
            <pc:sldMk cId="3931816307" sldId="2076137380"/>
            <ac:grpSpMk id="7" creationId="{95746554-3BA2-45E2-A306-7AAD7C120071}"/>
          </ac:grpSpMkLst>
        </pc:grpChg>
        <pc:grpChg chg="add mod">
          <ac:chgData name="Amilcar Jose Rodriguez Barrios" userId="efa7753a-59bf-44f0-ad53-c3388f48cff0" providerId="ADAL" clId="{ECC100FD-023F-4E10-9A7E-BC0C9D78DF98}" dt="2021-02-22T20:55:20.254" v="3131"/>
          <ac:grpSpMkLst>
            <pc:docMk/>
            <pc:sldMk cId="3931816307" sldId="2076137380"/>
            <ac:grpSpMk id="10" creationId="{AD01653E-4E33-4C03-91D4-4A96CDC539B4}"/>
          </ac:grpSpMkLst>
        </pc:grpChg>
        <pc:picChg chg="mod">
          <ac:chgData name="Amilcar Jose Rodriguez Barrios" userId="efa7753a-59bf-44f0-ad53-c3388f48cff0" providerId="ADAL" clId="{ECC100FD-023F-4E10-9A7E-BC0C9D78DF98}" dt="2021-02-22T20:55:20.254" v="3131"/>
          <ac:picMkLst>
            <pc:docMk/>
            <pc:sldMk cId="3931816307" sldId="2076137380"/>
            <ac:picMk id="9" creationId="{7D454E0C-9FC7-4295-B73B-1485AD77A4C8}"/>
          </ac:picMkLst>
        </pc:picChg>
        <pc:cxnChg chg="mod">
          <ac:chgData name="Amilcar Jose Rodriguez Barrios" userId="efa7753a-59bf-44f0-ad53-c3388f48cff0" providerId="ADAL" clId="{ECC100FD-023F-4E10-9A7E-BC0C9D78DF98}" dt="2021-02-22T20:55:20.254" v="3131"/>
          <ac:cxnSpMkLst>
            <pc:docMk/>
            <pc:sldMk cId="3931816307" sldId="2076137380"/>
            <ac:cxnSpMk id="5" creationId="{2356D4BB-86FD-4517-8D01-684ADC41C382}"/>
          </ac:cxnSpMkLst>
        </pc:cxnChg>
      </pc:sldChg>
      <pc:sldChg chg="addSp modSp new mod">
        <pc:chgData name="Amilcar Jose Rodriguez Barrios" userId="efa7753a-59bf-44f0-ad53-c3388f48cff0" providerId="ADAL" clId="{ECC100FD-023F-4E10-9A7E-BC0C9D78DF98}" dt="2021-02-22T20:55:56.154" v="3147" actId="1076"/>
        <pc:sldMkLst>
          <pc:docMk/>
          <pc:sldMk cId="337828216" sldId="2076137381"/>
        </pc:sldMkLst>
        <pc:spChg chg="add mod">
          <ac:chgData name="Amilcar Jose Rodriguez Barrios" userId="efa7753a-59bf-44f0-ad53-c3388f48cff0" providerId="ADAL" clId="{ECC100FD-023F-4E10-9A7E-BC0C9D78DF98}" dt="2021-02-22T20:55:56.154" v="3147" actId="1076"/>
          <ac:spMkLst>
            <pc:docMk/>
            <pc:sldMk cId="337828216" sldId="2076137381"/>
            <ac:spMk id="2" creationId="{F0369239-DD7A-4F75-966D-31D5C3A11E4C}"/>
          </ac:spMkLst>
        </pc:spChg>
        <pc:spChg chg="add mod">
          <ac:chgData name="Amilcar Jose Rodriguez Barrios" userId="efa7753a-59bf-44f0-ad53-c3388f48cff0" providerId="ADAL" clId="{ECC100FD-023F-4E10-9A7E-BC0C9D78DF98}" dt="2021-02-22T20:55:54.433" v="3146" actId="1076"/>
          <ac:spMkLst>
            <pc:docMk/>
            <pc:sldMk cId="337828216" sldId="2076137381"/>
            <ac:spMk id="3" creationId="{433FF548-29C7-43CA-9CC7-075740B2C45C}"/>
          </ac:spMkLst>
        </pc:spChg>
        <pc:spChg chg="mod">
          <ac:chgData name="Amilcar Jose Rodriguez Barrios" userId="efa7753a-59bf-44f0-ad53-c3388f48cff0" providerId="ADAL" clId="{ECC100FD-023F-4E10-9A7E-BC0C9D78DF98}" dt="2021-02-22T20:55:21.542" v="3132"/>
          <ac:spMkLst>
            <pc:docMk/>
            <pc:sldMk cId="337828216" sldId="2076137381"/>
            <ac:spMk id="6" creationId="{0D5064C6-CDFB-4D31-A21F-D8A99B6CB364}"/>
          </ac:spMkLst>
        </pc:spChg>
        <pc:spChg chg="mod">
          <ac:chgData name="Amilcar Jose Rodriguez Barrios" userId="efa7753a-59bf-44f0-ad53-c3388f48cff0" providerId="ADAL" clId="{ECC100FD-023F-4E10-9A7E-BC0C9D78DF98}" dt="2021-02-22T20:55:21.542" v="3132"/>
          <ac:spMkLst>
            <pc:docMk/>
            <pc:sldMk cId="337828216" sldId="2076137381"/>
            <ac:spMk id="8" creationId="{84B01B8E-58BE-4DA1-907D-7151ED150702}"/>
          </ac:spMkLst>
        </pc:spChg>
        <pc:spChg chg="mod">
          <ac:chgData name="Amilcar Jose Rodriguez Barrios" userId="efa7753a-59bf-44f0-ad53-c3388f48cff0" providerId="ADAL" clId="{ECC100FD-023F-4E10-9A7E-BC0C9D78DF98}" dt="2021-02-22T20:55:21.542" v="3132"/>
          <ac:spMkLst>
            <pc:docMk/>
            <pc:sldMk cId="337828216" sldId="2076137381"/>
            <ac:spMk id="11" creationId="{ABE33E5B-14BD-4183-85BC-1F5A6DD27327}"/>
          </ac:spMkLst>
        </pc:spChg>
        <pc:spChg chg="mod">
          <ac:chgData name="Amilcar Jose Rodriguez Barrios" userId="efa7753a-59bf-44f0-ad53-c3388f48cff0" providerId="ADAL" clId="{ECC100FD-023F-4E10-9A7E-BC0C9D78DF98}" dt="2021-02-22T20:55:21.542" v="3132"/>
          <ac:spMkLst>
            <pc:docMk/>
            <pc:sldMk cId="337828216" sldId="2076137381"/>
            <ac:spMk id="12" creationId="{6501D2B2-198E-43D7-AA6B-B0BDB81EB89D}"/>
          </ac:spMkLst>
        </pc:spChg>
        <pc:grpChg chg="add mod">
          <ac:chgData name="Amilcar Jose Rodriguez Barrios" userId="efa7753a-59bf-44f0-ad53-c3388f48cff0" providerId="ADAL" clId="{ECC100FD-023F-4E10-9A7E-BC0C9D78DF98}" dt="2021-02-22T20:55:21.542" v="3132"/>
          <ac:grpSpMkLst>
            <pc:docMk/>
            <pc:sldMk cId="337828216" sldId="2076137381"/>
            <ac:grpSpMk id="4" creationId="{582E8271-9B63-4BB3-A189-DB4D53F183FC}"/>
          </ac:grpSpMkLst>
        </pc:grpChg>
        <pc:grpChg chg="add mod">
          <ac:chgData name="Amilcar Jose Rodriguez Barrios" userId="efa7753a-59bf-44f0-ad53-c3388f48cff0" providerId="ADAL" clId="{ECC100FD-023F-4E10-9A7E-BC0C9D78DF98}" dt="2021-02-22T20:55:21.542" v="3132"/>
          <ac:grpSpMkLst>
            <pc:docMk/>
            <pc:sldMk cId="337828216" sldId="2076137381"/>
            <ac:grpSpMk id="7" creationId="{EFD0E5CC-2088-42B1-83C1-AD87C1A11451}"/>
          </ac:grpSpMkLst>
        </pc:grpChg>
        <pc:grpChg chg="add mod">
          <ac:chgData name="Amilcar Jose Rodriguez Barrios" userId="efa7753a-59bf-44f0-ad53-c3388f48cff0" providerId="ADAL" clId="{ECC100FD-023F-4E10-9A7E-BC0C9D78DF98}" dt="2021-02-22T20:55:21.542" v="3132"/>
          <ac:grpSpMkLst>
            <pc:docMk/>
            <pc:sldMk cId="337828216" sldId="2076137381"/>
            <ac:grpSpMk id="10" creationId="{486420E1-F71A-4EFC-B928-54179EA8BFEF}"/>
          </ac:grpSpMkLst>
        </pc:grpChg>
        <pc:picChg chg="mod">
          <ac:chgData name="Amilcar Jose Rodriguez Barrios" userId="efa7753a-59bf-44f0-ad53-c3388f48cff0" providerId="ADAL" clId="{ECC100FD-023F-4E10-9A7E-BC0C9D78DF98}" dt="2021-02-22T20:55:21.542" v="3132"/>
          <ac:picMkLst>
            <pc:docMk/>
            <pc:sldMk cId="337828216" sldId="2076137381"/>
            <ac:picMk id="9" creationId="{2E7ABA1A-C918-466B-93A8-D5E01383FE36}"/>
          </ac:picMkLst>
        </pc:picChg>
        <pc:cxnChg chg="mod">
          <ac:chgData name="Amilcar Jose Rodriguez Barrios" userId="efa7753a-59bf-44f0-ad53-c3388f48cff0" providerId="ADAL" clId="{ECC100FD-023F-4E10-9A7E-BC0C9D78DF98}" dt="2021-02-22T20:55:21.542" v="3132"/>
          <ac:cxnSpMkLst>
            <pc:docMk/>
            <pc:sldMk cId="337828216" sldId="2076137381"/>
            <ac:cxnSpMk id="5" creationId="{0738ED9F-1F5E-4BB1-8E24-7E3AE680617A}"/>
          </ac:cxnSpMkLst>
        </pc:cxnChg>
      </pc:sldChg>
      <pc:sldChg chg="addSp modSp new add del mod">
        <pc:chgData name="Amilcar Jose Rodriguez Barrios" userId="efa7753a-59bf-44f0-ad53-c3388f48cff0" providerId="ADAL" clId="{ECC100FD-023F-4E10-9A7E-BC0C9D78DF98}" dt="2021-02-25T18:19:39.542" v="3538" actId="47"/>
        <pc:sldMkLst>
          <pc:docMk/>
          <pc:sldMk cId="4057673275" sldId="2076137382"/>
        </pc:sldMkLst>
        <pc:spChg chg="add mod">
          <ac:chgData name="Amilcar Jose Rodriguez Barrios" userId="efa7753a-59bf-44f0-ad53-c3388f48cff0" providerId="ADAL" clId="{ECC100FD-023F-4E10-9A7E-BC0C9D78DF98}" dt="2021-02-22T20:56:57.802" v="3152" actId="20577"/>
          <ac:spMkLst>
            <pc:docMk/>
            <pc:sldMk cId="4057673275" sldId="2076137382"/>
            <ac:spMk id="2" creationId="{CC4674B4-2841-4F39-87A0-CD6491B6BC46}"/>
          </ac:spMkLst>
        </pc:spChg>
        <pc:spChg chg="add mod">
          <ac:chgData name="Amilcar Jose Rodriguez Barrios" userId="efa7753a-59bf-44f0-ad53-c3388f48cff0" providerId="ADAL" clId="{ECC100FD-023F-4E10-9A7E-BC0C9D78DF98}" dt="2021-02-22T20:56:55.856" v="3149"/>
          <ac:spMkLst>
            <pc:docMk/>
            <pc:sldMk cId="4057673275" sldId="2076137382"/>
            <ac:spMk id="3" creationId="{C97CF017-F02B-4F65-B54E-2E003FCFD432}"/>
          </ac:spMkLst>
        </pc:spChg>
        <pc:spChg chg="add mod">
          <ac:chgData name="Amilcar Jose Rodriguez Barrios" userId="efa7753a-59bf-44f0-ad53-c3388f48cff0" providerId="ADAL" clId="{ECC100FD-023F-4E10-9A7E-BC0C9D78DF98}" dt="2021-02-22T20:58:53.630" v="3162" actId="1076"/>
          <ac:spMkLst>
            <pc:docMk/>
            <pc:sldMk cId="4057673275" sldId="2076137382"/>
            <ac:spMk id="4" creationId="{B5FBE698-B28F-4317-8316-A08B5C2B28EF}"/>
          </ac:spMkLst>
        </pc:spChg>
        <pc:spChg chg="add mod">
          <ac:chgData name="Amilcar Jose Rodriguez Barrios" userId="efa7753a-59bf-44f0-ad53-c3388f48cff0" providerId="ADAL" clId="{ECC100FD-023F-4E10-9A7E-BC0C9D78DF98}" dt="2021-02-22T20:56:55.856" v="3149"/>
          <ac:spMkLst>
            <pc:docMk/>
            <pc:sldMk cId="4057673275" sldId="2076137382"/>
            <ac:spMk id="5" creationId="{F9C991B6-4DF7-4A00-AC45-A70230607340}"/>
          </ac:spMkLst>
        </pc:spChg>
        <pc:spChg chg="add mod">
          <ac:chgData name="Amilcar Jose Rodriguez Barrios" userId="efa7753a-59bf-44f0-ad53-c3388f48cff0" providerId="ADAL" clId="{ECC100FD-023F-4E10-9A7E-BC0C9D78DF98}" dt="2021-02-22T20:57:42.363" v="3160" actId="255"/>
          <ac:spMkLst>
            <pc:docMk/>
            <pc:sldMk cId="4057673275" sldId="2076137382"/>
            <ac:spMk id="6" creationId="{E6980808-332D-4DFC-B4FF-5EAFA8ADB024}"/>
          </ac:spMkLst>
        </pc:spChg>
        <pc:spChg chg="mod">
          <ac:chgData name="Amilcar Jose Rodriguez Barrios" userId="efa7753a-59bf-44f0-ad53-c3388f48cff0" providerId="ADAL" clId="{ECC100FD-023F-4E10-9A7E-BC0C9D78DF98}" dt="2021-02-22T20:57:04.636" v="3153"/>
          <ac:spMkLst>
            <pc:docMk/>
            <pc:sldMk cId="4057673275" sldId="2076137382"/>
            <ac:spMk id="9" creationId="{5C52A88B-F3ED-490D-AB46-155368707343}"/>
          </ac:spMkLst>
        </pc:spChg>
        <pc:spChg chg="mod">
          <ac:chgData name="Amilcar Jose Rodriguez Barrios" userId="efa7753a-59bf-44f0-ad53-c3388f48cff0" providerId="ADAL" clId="{ECC100FD-023F-4E10-9A7E-BC0C9D78DF98}" dt="2021-02-22T20:57:04.636" v="3153"/>
          <ac:spMkLst>
            <pc:docMk/>
            <pc:sldMk cId="4057673275" sldId="2076137382"/>
            <ac:spMk id="11" creationId="{D00234EE-E2A3-4FB6-B145-A71731494875}"/>
          </ac:spMkLst>
        </pc:spChg>
        <pc:spChg chg="mod">
          <ac:chgData name="Amilcar Jose Rodriguez Barrios" userId="efa7753a-59bf-44f0-ad53-c3388f48cff0" providerId="ADAL" clId="{ECC100FD-023F-4E10-9A7E-BC0C9D78DF98}" dt="2021-02-22T20:57:04.636" v="3153"/>
          <ac:spMkLst>
            <pc:docMk/>
            <pc:sldMk cId="4057673275" sldId="2076137382"/>
            <ac:spMk id="14" creationId="{2A40BC65-C76D-4A1F-A52F-B326A76C37D3}"/>
          </ac:spMkLst>
        </pc:spChg>
        <pc:spChg chg="mod">
          <ac:chgData name="Amilcar Jose Rodriguez Barrios" userId="efa7753a-59bf-44f0-ad53-c3388f48cff0" providerId="ADAL" clId="{ECC100FD-023F-4E10-9A7E-BC0C9D78DF98}" dt="2021-02-22T20:57:04.636" v="3153"/>
          <ac:spMkLst>
            <pc:docMk/>
            <pc:sldMk cId="4057673275" sldId="2076137382"/>
            <ac:spMk id="15" creationId="{3CED2E41-7D03-4DAC-A98D-5BB507A688A4}"/>
          </ac:spMkLst>
        </pc:spChg>
        <pc:grpChg chg="add mod">
          <ac:chgData name="Amilcar Jose Rodriguez Barrios" userId="efa7753a-59bf-44f0-ad53-c3388f48cff0" providerId="ADAL" clId="{ECC100FD-023F-4E10-9A7E-BC0C9D78DF98}" dt="2021-02-22T20:57:04.636" v="3153"/>
          <ac:grpSpMkLst>
            <pc:docMk/>
            <pc:sldMk cId="4057673275" sldId="2076137382"/>
            <ac:grpSpMk id="7" creationId="{CD305687-3C39-45B3-A823-559646CE2A4A}"/>
          </ac:grpSpMkLst>
        </pc:grpChg>
        <pc:grpChg chg="add mod">
          <ac:chgData name="Amilcar Jose Rodriguez Barrios" userId="efa7753a-59bf-44f0-ad53-c3388f48cff0" providerId="ADAL" clId="{ECC100FD-023F-4E10-9A7E-BC0C9D78DF98}" dt="2021-02-22T20:57:04.636" v="3153"/>
          <ac:grpSpMkLst>
            <pc:docMk/>
            <pc:sldMk cId="4057673275" sldId="2076137382"/>
            <ac:grpSpMk id="10" creationId="{E228C257-AC3D-49C9-8C99-F48232DC9326}"/>
          </ac:grpSpMkLst>
        </pc:grpChg>
        <pc:grpChg chg="add mod">
          <ac:chgData name="Amilcar Jose Rodriguez Barrios" userId="efa7753a-59bf-44f0-ad53-c3388f48cff0" providerId="ADAL" clId="{ECC100FD-023F-4E10-9A7E-BC0C9D78DF98}" dt="2021-02-22T20:57:04.636" v="3153"/>
          <ac:grpSpMkLst>
            <pc:docMk/>
            <pc:sldMk cId="4057673275" sldId="2076137382"/>
            <ac:grpSpMk id="13" creationId="{B32DDEE7-8F57-4A61-A85F-D1214B470C1F}"/>
          </ac:grpSpMkLst>
        </pc:grpChg>
        <pc:picChg chg="mod">
          <ac:chgData name="Amilcar Jose Rodriguez Barrios" userId="efa7753a-59bf-44f0-ad53-c3388f48cff0" providerId="ADAL" clId="{ECC100FD-023F-4E10-9A7E-BC0C9D78DF98}" dt="2021-02-22T20:57:04.636" v="3153"/>
          <ac:picMkLst>
            <pc:docMk/>
            <pc:sldMk cId="4057673275" sldId="2076137382"/>
            <ac:picMk id="12" creationId="{239230FB-13A3-4023-B7A8-D55BCB174F3C}"/>
          </ac:picMkLst>
        </pc:picChg>
        <pc:cxnChg chg="mod">
          <ac:chgData name="Amilcar Jose Rodriguez Barrios" userId="efa7753a-59bf-44f0-ad53-c3388f48cff0" providerId="ADAL" clId="{ECC100FD-023F-4E10-9A7E-BC0C9D78DF98}" dt="2021-02-22T20:57:04.636" v="3153"/>
          <ac:cxnSpMkLst>
            <pc:docMk/>
            <pc:sldMk cId="4057673275" sldId="2076137382"/>
            <ac:cxnSpMk id="8" creationId="{7A0DF114-310E-4BEC-9065-3A20CCCC5861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4T04:10:13.772" v="3239" actId="207"/>
        <pc:sldMkLst>
          <pc:docMk/>
          <pc:sldMk cId="562292905" sldId="2076137383"/>
        </pc:sldMkLst>
        <pc:spChg chg="del">
          <ac:chgData name="Amilcar Jose Rodriguez Barrios" userId="efa7753a-59bf-44f0-ad53-c3388f48cff0" providerId="ADAL" clId="{ECC100FD-023F-4E10-9A7E-BC0C9D78DF98}" dt="2021-02-24T04:09:41.816" v="3217" actId="478"/>
          <ac:spMkLst>
            <pc:docMk/>
            <pc:sldMk cId="562292905" sldId="2076137383"/>
            <ac:spMk id="2" creationId="{093B5003-01AA-4D1A-AF90-401F29D1DC98}"/>
          </ac:spMkLst>
        </pc:spChg>
        <pc:spChg chg="mod">
          <ac:chgData name="Amilcar Jose Rodriguez Barrios" userId="efa7753a-59bf-44f0-ad53-c3388f48cff0" providerId="ADAL" clId="{ECC100FD-023F-4E10-9A7E-BC0C9D78DF98}" dt="2021-02-24T04:09:47.331" v="3218"/>
          <ac:spMkLst>
            <pc:docMk/>
            <pc:sldMk cId="562292905" sldId="2076137383"/>
            <ac:spMk id="5" creationId="{FE68FA2E-6A72-4322-9394-7837B73583D6}"/>
          </ac:spMkLst>
        </pc:spChg>
        <pc:spChg chg="mod">
          <ac:chgData name="Amilcar Jose Rodriguez Barrios" userId="efa7753a-59bf-44f0-ad53-c3388f48cff0" providerId="ADAL" clId="{ECC100FD-023F-4E10-9A7E-BC0C9D78DF98}" dt="2021-02-24T04:09:47.331" v="3218"/>
          <ac:spMkLst>
            <pc:docMk/>
            <pc:sldMk cId="562292905" sldId="2076137383"/>
            <ac:spMk id="7" creationId="{0C971AD7-7C11-4926-9B87-5B8074286625}"/>
          </ac:spMkLst>
        </pc:spChg>
        <pc:spChg chg="mod">
          <ac:chgData name="Amilcar Jose Rodriguez Barrios" userId="efa7753a-59bf-44f0-ad53-c3388f48cff0" providerId="ADAL" clId="{ECC100FD-023F-4E10-9A7E-BC0C9D78DF98}" dt="2021-02-24T04:09:47.331" v="3218"/>
          <ac:spMkLst>
            <pc:docMk/>
            <pc:sldMk cId="562292905" sldId="2076137383"/>
            <ac:spMk id="10" creationId="{104F5F49-AD93-42D4-A765-5057EB7E400F}"/>
          </ac:spMkLst>
        </pc:spChg>
        <pc:spChg chg="mod">
          <ac:chgData name="Amilcar Jose Rodriguez Barrios" userId="efa7753a-59bf-44f0-ad53-c3388f48cff0" providerId="ADAL" clId="{ECC100FD-023F-4E10-9A7E-BC0C9D78DF98}" dt="2021-02-24T04:09:54.586" v="3236" actId="20577"/>
          <ac:spMkLst>
            <pc:docMk/>
            <pc:sldMk cId="562292905" sldId="2076137383"/>
            <ac:spMk id="11" creationId="{EC0CE351-CC95-480D-9D79-965BA83F81CE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2" creationId="{90E6FDE9-EF2D-4C5C-BB7A-0D83EFC56116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3" creationId="{0086B668-A1D6-430F-8B3A-DA82ECB26C6D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4" creationId="{0C90A20F-E82F-4315-BBBE-0448AD619C11}"/>
          </ac:spMkLst>
        </pc:spChg>
        <pc:spChg chg="add mod">
          <ac:chgData name="Amilcar Jose Rodriguez Barrios" userId="efa7753a-59bf-44f0-ad53-c3388f48cff0" providerId="ADAL" clId="{ECC100FD-023F-4E10-9A7E-BC0C9D78DF98}" dt="2021-02-24T04:10:13.772" v="3239" actId="207"/>
          <ac:spMkLst>
            <pc:docMk/>
            <pc:sldMk cId="562292905" sldId="2076137383"/>
            <ac:spMk id="15" creationId="{A947CFEF-31EF-4CE7-BA47-37073E171972}"/>
          </ac:spMkLst>
        </pc:spChg>
        <pc:spChg chg="add mod">
          <ac:chgData name="Amilcar Jose Rodriguez Barrios" userId="efa7753a-59bf-44f0-ad53-c3388f48cff0" providerId="ADAL" clId="{ECC100FD-023F-4E10-9A7E-BC0C9D78DF98}" dt="2021-02-24T04:10:13.772" v="3239" actId="207"/>
          <ac:spMkLst>
            <pc:docMk/>
            <pc:sldMk cId="562292905" sldId="2076137383"/>
            <ac:spMk id="16" creationId="{4710001A-E046-4718-A26E-9A2E5932971F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7" creationId="{58CE8986-1A75-458B-964E-0A3B300501D1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8" creationId="{E9A134BA-8234-443B-94E0-18115E05CF61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9" creationId="{5B84A07D-921C-4EA1-9742-3B56BB342AD6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0" creationId="{D56B69BA-4C02-4280-8494-E34292B85300}"/>
          </ac:spMkLst>
        </pc:spChg>
        <pc:spChg chg="add mod">
          <ac:chgData name="Amilcar Jose Rodriguez Barrios" userId="efa7753a-59bf-44f0-ad53-c3388f48cff0" providerId="ADAL" clId="{ECC100FD-023F-4E10-9A7E-BC0C9D78DF98}" dt="2021-02-24T04:10:13.772" v="3239" actId="207"/>
          <ac:spMkLst>
            <pc:docMk/>
            <pc:sldMk cId="562292905" sldId="2076137383"/>
            <ac:spMk id="21" creationId="{DF9156A0-3E92-411E-BC23-4F59A3D0176B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2" creationId="{E6887EBD-84E0-4A6A-AB5D-D7CC51F49133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3" creationId="{C365A37D-A0C4-4EFE-8BAA-98BC9AA9272C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4" creationId="{B9724A4D-B0F8-4386-866C-6016B48783B6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5" creationId="{766DFB07-61D6-48DA-AA09-80DA45F4540C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6" creationId="{80B4735C-6BD8-457F-83B6-93023123E2CC}"/>
          </ac:spMkLst>
        </pc:spChg>
        <pc:grpChg chg="add mod">
          <ac:chgData name="Amilcar Jose Rodriguez Barrios" userId="efa7753a-59bf-44f0-ad53-c3388f48cff0" providerId="ADAL" clId="{ECC100FD-023F-4E10-9A7E-BC0C9D78DF98}" dt="2021-02-24T04:09:47.331" v="3218"/>
          <ac:grpSpMkLst>
            <pc:docMk/>
            <pc:sldMk cId="562292905" sldId="2076137383"/>
            <ac:grpSpMk id="3" creationId="{DF8DF865-51D1-40D9-82CC-DF66FA04DEE5}"/>
          </ac:grpSpMkLst>
        </pc:grpChg>
        <pc:grpChg chg="add mod">
          <ac:chgData name="Amilcar Jose Rodriguez Barrios" userId="efa7753a-59bf-44f0-ad53-c3388f48cff0" providerId="ADAL" clId="{ECC100FD-023F-4E10-9A7E-BC0C9D78DF98}" dt="2021-02-24T04:09:47.331" v="3218"/>
          <ac:grpSpMkLst>
            <pc:docMk/>
            <pc:sldMk cId="562292905" sldId="2076137383"/>
            <ac:grpSpMk id="6" creationId="{78EEE4B9-6FDB-4DD2-8912-788A316C12A7}"/>
          </ac:grpSpMkLst>
        </pc:grpChg>
        <pc:grpChg chg="add mod">
          <ac:chgData name="Amilcar Jose Rodriguez Barrios" userId="efa7753a-59bf-44f0-ad53-c3388f48cff0" providerId="ADAL" clId="{ECC100FD-023F-4E10-9A7E-BC0C9D78DF98}" dt="2021-02-24T04:09:47.331" v="3218"/>
          <ac:grpSpMkLst>
            <pc:docMk/>
            <pc:sldMk cId="562292905" sldId="2076137383"/>
            <ac:grpSpMk id="9" creationId="{E7D6A0E5-CF7D-4A89-8CB5-9C7E8E38149A}"/>
          </ac:grpSpMkLst>
        </pc:grpChg>
        <pc:picChg chg="mod">
          <ac:chgData name="Amilcar Jose Rodriguez Barrios" userId="efa7753a-59bf-44f0-ad53-c3388f48cff0" providerId="ADAL" clId="{ECC100FD-023F-4E10-9A7E-BC0C9D78DF98}" dt="2021-02-24T04:09:47.331" v="3218"/>
          <ac:picMkLst>
            <pc:docMk/>
            <pc:sldMk cId="562292905" sldId="2076137383"/>
            <ac:picMk id="8" creationId="{76D82DDC-7E9F-4D43-BF2F-EC97B3D04EE3}"/>
          </ac:picMkLst>
        </pc:picChg>
        <pc:cxnChg chg="mod">
          <ac:chgData name="Amilcar Jose Rodriguez Barrios" userId="efa7753a-59bf-44f0-ad53-c3388f48cff0" providerId="ADAL" clId="{ECC100FD-023F-4E10-9A7E-BC0C9D78DF98}" dt="2021-02-24T04:09:47.331" v="3218"/>
          <ac:cxnSpMkLst>
            <pc:docMk/>
            <pc:sldMk cId="562292905" sldId="2076137383"/>
            <ac:cxnSpMk id="4" creationId="{150A9694-449A-4F53-9833-8839D9917760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04:14:36.709" v="3356" actId="207"/>
        <pc:sldMkLst>
          <pc:docMk/>
          <pc:sldMk cId="2129453281" sldId="2076137384"/>
        </pc:sldMkLst>
        <pc:spChg chg="del">
          <ac:chgData name="Amilcar Jose Rodriguez Barrios" userId="efa7753a-59bf-44f0-ad53-c3388f48cff0" providerId="ADAL" clId="{ECC100FD-023F-4E10-9A7E-BC0C9D78DF98}" dt="2021-02-24T04:10:46.280" v="3241" actId="478"/>
          <ac:spMkLst>
            <pc:docMk/>
            <pc:sldMk cId="2129453281" sldId="2076137384"/>
            <ac:spMk id="2" creationId="{65031D15-A0C2-4379-87A6-7E97E341E53D}"/>
          </ac:spMkLst>
        </pc:spChg>
        <pc:spChg chg="mod">
          <ac:chgData name="Amilcar Jose Rodriguez Barrios" userId="efa7753a-59bf-44f0-ad53-c3388f48cff0" providerId="ADAL" clId="{ECC100FD-023F-4E10-9A7E-BC0C9D78DF98}" dt="2021-02-24T04:10:50.441" v="3242"/>
          <ac:spMkLst>
            <pc:docMk/>
            <pc:sldMk cId="2129453281" sldId="2076137384"/>
            <ac:spMk id="5" creationId="{FE0DCEE0-7EAE-406B-B44B-BD5707879B97}"/>
          </ac:spMkLst>
        </pc:spChg>
        <pc:spChg chg="mod">
          <ac:chgData name="Amilcar Jose Rodriguez Barrios" userId="efa7753a-59bf-44f0-ad53-c3388f48cff0" providerId="ADAL" clId="{ECC100FD-023F-4E10-9A7E-BC0C9D78DF98}" dt="2021-02-24T04:10:50.441" v="3242"/>
          <ac:spMkLst>
            <pc:docMk/>
            <pc:sldMk cId="2129453281" sldId="2076137384"/>
            <ac:spMk id="7" creationId="{C0F6010E-EDB7-426B-B566-6C9A46CD49F3}"/>
          </ac:spMkLst>
        </pc:spChg>
        <pc:spChg chg="mod">
          <ac:chgData name="Amilcar Jose Rodriguez Barrios" userId="efa7753a-59bf-44f0-ad53-c3388f48cff0" providerId="ADAL" clId="{ECC100FD-023F-4E10-9A7E-BC0C9D78DF98}" dt="2021-02-24T04:10:50.441" v="3242"/>
          <ac:spMkLst>
            <pc:docMk/>
            <pc:sldMk cId="2129453281" sldId="2076137384"/>
            <ac:spMk id="10" creationId="{24D07A06-6BD5-4B98-8FE5-025AD5B41BD5}"/>
          </ac:spMkLst>
        </pc:spChg>
        <pc:spChg chg="mod">
          <ac:chgData name="Amilcar Jose Rodriguez Barrios" userId="efa7753a-59bf-44f0-ad53-c3388f48cff0" providerId="ADAL" clId="{ECC100FD-023F-4E10-9A7E-BC0C9D78DF98}" dt="2021-02-24T04:10:50.441" v="3242"/>
          <ac:spMkLst>
            <pc:docMk/>
            <pc:sldMk cId="2129453281" sldId="2076137384"/>
            <ac:spMk id="11" creationId="{F86835D1-269B-4E6A-A485-5B008DA6DC2B}"/>
          </ac:spMkLst>
        </pc:spChg>
        <pc:spChg chg="add mod">
          <ac:chgData name="Amilcar Jose Rodriguez Barrios" userId="efa7753a-59bf-44f0-ad53-c3388f48cff0" providerId="ADAL" clId="{ECC100FD-023F-4E10-9A7E-BC0C9D78DF98}" dt="2021-02-24T04:14:36.709" v="3356" actId="207"/>
          <ac:spMkLst>
            <pc:docMk/>
            <pc:sldMk cId="2129453281" sldId="2076137384"/>
            <ac:spMk id="12" creationId="{C099241C-18EB-40A6-890F-2D2DCE8DF88B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15" creationId="{11ACC7EE-D31F-4541-B24E-ADCFD5678570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16" creationId="{E5F3C02C-7B39-4FF7-A5D8-82689E5C0C47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17" creationId="{73228E44-001B-4657-8DFC-94C76ED9A3AE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0" creationId="{CA645142-6B4B-42E3-876E-51002A604F03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1" creationId="{7923709E-8EE0-4424-84CD-454F531F6F59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2" creationId="{9B49C496-2272-4B62-8962-2F068ABA3757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3" creationId="{F406BB5A-0F71-4FD7-9640-F1F420EFE114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4" creationId="{2544E24D-A33F-4F51-B176-F50EF798C329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7" creationId="{C6A61366-8C8B-48D1-9D8A-499CA1267240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8" creationId="{0FE44CFF-4B9E-4560-9AED-FA1A7534072A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9" creationId="{7BBBE7E7-A3BA-4F9A-97B0-5D0F7F60927C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2" creationId="{69723093-49B0-429D-AC78-D442AFD524F3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3" creationId="{B7CA355F-523C-4DFD-9822-68D916B47D60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4" creationId="{6F960E16-3565-49C2-917B-5C72ADD5651A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5" creationId="{95D5131D-E988-418D-975B-FC98A8FF6EC9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6" creationId="{F41DD81B-B5BB-4ED6-A2A1-F9221E3F39C8}"/>
          </ac:spMkLst>
        </pc:spChg>
        <pc:spChg chg="add mod">
          <ac:chgData name="Amilcar Jose Rodriguez Barrios" userId="efa7753a-59bf-44f0-ad53-c3388f48cff0" providerId="ADAL" clId="{ECC100FD-023F-4E10-9A7E-BC0C9D78DF98}" dt="2021-02-24T04:11:33.428" v="3254" actId="14100"/>
          <ac:spMkLst>
            <pc:docMk/>
            <pc:sldMk cId="2129453281" sldId="2076137384"/>
            <ac:spMk id="37" creationId="{DCC95A28-C0E4-476A-8924-8205E1C9C07A}"/>
          </ac:spMkLst>
        </pc:spChg>
        <pc:grpChg chg="add mod">
          <ac:chgData name="Amilcar Jose Rodriguez Barrios" userId="efa7753a-59bf-44f0-ad53-c3388f48cff0" providerId="ADAL" clId="{ECC100FD-023F-4E10-9A7E-BC0C9D78DF98}" dt="2021-02-24T04:10:50.441" v="3242"/>
          <ac:grpSpMkLst>
            <pc:docMk/>
            <pc:sldMk cId="2129453281" sldId="2076137384"/>
            <ac:grpSpMk id="3" creationId="{706A2389-EB7E-48B0-8E24-129C4B67CD58}"/>
          </ac:grpSpMkLst>
        </pc:grpChg>
        <pc:grpChg chg="add mod">
          <ac:chgData name="Amilcar Jose Rodriguez Barrios" userId="efa7753a-59bf-44f0-ad53-c3388f48cff0" providerId="ADAL" clId="{ECC100FD-023F-4E10-9A7E-BC0C9D78DF98}" dt="2021-02-24T04:10:50.441" v="3242"/>
          <ac:grpSpMkLst>
            <pc:docMk/>
            <pc:sldMk cId="2129453281" sldId="2076137384"/>
            <ac:grpSpMk id="6" creationId="{73071B51-71EE-42C2-979E-65B4A0584319}"/>
          </ac:grpSpMkLst>
        </pc:grpChg>
        <pc:grpChg chg="add mod">
          <ac:chgData name="Amilcar Jose Rodriguez Barrios" userId="efa7753a-59bf-44f0-ad53-c3388f48cff0" providerId="ADAL" clId="{ECC100FD-023F-4E10-9A7E-BC0C9D78DF98}" dt="2021-02-24T04:10:50.441" v="3242"/>
          <ac:grpSpMkLst>
            <pc:docMk/>
            <pc:sldMk cId="2129453281" sldId="2076137384"/>
            <ac:grpSpMk id="9" creationId="{A62760AF-0065-444B-94D8-5C13ECCBBACB}"/>
          </ac:grpSpMkLst>
        </pc:grpChg>
        <pc:grpChg chg="add mod">
          <ac:chgData name="Amilcar Jose Rodriguez Barrios" userId="efa7753a-59bf-44f0-ad53-c3388f48cff0" providerId="ADAL" clId="{ECC100FD-023F-4E10-9A7E-BC0C9D78DF98}" dt="2021-02-24T04:11:40.944" v="3269" actId="14100"/>
          <ac:grpSpMkLst>
            <pc:docMk/>
            <pc:sldMk cId="2129453281" sldId="2076137384"/>
            <ac:grpSpMk id="13" creationId="{070E9F9B-041F-4710-AB3B-EC36EC061D4A}"/>
          </ac:grpSpMkLst>
        </pc:grpChg>
        <pc:grpChg chg="mod">
          <ac:chgData name="Amilcar Jose Rodriguez Barrios" userId="efa7753a-59bf-44f0-ad53-c3388f48cff0" providerId="ADAL" clId="{ECC100FD-023F-4E10-9A7E-BC0C9D78DF98}" dt="2021-02-24T04:10:55.573" v="3243"/>
          <ac:grpSpMkLst>
            <pc:docMk/>
            <pc:sldMk cId="2129453281" sldId="2076137384"/>
            <ac:grpSpMk id="14" creationId="{5235508F-7C28-4774-90AE-8F82520F1A3E}"/>
          </ac:grpSpMkLst>
        </pc:grpChg>
        <pc:grpChg chg="add mod">
          <ac:chgData name="Amilcar Jose Rodriguez Barrios" userId="efa7753a-59bf-44f0-ad53-c3388f48cff0" providerId="ADAL" clId="{ECC100FD-023F-4E10-9A7E-BC0C9D78DF98}" dt="2021-02-24T04:11:47.205" v="3271" actId="14100"/>
          <ac:grpSpMkLst>
            <pc:docMk/>
            <pc:sldMk cId="2129453281" sldId="2076137384"/>
            <ac:grpSpMk id="25" creationId="{885BD4F7-1437-4DC0-8343-265346FE4ED1}"/>
          </ac:grpSpMkLst>
        </pc:grpChg>
        <pc:grpChg chg="mod">
          <ac:chgData name="Amilcar Jose Rodriguez Barrios" userId="efa7753a-59bf-44f0-ad53-c3388f48cff0" providerId="ADAL" clId="{ECC100FD-023F-4E10-9A7E-BC0C9D78DF98}" dt="2021-02-24T04:10:55.573" v="3243"/>
          <ac:grpSpMkLst>
            <pc:docMk/>
            <pc:sldMk cId="2129453281" sldId="2076137384"/>
            <ac:grpSpMk id="26" creationId="{4DCA18FC-A566-48A8-B69C-014EDCC2E9D9}"/>
          </ac:grpSpMkLst>
        </pc:grpChg>
        <pc:picChg chg="mod">
          <ac:chgData name="Amilcar Jose Rodriguez Barrios" userId="efa7753a-59bf-44f0-ad53-c3388f48cff0" providerId="ADAL" clId="{ECC100FD-023F-4E10-9A7E-BC0C9D78DF98}" dt="2021-02-24T04:10:50.441" v="3242"/>
          <ac:picMkLst>
            <pc:docMk/>
            <pc:sldMk cId="2129453281" sldId="2076137384"/>
            <ac:picMk id="8" creationId="{1C30D122-ACDC-43DD-A981-D4205D940D84}"/>
          </ac:picMkLst>
        </pc:picChg>
        <pc:picChg chg="add mod">
          <ac:chgData name="Amilcar Jose Rodriguez Barrios" userId="efa7753a-59bf-44f0-ad53-c3388f48cff0" providerId="ADAL" clId="{ECC100FD-023F-4E10-9A7E-BC0C9D78DF98}" dt="2021-02-24T04:11:45.322" v="3270" actId="1076"/>
          <ac:picMkLst>
            <pc:docMk/>
            <pc:sldMk cId="2129453281" sldId="2076137384"/>
            <ac:picMk id="38" creationId="{39B58C79-12BB-4E09-A465-B8B30159044C}"/>
          </ac:picMkLst>
        </pc:picChg>
        <pc:picChg chg="add mod">
          <ac:chgData name="Amilcar Jose Rodriguez Barrios" userId="efa7753a-59bf-44f0-ad53-c3388f48cff0" providerId="ADAL" clId="{ECC100FD-023F-4E10-9A7E-BC0C9D78DF98}" dt="2021-02-24T04:11:49.267" v="3272" actId="1076"/>
          <ac:picMkLst>
            <pc:docMk/>
            <pc:sldMk cId="2129453281" sldId="2076137384"/>
            <ac:picMk id="39" creationId="{B02AF3C4-34DC-4826-A4A6-8F27C68FA7E8}"/>
          </ac:picMkLst>
        </pc:picChg>
        <pc:cxnChg chg="mod">
          <ac:chgData name="Amilcar Jose Rodriguez Barrios" userId="efa7753a-59bf-44f0-ad53-c3388f48cff0" providerId="ADAL" clId="{ECC100FD-023F-4E10-9A7E-BC0C9D78DF98}" dt="2021-02-24T04:10:50.441" v="3242"/>
          <ac:cxnSpMkLst>
            <pc:docMk/>
            <pc:sldMk cId="2129453281" sldId="2076137384"/>
            <ac:cxnSpMk id="4" creationId="{E70F46E7-5950-45A3-831C-FF0F43EC2C85}"/>
          </ac:cxnSpMkLst>
        </pc:cxnChg>
        <pc:cxnChg chg="mod">
          <ac:chgData name="Amilcar Jose Rodriguez Barrios" userId="efa7753a-59bf-44f0-ad53-c3388f48cff0" providerId="ADAL" clId="{ECC100FD-023F-4E10-9A7E-BC0C9D78DF98}" dt="2021-02-24T04:10:55.573" v="3243"/>
          <ac:cxnSpMkLst>
            <pc:docMk/>
            <pc:sldMk cId="2129453281" sldId="2076137384"/>
            <ac:cxnSpMk id="18" creationId="{B5C01935-8E12-498A-A8E1-0C4D438C686A}"/>
          </ac:cxnSpMkLst>
        </pc:cxnChg>
        <pc:cxnChg chg="mod">
          <ac:chgData name="Amilcar Jose Rodriguez Barrios" userId="efa7753a-59bf-44f0-ad53-c3388f48cff0" providerId="ADAL" clId="{ECC100FD-023F-4E10-9A7E-BC0C9D78DF98}" dt="2021-02-24T04:10:55.573" v="3243"/>
          <ac:cxnSpMkLst>
            <pc:docMk/>
            <pc:sldMk cId="2129453281" sldId="2076137384"/>
            <ac:cxnSpMk id="19" creationId="{7EA2C77B-0C9B-4B77-8194-618CE31649A9}"/>
          </ac:cxnSpMkLst>
        </pc:cxnChg>
        <pc:cxnChg chg="mod">
          <ac:chgData name="Amilcar Jose Rodriguez Barrios" userId="efa7753a-59bf-44f0-ad53-c3388f48cff0" providerId="ADAL" clId="{ECC100FD-023F-4E10-9A7E-BC0C9D78DF98}" dt="2021-02-24T04:10:55.573" v="3243"/>
          <ac:cxnSpMkLst>
            <pc:docMk/>
            <pc:sldMk cId="2129453281" sldId="2076137384"/>
            <ac:cxnSpMk id="30" creationId="{87FE1262-1971-4A69-8EFB-FD558D55CD2F}"/>
          </ac:cxnSpMkLst>
        </pc:cxnChg>
        <pc:cxnChg chg="mod">
          <ac:chgData name="Amilcar Jose Rodriguez Barrios" userId="efa7753a-59bf-44f0-ad53-c3388f48cff0" providerId="ADAL" clId="{ECC100FD-023F-4E10-9A7E-BC0C9D78DF98}" dt="2021-02-24T04:10:55.573" v="3243"/>
          <ac:cxnSpMkLst>
            <pc:docMk/>
            <pc:sldMk cId="2129453281" sldId="2076137384"/>
            <ac:cxnSpMk id="31" creationId="{923B03C3-4F36-4DAD-9BEB-A63D53958EF2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04:13:40.581" v="3350" actId="113"/>
        <pc:sldMkLst>
          <pc:docMk/>
          <pc:sldMk cId="2320468890" sldId="2076137385"/>
        </pc:sldMkLst>
        <pc:spChg chg="del">
          <ac:chgData name="Amilcar Jose Rodriguez Barrios" userId="efa7753a-59bf-44f0-ad53-c3388f48cff0" providerId="ADAL" clId="{ECC100FD-023F-4E10-9A7E-BC0C9D78DF98}" dt="2021-02-24T04:12:04.032" v="3274" actId="478"/>
          <ac:spMkLst>
            <pc:docMk/>
            <pc:sldMk cId="2320468890" sldId="2076137385"/>
            <ac:spMk id="2" creationId="{E60FEC57-1BAC-4409-8A0C-B2A2D3E66107}"/>
          </ac:spMkLst>
        </pc:spChg>
        <pc:spChg chg="mod">
          <ac:chgData name="Amilcar Jose Rodriguez Barrios" userId="efa7753a-59bf-44f0-ad53-c3388f48cff0" providerId="ADAL" clId="{ECC100FD-023F-4E10-9A7E-BC0C9D78DF98}" dt="2021-02-24T04:13:12.874" v="3343"/>
          <ac:spMkLst>
            <pc:docMk/>
            <pc:sldMk cId="2320468890" sldId="2076137385"/>
            <ac:spMk id="5" creationId="{1E33DD7B-9744-4481-BFC6-A7F673EC9443}"/>
          </ac:spMkLst>
        </pc:spChg>
        <pc:spChg chg="mod">
          <ac:chgData name="Amilcar Jose Rodriguez Barrios" userId="efa7753a-59bf-44f0-ad53-c3388f48cff0" providerId="ADAL" clId="{ECC100FD-023F-4E10-9A7E-BC0C9D78DF98}" dt="2021-02-24T04:13:12.874" v="3343"/>
          <ac:spMkLst>
            <pc:docMk/>
            <pc:sldMk cId="2320468890" sldId="2076137385"/>
            <ac:spMk id="7" creationId="{508B5E63-6D6B-4EBE-8061-F567423C4DEF}"/>
          </ac:spMkLst>
        </pc:spChg>
        <pc:spChg chg="mod">
          <ac:chgData name="Amilcar Jose Rodriguez Barrios" userId="efa7753a-59bf-44f0-ad53-c3388f48cff0" providerId="ADAL" clId="{ECC100FD-023F-4E10-9A7E-BC0C9D78DF98}" dt="2021-02-24T04:13:12.874" v="3343"/>
          <ac:spMkLst>
            <pc:docMk/>
            <pc:sldMk cId="2320468890" sldId="2076137385"/>
            <ac:spMk id="10" creationId="{D29932DA-4B12-4C37-8C98-2F831F56AFAD}"/>
          </ac:spMkLst>
        </pc:spChg>
        <pc:spChg chg="mod">
          <ac:chgData name="Amilcar Jose Rodriguez Barrios" userId="efa7753a-59bf-44f0-ad53-c3388f48cff0" providerId="ADAL" clId="{ECC100FD-023F-4E10-9A7E-BC0C9D78DF98}" dt="2021-02-24T04:13:12.874" v="3343"/>
          <ac:spMkLst>
            <pc:docMk/>
            <pc:sldMk cId="2320468890" sldId="2076137385"/>
            <ac:spMk id="11" creationId="{566688E6-C6B6-419D-96DC-B4143CE12C18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3" creationId="{B6B9DA99-A4AF-4E76-B5AE-1D4BBB96845C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4" creationId="{10D1798D-D28D-437E-BB14-A74FE1468665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6" creationId="{0A8F4D8B-5B02-43DB-99AA-2900BD87063E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7" creationId="{CC079222-1658-4DFA-9CCF-9453F2B604A4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9" creationId="{A08D74A3-CE60-4A6A-82EA-22121B975B38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20" creationId="{9F61A216-1B16-4B2B-B1F4-F21C2EB0DB2C}"/>
          </ac:spMkLst>
        </pc:spChg>
        <pc:spChg chg="add mod">
          <ac:chgData name="Amilcar Jose Rodriguez Barrios" userId="efa7753a-59bf-44f0-ad53-c3388f48cff0" providerId="ADAL" clId="{ECC100FD-023F-4E10-9A7E-BC0C9D78DF98}" dt="2021-02-24T04:13:40.581" v="3350" actId="113"/>
          <ac:spMkLst>
            <pc:docMk/>
            <pc:sldMk cId="2320468890" sldId="2076137385"/>
            <ac:spMk id="21" creationId="{336312F2-208C-41AC-B597-68282684033A}"/>
          </ac:spMkLst>
        </pc:spChg>
        <pc:grpChg chg="add mod">
          <ac:chgData name="Amilcar Jose Rodriguez Barrios" userId="efa7753a-59bf-44f0-ad53-c3388f48cff0" providerId="ADAL" clId="{ECC100FD-023F-4E10-9A7E-BC0C9D78DF98}" dt="2021-02-24T04:13:12.874" v="3343"/>
          <ac:grpSpMkLst>
            <pc:docMk/>
            <pc:sldMk cId="2320468890" sldId="2076137385"/>
            <ac:grpSpMk id="3" creationId="{7C9750E5-CF43-4119-9DAC-D5A3749FB18D}"/>
          </ac:grpSpMkLst>
        </pc:grpChg>
        <pc:grpChg chg="add mod">
          <ac:chgData name="Amilcar Jose Rodriguez Barrios" userId="efa7753a-59bf-44f0-ad53-c3388f48cff0" providerId="ADAL" clId="{ECC100FD-023F-4E10-9A7E-BC0C9D78DF98}" dt="2021-02-24T04:13:12.874" v="3343"/>
          <ac:grpSpMkLst>
            <pc:docMk/>
            <pc:sldMk cId="2320468890" sldId="2076137385"/>
            <ac:grpSpMk id="6" creationId="{999C6678-E8F0-44E9-A2AC-737F3A8983A7}"/>
          </ac:grpSpMkLst>
        </pc:grpChg>
        <pc:grpChg chg="add mod">
          <ac:chgData name="Amilcar Jose Rodriguez Barrios" userId="efa7753a-59bf-44f0-ad53-c3388f48cff0" providerId="ADAL" clId="{ECC100FD-023F-4E10-9A7E-BC0C9D78DF98}" dt="2021-02-24T04:13:12.874" v="3343"/>
          <ac:grpSpMkLst>
            <pc:docMk/>
            <pc:sldMk cId="2320468890" sldId="2076137385"/>
            <ac:grpSpMk id="9" creationId="{C313EE79-14A5-4D83-B606-D3ABF3540D1A}"/>
          </ac:grpSpMkLst>
        </pc:grpChg>
        <pc:grpChg chg="add mod">
          <ac:chgData name="Amilcar Jose Rodriguez Barrios" userId="efa7753a-59bf-44f0-ad53-c3388f48cff0" providerId="ADAL" clId="{ECC100FD-023F-4E10-9A7E-BC0C9D78DF98}" dt="2021-02-24T04:13:20.599" v="3345" actId="1076"/>
          <ac:grpSpMkLst>
            <pc:docMk/>
            <pc:sldMk cId="2320468890" sldId="2076137385"/>
            <ac:grpSpMk id="12" creationId="{1CD1C21B-FAAF-45FD-A94F-63E13B80DFD6}"/>
          </ac:grpSpMkLst>
        </pc:grpChg>
        <pc:grpChg chg="add mod">
          <ac:chgData name="Amilcar Jose Rodriguez Barrios" userId="efa7753a-59bf-44f0-ad53-c3388f48cff0" providerId="ADAL" clId="{ECC100FD-023F-4E10-9A7E-BC0C9D78DF98}" dt="2021-02-24T04:13:20.599" v="3345" actId="1076"/>
          <ac:grpSpMkLst>
            <pc:docMk/>
            <pc:sldMk cId="2320468890" sldId="2076137385"/>
            <ac:grpSpMk id="15" creationId="{5AF2E110-EF0C-4C50-98A7-5C7C166E3F3F}"/>
          </ac:grpSpMkLst>
        </pc:grpChg>
        <pc:grpChg chg="add mod">
          <ac:chgData name="Amilcar Jose Rodriguez Barrios" userId="efa7753a-59bf-44f0-ad53-c3388f48cff0" providerId="ADAL" clId="{ECC100FD-023F-4E10-9A7E-BC0C9D78DF98}" dt="2021-02-24T04:13:20.599" v="3345" actId="1076"/>
          <ac:grpSpMkLst>
            <pc:docMk/>
            <pc:sldMk cId="2320468890" sldId="2076137385"/>
            <ac:grpSpMk id="18" creationId="{BCAA27AC-6682-40A9-9442-3AD1BF04B8EB}"/>
          </ac:grpSpMkLst>
        </pc:grpChg>
        <pc:picChg chg="mod">
          <ac:chgData name="Amilcar Jose Rodriguez Barrios" userId="efa7753a-59bf-44f0-ad53-c3388f48cff0" providerId="ADAL" clId="{ECC100FD-023F-4E10-9A7E-BC0C9D78DF98}" dt="2021-02-24T04:13:12.874" v="3343"/>
          <ac:picMkLst>
            <pc:docMk/>
            <pc:sldMk cId="2320468890" sldId="2076137385"/>
            <ac:picMk id="8" creationId="{BB0F3586-975F-4D15-A9E9-32B69A28E1C3}"/>
          </ac:picMkLst>
        </pc:picChg>
        <pc:cxnChg chg="mod">
          <ac:chgData name="Amilcar Jose Rodriguez Barrios" userId="efa7753a-59bf-44f0-ad53-c3388f48cff0" providerId="ADAL" clId="{ECC100FD-023F-4E10-9A7E-BC0C9D78DF98}" dt="2021-02-24T04:13:12.874" v="3343"/>
          <ac:cxnSpMkLst>
            <pc:docMk/>
            <pc:sldMk cId="2320468890" sldId="2076137385"/>
            <ac:cxnSpMk id="4" creationId="{BA9E9DDE-088D-4EC2-9D5F-014487089E96}"/>
          </ac:cxnSpMkLst>
        </pc:cxnChg>
      </pc:sldChg>
      <pc:sldChg chg="add del">
        <pc:chgData name="Amilcar Jose Rodriguez Barrios" userId="efa7753a-59bf-44f0-ad53-c3388f48cff0" providerId="ADAL" clId="{ECC100FD-023F-4E10-9A7E-BC0C9D78DF98}" dt="2021-02-24T04:12:18.700" v="3276" actId="47"/>
        <pc:sldMkLst>
          <pc:docMk/>
          <pc:sldMk cId="2271406513" sldId="2076137386"/>
        </pc:sldMkLst>
      </pc:sldChg>
      <pc:sldChg chg="modSp add mod">
        <pc:chgData name="Amilcar Jose Rodriguez Barrios" userId="efa7753a-59bf-44f0-ad53-c3388f48cff0" providerId="ADAL" clId="{ECC100FD-023F-4E10-9A7E-BC0C9D78DF98}" dt="2021-02-24T04:13:01.351" v="3342" actId="1076"/>
        <pc:sldMkLst>
          <pc:docMk/>
          <pc:sldMk cId="3155202911" sldId="2076137386"/>
        </pc:sldMkLst>
        <pc:spChg chg="mod">
          <ac:chgData name="Amilcar Jose Rodriguez Barrios" userId="efa7753a-59bf-44f0-ad53-c3388f48cff0" providerId="ADAL" clId="{ECC100FD-023F-4E10-9A7E-BC0C9D78DF98}" dt="2021-02-24T04:13:01.351" v="3342" actId="1076"/>
          <ac:spMkLst>
            <pc:docMk/>
            <pc:sldMk cId="3155202911" sldId="2076137386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2-26T15:12:44.174" v="3953" actId="1076"/>
        <pc:sldMkLst>
          <pc:docMk/>
          <pc:sldMk cId="1112060604" sldId="2076137387"/>
        </pc:sldMkLst>
        <pc:spChg chg="del">
          <ac:chgData name="Amilcar Jose Rodriguez Barrios" userId="efa7753a-59bf-44f0-ad53-c3388f48cff0" providerId="ADAL" clId="{ECC100FD-023F-4E10-9A7E-BC0C9D78DF98}" dt="2021-02-24T04:13:54.450" v="3352" actId="478"/>
          <ac:spMkLst>
            <pc:docMk/>
            <pc:sldMk cId="1112060604" sldId="2076137387"/>
            <ac:spMk id="2" creationId="{39F70956-8F2E-4644-9A57-1755DE0C29E3}"/>
          </ac:spMkLst>
        </pc:spChg>
        <pc:spChg chg="mod">
          <ac:chgData name="Amilcar Jose Rodriguez Barrios" userId="efa7753a-59bf-44f0-ad53-c3388f48cff0" providerId="ADAL" clId="{ECC100FD-023F-4E10-9A7E-BC0C9D78DF98}" dt="2021-02-24T04:14:03.179" v="3353"/>
          <ac:spMkLst>
            <pc:docMk/>
            <pc:sldMk cId="1112060604" sldId="2076137387"/>
            <ac:spMk id="5" creationId="{E37CBAC3-F8AF-469D-990B-6CE67461EB7D}"/>
          </ac:spMkLst>
        </pc:spChg>
        <pc:spChg chg="mod">
          <ac:chgData name="Amilcar Jose Rodriguez Barrios" userId="efa7753a-59bf-44f0-ad53-c3388f48cff0" providerId="ADAL" clId="{ECC100FD-023F-4E10-9A7E-BC0C9D78DF98}" dt="2021-02-24T04:14:03.179" v="3353"/>
          <ac:spMkLst>
            <pc:docMk/>
            <pc:sldMk cId="1112060604" sldId="2076137387"/>
            <ac:spMk id="7" creationId="{502D3634-07D4-4D5C-93D0-C2F64A7EC3BD}"/>
          </ac:spMkLst>
        </pc:spChg>
        <pc:spChg chg="mod">
          <ac:chgData name="Amilcar Jose Rodriguez Barrios" userId="efa7753a-59bf-44f0-ad53-c3388f48cff0" providerId="ADAL" clId="{ECC100FD-023F-4E10-9A7E-BC0C9D78DF98}" dt="2021-02-24T04:14:03.179" v="3353"/>
          <ac:spMkLst>
            <pc:docMk/>
            <pc:sldMk cId="1112060604" sldId="2076137387"/>
            <ac:spMk id="10" creationId="{B4FE63C8-5D06-4A71-95E4-1BAD3EA2FBDC}"/>
          </ac:spMkLst>
        </pc:spChg>
        <pc:spChg chg="mod">
          <ac:chgData name="Amilcar Jose Rodriguez Barrios" userId="efa7753a-59bf-44f0-ad53-c3388f48cff0" providerId="ADAL" clId="{ECC100FD-023F-4E10-9A7E-BC0C9D78DF98}" dt="2021-02-24T04:14:03.179" v="3353"/>
          <ac:spMkLst>
            <pc:docMk/>
            <pc:sldMk cId="1112060604" sldId="2076137387"/>
            <ac:spMk id="11" creationId="{DDF3646F-638D-43B3-BABD-CB2638C165D1}"/>
          </ac:spMkLst>
        </pc:spChg>
        <pc:spChg chg="add mod">
          <ac:chgData name="Amilcar Jose Rodriguez Barrios" userId="efa7753a-59bf-44f0-ad53-c3388f48cff0" providerId="ADAL" clId="{ECC100FD-023F-4E10-9A7E-BC0C9D78DF98}" dt="2021-02-24T04:14:45.638" v="3358" actId="1076"/>
          <ac:spMkLst>
            <pc:docMk/>
            <pc:sldMk cId="1112060604" sldId="2076137387"/>
            <ac:spMk id="12" creationId="{663271C4-549C-46B8-A9C8-5E44CEFFA989}"/>
          </ac:spMkLst>
        </pc:spChg>
        <pc:spChg chg="add mod">
          <ac:chgData name="Amilcar Jose Rodriguez Barrios" userId="efa7753a-59bf-44f0-ad53-c3388f48cff0" providerId="ADAL" clId="{ECC100FD-023F-4E10-9A7E-BC0C9D78DF98}" dt="2021-02-24T04:14:58.383" v="3363" actId="1076"/>
          <ac:spMkLst>
            <pc:docMk/>
            <pc:sldMk cId="1112060604" sldId="2076137387"/>
            <ac:spMk id="13" creationId="{13DDABDB-B85D-413C-994F-B5631C68FC24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16" creationId="{5153B391-9780-43ED-86F9-0CC10DE7286E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17" creationId="{7CF38FFB-DD54-44EE-B88F-81D14E01CC20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19" creationId="{1DE610D7-336A-453B-A73B-8FB540427C39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2" creationId="{C8C19FB5-07C4-40CB-9276-ACC56CFE6125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3" creationId="{FEFCD8C2-2D81-47AA-BE44-DCFD79DE0574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5" creationId="{F6BDE22E-1EE1-4B3C-9930-83A51063C42F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8" creationId="{B955D386-522E-4104-A659-9BE32883B7B3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9" creationId="{D801C318-D23C-4647-857B-1DB9795460B6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31" creationId="{528E0499-BE58-45C0-909C-3DE82CB40B8B}"/>
          </ac:spMkLst>
        </pc:spChg>
        <pc:grpChg chg="add mod">
          <ac:chgData name="Amilcar Jose Rodriguez Barrios" userId="efa7753a-59bf-44f0-ad53-c3388f48cff0" providerId="ADAL" clId="{ECC100FD-023F-4E10-9A7E-BC0C9D78DF98}" dt="2021-02-24T04:14:03.179" v="3353"/>
          <ac:grpSpMkLst>
            <pc:docMk/>
            <pc:sldMk cId="1112060604" sldId="2076137387"/>
            <ac:grpSpMk id="3" creationId="{CF1A444D-9AA4-490C-BA52-432246A4A860}"/>
          </ac:grpSpMkLst>
        </pc:grpChg>
        <pc:grpChg chg="add mod">
          <ac:chgData name="Amilcar Jose Rodriguez Barrios" userId="efa7753a-59bf-44f0-ad53-c3388f48cff0" providerId="ADAL" clId="{ECC100FD-023F-4E10-9A7E-BC0C9D78DF98}" dt="2021-02-24T04:14:03.179" v="3353"/>
          <ac:grpSpMkLst>
            <pc:docMk/>
            <pc:sldMk cId="1112060604" sldId="2076137387"/>
            <ac:grpSpMk id="6" creationId="{DE94BB85-7673-4375-9F3B-55A66ABDA4EE}"/>
          </ac:grpSpMkLst>
        </pc:grpChg>
        <pc:grpChg chg="add mod">
          <ac:chgData name="Amilcar Jose Rodriguez Barrios" userId="efa7753a-59bf-44f0-ad53-c3388f48cff0" providerId="ADAL" clId="{ECC100FD-023F-4E10-9A7E-BC0C9D78DF98}" dt="2021-02-24T04:14:03.179" v="3353"/>
          <ac:grpSpMkLst>
            <pc:docMk/>
            <pc:sldMk cId="1112060604" sldId="2076137387"/>
            <ac:grpSpMk id="9" creationId="{BC05B188-402E-442C-8848-5FA9937523B9}"/>
          </ac:grpSpMkLst>
        </pc:grpChg>
        <pc:grpChg chg="add mod">
          <ac:chgData name="Amilcar Jose Rodriguez Barrios" userId="efa7753a-59bf-44f0-ad53-c3388f48cff0" providerId="ADAL" clId="{ECC100FD-023F-4E10-9A7E-BC0C9D78DF98}" dt="2021-02-26T15:12:44.174" v="3953" actId="1076"/>
          <ac:grpSpMkLst>
            <pc:docMk/>
            <pc:sldMk cId="1112060604" sldId="2076137387"/>
            <ac:grpSpMk id="14" creationId="{E49F65A1-7B1B-42C5-80FF-8B213B250D41}"/>
          </ac:grpSpMkLst>
        </pc:grpChg>
        <pc:grpChg chg="mod">
          <ac:chgData name="Amilcar Jose Rodriguez Barrios" userId="efa7753a-59bf-44f0-ad53-c3388f48cff0" providerId="ADAL" clId="{ECC100FD-023F-4E10-9A7E-BC0C9D78DF98}" dt="2021-02-24T04:14:12.352" v="3354"/>
          <ac:grpSpMkLst>
            <pc:docMk/>
            <pc:sldMk cId="1112060604" sldId="2076137387"/>
            <ac:grpSpMk id="15" creationId="{4EFF7FC5-4FCD-4DAF-ADB5-F63387B38EC6}"/>
          </ac:grpSpMkLst>
        </pc:grpChg>
        <pc:grpChg chg="add mod">
          <ac:chgData name="Amilcar Jose Rodriguez Barrios" userId="efa7753a-59bf-44f0-ad53-c3388f48cff0" providerId="ADAL" clId="{ECC100FD-023F-4E10-9A7E-BC0C9D78DF98}" dt="2021-02-26T15:12:42.808" v="3951" actId="1076"/>
          <ac:grpSpMkLst>
            <pc:docMk/>
            <pc:sldMk cId="1112060604" sldId="2076137387"/>
            <ac:grpSpMk id="20" creationId="{25BB9C4C-382D-4654-90C3-08BA063A3A68}"/>
          </ac:grpSpMkLst>
        </pc:grpChg>
        <pc:grpChg chg="mod">
          <ac:chgData name="Amilcar Jose Rodriguez Barrios" userId="efa7753a-59bf-44f0-ad53-c3388f48cff0" providerId="ADAL" clId="{ECC100FD-023F-4E10-9A7E-BC0C9D78DF98}" dt="2021-02-24T04:14:12.352" v="3354"/>
          <ac:grpSpMkLst>
            <pc:docMk/>
            <pc:sldMk cId="1112060604" sldId="2076137387"/>
            <ac:grpSpMk id="21" creationId="{8BDC408D-3FFE-457C-B305-32463B91FD04}"/>
          </ac:grpSpMkLst>
        </pc:grpChg>
        <pc:grpChg chg="add mod">
          <ac:chgData name="Amilcar Jose Rodriguez Barrios" userId="efa7753a-59bf-44f0-ad53-c3388f48cff0" providerId="ADAL" clId="{ECC100FD-023F-4E10-9A7E-BC0C9D78DF98}" dt="2021-02-26T15:12:42.273" v="3950" actId="1076"/>
          <ac:grpSpMkLst>
            <pc:docMk/>
            <pc:sldMk cId="1112060604" sldId="2076137387"/>
            <ac:grpSpMk id="26" creationId="{F4F7CA20-E1BC-4EAE-8565-1E22043EDEC1}"/>
          </ac:grpSpMkLst>
        </pc:grpChg>
        <pc:grpChg chg="mod">
          <ac:chgData name="Amilcar Jose Rodriguez Barrios" userId="efa7753a-59bf-44f0-ad53-c3388f48cff0" providerId="ADAL" clId="{ECC100FD-023F-4E10-9A7E-BC0C9D78DF98}" dt="2021-02-24T04:14:12.352" v="3354"/>
          <ac:grpSpMkLst>
            <pc:docMk/>
            <pc:sldMk cId="1112060604" sldId="2076137387"/>
            <ac:grpSpMk id="27" creationId="{DEC4F649-D716-4B49-B9C2-6F4B5BA724BE}"/>
          </ac:grpSpMkLst>
        </pc:grpChg>
        <pc:picChg chg="mod">
          <ac:chgData name="Amilcar Jose Rodriguez Barrios" userId="efa7753a-59bf-44f0-ad53-c3388f48cff0" providerId="ADAL" clId="{ECC100FD-023F-4E10-9A7E-BC0C9D78DF98}" dt="2021-02-24T04:14:03.179" v="3353"/>
          <ac:picMkLst>
            <pc:docMk/>
            <pc:sldMk cId="1112060604" sldId="2076137387"/>
            <ac:picMk id="8" creationId="{9779749D-D4B6-472A-9298-24F2462D6054}"/>
          </ac:picMkLst>
        </pc:picChg>
        <pc:cxnChg chg="mod">
          <ac:chgData name="Amilcar Jose Rodriguez Barrios" userId="efa7753a-59bf-44f0-ad53-c3388f48cff0" providerId="ADAL" clId="{ECC100FD-023F-4E10-9A7E-BC0C9D78DF98}" dt="2021-02-24T04:14:03.179" v="3353"/>
          <ac:cxnSpMkLst>
            <pc:docMk/>
            <pc:sldMk cId="1112060604" sldId="2076137387"/>
            <ac:cxnSpMk id="4" creationId="{6B78A28A-A5BA-4419-8D2F-D518631E8356}"/>
          </ac:cxnSpMkLst>
        </pc:cxnChg>
        <pc:cxnChg chg="mod">
          <ac:chgData name="Amilcar Jose Rodriguez Barrios" userId="efa7753a-59bf-44f0-ad53-c3388f48cff0" providerId="ADAL" clId="{ECC100FD-023F-4E10-9A7E-BC0C9D78DF98}" dt="2021-02-24T04:14:12.352" v="3354"/>
          <ac:cxnSpMkLst>
            <pc:docMk/>
            <pc:sldMk cId="1112060604" sldId="2076137387"/>
            <ac:cxnSpMk id="18" creationId="{3D4A6D1C-2F06-4BD2-AD62-548B4FD6879E}"/>
          </ac:cxnSpMkLst>
        </pc:cxnChg>
        <pc:cxnChg chg="mod">
          <ac:chgData name="Amilcar Jose Rodriguez Barrios" userId="efa7753a-59bf-44f0-ad53-c3388f48cff0" providerId="ADAL" clId="{ECC100FD-023F-4E10-9A7E-BC0C9D78DF98}" dt="2021-02-24T04:14:12.352" v="3354"/>
          <ac:cxnSpMkLst>
            <pc:docMk/>
            <pc:sldMk cId="1112060604" sldId="2076137387"/>
            <ac:cxnSpMk id="24" creationId="{F1BA85C0-8449-459D-8645-49294209015F}"/>
          </ac:cxnSpMkLst>
        </pc:cxnChg>
        <pc:cxnChg chg="mod">
          <ac:chgData name="Amilcar Jose Rodriguez Barrios" userId="efa7753a-59bf-44f0-ad53-c3388f48cff0" providerId="ADAL" clId="{ECC100FD-023F-4E10-9A7E-BC0C9D78DF98}" dt="2021-02-24T04:14:12.352" v="3354"/>
          <ac:cxnSpMkLst>
            <pc:docMk/>
            <pc:sldMk cId="1112060604" sldId="2076137387"/>
            <ac:cxnSpMk id="30" creationId="{0ADA37CC-F196-4E2E-956B-8505819DF271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6T15:04:37.130" v="3941" actId="1076"/>
        <pc:sldMkLst>
          <pc:docMk/>
          <pc:sldMk cId="2242955748" sldId="2076137388"/>
        </pc:sldMkLst>
        <pc:spChg chg="del">
          <ac:chgData name="Amilcar Jose Rodriguez Barrios" userId="efa7753a-59bf-44f0-ad53-c3388f48cff0" providerId="ADAL" clId="{ECC100FD-023F-4E10-9A7E-BC0C9D78DF98}" dt="2021-02-24T04:15:26.111" v="3369" actId="478"/>
          <ac:spMkLst>
            <pc:docMk/>
            <pc:sldMk cId="2242955748" sldId="2076137388"/>
            <ac:spMk id="2" creationId="{2A82F243-D972-4749-B097-B18028946E3E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3" creationId="{9BB83E4C-7B79-49DB-9FCA-6892F38EBA84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4" creationId="{420E5D96-ADC7-41A0-8331-92BC1FE7A47A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5" creationId="{C0F632EF-3856-41FD-9BDA-5F0D34F244DF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6" creationId="{788AB37A-3AD7-47F5-8F8D-1DC7062E82C0}"/>
          </ac:spMkLst>
        </pc:spChg>
        <pc:spChg chg="add mod">
          <ac:chgData name="Amilcar Jose Rodriguez Barrios" userId="efa7753a-59bf-44f0-ad53-c3388f48cff0" providerId="ADAL" clId="{ECC100FD-023F-4E10-9A7E-BC0C9D78DF98}" dt="2021-02-24T04:15:50.765" v="3375" actId="1076"/>
          <ac:spMkLst>
            <pc:docMk/>
            <pc:sldMk cId="2242955748" sldId="2076137388"/>
            <ac:spMk id="7" creationId="{DC8BF3EE-AE30-4E9F-A816-75003B6D09E2}"/>
          </ac:spMkLst>
        </pc:spChg>
        <pc:spChg chg="mod">
          <ac:chgData name="Amilcar Jose Rodriguez Barrios" userId="efa7753a-59bf-44f0-ad53-c3388f48cff0" providerId="ADAL" clId="{ECC100FD-023F-4E10-9A7E-BC0C9D78DF98}" dt="2021-02-24T04:15:32.309" v="3370"/>
          <ac:spMkLst>
            <pc:docMk/>
            <pc:sldMk cId="2242955748" sldId="2076137388"/>
            <ac:spMk id="11" creationId="{3D0D1E3C-6A6B-4D30-9FAC-48180AF76CD8}"/>
          </ac:spMkLst>
        </pc:spChg>
        <pc:spChg chg="mod">
          <ac:chgData name="Amilcar Jose Rodriguez Barrios" userId="efa7753a-59bf-44f0-ad53-c3388f48cff0" providerId="ADAL" clId="{ECC100FD-023F-4E10-9A7E-BC0C9D78DF98}" dt="2021-02-24T04:15:32.309" v="3370"/>
          <ac:spMkLst>
            <pc:docMk/>
            <pc:sldMk cId="2242955748" sldId="2076137388"/>
            <ac:spMk id="15" creationId="{EFFFC52B-78B2-4C95-B557-165225F21D9F}"/>
          </ac:spMkLst>
        </pc:spChg>
        <pc:spChg chg="mod">
          <ac:chgData name="Amilcar Jose Rodriguez Barrios" userId="efa7753a-59bf-44f0-ad53-c3388f48cff0" providerId="ADAL" clId="{ECC100FD-023F-4E10-9A7E-BC0C9D78DF98}" dt="2021-02-24T04:15:32.309" v="3370"/>
          <ac:spMkLst>
            <pc:docMk/>
            <pc:sldMk cId="2242955748" sldId="2076137388"/>
            <ac:spMk id="19" creationId="{D61CEFC7-02D3-4DC1-A499-5DF7F4CE57DA}"/>
          </ac:spMkLst>
        </pc:spChg>
        <pc:spChg chg="mod">
          <ac:chgData name="Amilcar Jose Rodriguez Barrios" userId="efa7753a-59bf-44f0-ad53-c3388f48cff0" providerId="ADAL" clId="{ECC100FD-023F-4E10-9A7E-BC0C9D78DF98}" dt="2021-02-24T04:15:32.309" v="3370"/>
          <ac:spMkLst>
            <pc:docMk/>
            <pc:sldMk cId="2242955748" sldId="2076137388"/>
            <ac:spMk id="23" creationId="{5E081034-558A-4D68-83ED-67170DA60872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24" creationId="{ADF6AEF5-C500-44D8-BB7D-A5396F903D60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25" creationId="{B8FA55FE-9253-44E1-B3DA-CBDB882E05CE}"/>
          </ac:spMkLst>
        </pc:spChg>
        <pc:spChg chg="mod">
          <ac:chgData name="Amilcar Jose Rodriguez Barrios" userId="efa7753a-59bf-44f0-ad53-c3388f48cff0" providerId="ADAL" clId="{ECC100FD-023F-4E10-9A7E-BC0C9D78DF98}" dt="2021-02-24T04:15:46.827" v="3374"/>
          <ac:spMkLst>
            <pc:docMk/>
            <pc:sldMk cId="2242955748" sldId="2076137388"/>
            <ac:spMk id="28" creationId="{58A121D7-12DD-47F7-ACDB-8C3D122DDA6E}"/>
          </ac:spMkLst>
        </pc:spChg>
        <pc:spChg chg="mod">
          <ac:chgData name="Amilcar Jose Rodriguez Barrios" userId="efa7753a-59bf-44f0-ad53-c3388f48cff0" providerId="ADAL" clId="{ECC100FD-023F-4E10-9A7E-BC0C9D78DF98}" dt="2021-02-24T04:15:46.827" v="3374"/>
          <ac:spMkLst>
            <pc:docMk/>
            <pc:sldMk cId="2242955748" sldId="2076137388"/>
            <ac:spMk id="30" creationId="{742FAD63-D3A6-4011-86A6-D9B0BBFCA7D8}"/>
          </ac:spMkLst>
        </pc:spChg>
        <pc:spChg chg="mod">
          <ac:chgData name="Amilcar Jose Rodriguez Barrios" userId="efa7753a-59bf-44f0-ad53-c3388f48cff0" providerId="ADAL" clId="{ECC100FD-023F-4E10-9A7E-BC0C9D78DF98}" dt="2021-02-24T04:15:46.827" v="3374"/>
          <ac:spMkLst>
            <pc:docMk/>
            <pc:sldMk cId="2242955748" sldId="2076137388"/>
            <ac:spMk id="33" creationId="{B057D62A-5036-4EA3-9952-8E1334746F7D}"/>
          </ac:spMkLst>
        </pc:spChg>
        <pc:spChg chg="mod">
          <ac:chgData name="Amilcar Jose Rodriguez Barrios" userId="efa7753a-59bf-44f0-ad53-c3388f48cff0" providerId="ADAL" clId="{ECC100FD-023F-4E10-9A7E-BC0C9D78DF98}" dt="2021-02-24T04:15:46.827" v="3374"/>
          <ac:spMkLst>
            <pc:docMk/>
            <pc:sldMk cId="2242955748" sldId="2076137388"/>
            <ac:spMk id="34" creationId="{57D444F2-23DC-4ECF-9F71-D48C0DC84212}"/>
          </ac:spMkLst>
        </pc:spChg>
        <pc:grpChg chg="add mod">
          <ac:chgData name="Amilcar Jose Rodriguez Barrios" userId="efa7753a-59bf-44f0-ad53-c3388f48cff0" providerId="ADAL" clId="{ECC100FD-023F-4E10-9A7E-BC0C9D78DF98}" dt="2021-02-24T04:15:35.246" v="3371" actId="1076"/>
          <ac:grpSpMkLst>
            <pc:docMk/>
            <pc:sldMk cId="2242955748" sldId="2076137388"/>
            <ac:grpSpMk id="8" creationId="{06B5C454-5672-4BEE-8E49-D8CF53BD24DF}"/>
          </ac:grpSpMkLst>
        </pc:grpChg>
        <pc:grpChg chg="add mod">
          <ac:chgData name="Amilcar Jose Rodriguez Barrios" userId="efa7753a-59bf-44f0-ad53-c3388f48cff0" providerId="ADAL" clId="{ECC100FD-023F-4E10-9A7E-BC0C9D78DF98}" dt="2021-02-24T04:15:35.246" v="3371" actId="1076"/>
          <ac:grpSpMkLst>
            <pc:docMk/>
            <pc:sldMk cId="2242955748" sldId="2076137388"/>
            <ac:grpSpMk id="12" creationId="{4540BEA8-01DE-432C-8089-52836431063C}"/>
          </ac:grpSpMkLst>
        </pc:grpChg>
        <pc:grpChg chg="add mod">
          <ac:chgData name="Amilcar Jose Rodriguez Barrios" userId="efa7753a-59bf-44f0-ad53-c3388f48cff0" providerId="ADAL" clId="{ECC100FD-023F-4E10-9A7E-BC0C9D78DF98}" dt="2021-02-26T15:04:37.130" v="3941" actId="1076"/>
          <ac:grpSpMkLst>
            <pc:docMk/>
            <pc:sldMk cId="2242955748" sldId="2076137388"/>
            <ac:grpSpMk id="16" creationId="{410CC51A-E69C-47D3-B733-5DF4745787E0}"/>
          </ac:grpSpMkLst>
        </pc:grpChg>
        <pc:grpChg chg="add mod">
          <ac:chgData name="Amilcar Jose Rodriguez Barrios" userId="efa7753a-59bf-44f0-ad53-c3388f48cff0" providerId="ADAL" clId="{ECC100FD-023F-4E10-9A7E-BC0C9D78DF98}" dt="2021-02-24T04:15:35.246" v="3371" actId="1076"/>
          <ac:grpSpMkLst>
            <pc:docMk/>
            <pc:sldMk cId="2242955748" sldId="2076137388"/>
            <ac:grpSpMk id="20" creationId="{A50CFCD5-EB92-4762-9CF6-9AB18ACDF903}"/>
          </ac:grpSpMkLst>
        </pc:grpChg>
        <pc:grpChg chg="add mod">
          <ac:chgData name="Amilcar Jose Rodriguez Barrios" userId="efa7753a-59bf-44f0-ad53-c3388f48cff0" providerId="ADAL" clId="{ECC100FD-023F-4E10-9A7E-BC0C9D78DF98}" dt="2021-02-24T04:15:46.827" v="3374"/>
          <ac:grpSpMkLst>
            <pc:docMk/>
            <pc:sldMk cId="2242955748" sldId="2076137388"/>
            <ac:grpSpMk id="26" creationId="{D5E34EA1-F778-4128-AFE4-64BC976560F5}"/>
          </ac:grpSpMkLst>
        </pc:grpChg>
        <pc:grpChg chg="add mod">
          <ac:chgData name="Amilcar Jose Rodriguez Barrios" userId="efa7753a-59bf-44f0-ad53-c3388f48cff0" providerId="ADAL" clId="{ECC100FD-023F-4E10-9A7E-BC0C9D78DF98}" dt="2021-02-24T04:15:46.827" v="3374"/>
          <ac:grpSpMkLst>
            <pc:docMk/>
            <pc:sldMk cId="2242955748" sldId="2076137388"/>
            <ac:grpSpMk id="29" creationId="{898DD8B8-C421-47EA-8272-908D66890428}"/>
          </ac:grpSpMkLst>
        </pc:grpChg>
        <pc:grpChg chg="add mod">
          <ac:chgData name="Amilcar Jose Rodriguez Barrios" userId="efa7753a-59bf-44f0-ad53-c3388f48cff0" providerId="ADAL" clId="{ECC100FD-023F-4E10-9A7E-BC0C9D78DF98}" dt="2021-02-24T04:15:46.827" v="3374"/>
          <ac:grpSpMkLst>
            <pc:docMk/>
            <pc:sldMk cId="2242955748" sldId="2076137388"/>
            <ac:grpSpMk id="32" creationId="{5AB163E0-1852-4E9F-B31E-DD454949F182}"/>
          </ac:grpSpMkLst>
        </pc:grpChg>
        <pc:picChg chg="mod">
          <ac:chgData name="Amilcar Jose Rodriguez Barrios" userId="efa7753a-59bf-44f0-ad53-c3388f48cff0" providerId="ADAL" clId="{ECC100FD-023F-4E10-9A7E-BC0C9D78DF98}" dt="2021-02-24T04:15:46.827" v="3374"/>
          <ac:picMkLst>
            <pc:docMk/>
            <pc:sldMk cId="2242955748" sldId="2076137388"/>
            <ac:picMk id="31" creationId="{6C58D18B-61FD-45FF-9BF7-039BD0BBFB34}"/>
          </ac:picMkLst>
        </pc:pic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9" creationId="{E300F14C-5937-4094-A516-9CE564EF8EA3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0" creationId="{E5CF9B96-030F-499F-ADBC-A66E47A8C806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3" creationId="{1F242205-DE7E-4EF2-A312-2CC608E4CDD7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4" creationId="{472CECC7-5AB1-43EA-9127-F652222DF8C6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7" creationId="{BC8433A3-84CC-4D24-9AF0-027D45FAB299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8" creationId="{8E6595AC-2DD2-4FEF-98BD-0B61818151BD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21" creationId="{619324F7-3E65-48E5-8B4A-020E77923CCA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22" creationId="{8B40D7A2-E420-40CE-9477-8F15DB7DF41E}"/>
          </ac:cxnSpMkLst>
        </pc:cxnChg>
        <pc:cxnChg chg="mod">
          <ac:chgData name="Amilcar Jose Rodriguez Barrios" userId="efa7753a-59bf-44f0-ad53-c3388f48cff0" providerId="ADAL" clId="{ECC100FD-023F-4E10-9A7E-BC0C9D78DF98}" dt="2021-02-24T04:15:46.827" v="3374"/>
          <ac:cxnSpMkLst>
            <pc:docMk/>
            <pc:sldMk cId="2242955748" sldId="2076137388"/>
            <ac:cxnSpMk id="27" creationId="{1B4CD600-84DC-40D0-A608-39A14724A37A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04:17:06.918" v="3396" actId="108"/>
        <pc:sldMkLst>
          <pc:docMk/>
          <pc:sldMk cId="3464323350" sldId="2076137389"/>
        </pc:sldMkLst>
        <pc:spChg chg="del">
          <ac:chgData name="Amilcar Jose Rodriguez Barrios" userId="efa7753a-59bf-44f0-ad53-c3388f48cff0" providerId="ADAL" clId="{ECC100FD-023F-4E10-9A7E-BC0C9D78DF98}" dt="2021-02-24T04:16:08.299" v="3378" actId="478"/>
          <ac:spMkLst>
            <pc:docMk/>
            <pc:sldMk cId="3464323350" sldId="2076137389"/>
            <ac:spMk id="2" creationId="{F114C6DA-FAC5-448D-8E77-110672620D5E}"/>
          </ac:spMkLst>
        </pc:spChg>
        <pc:spChg chg="mod">
          <ac:chgData name="Amilcar Jose Rodriguez Barrios" userId="efa7753a-59bf-44f0-ad53-c3388f48cff0" providerId="ADAL" clId="{ECC100FD-023F-4E10-9A7E-BC0C9D78DF98}" dt="2021-02-24T04:16:13.591" v="3380"/>
          <ac:spMkLst>
            <pc:docMk/>
            <pc:sldMk cId="3464323350" sldId="2076137389"/>
            <ac:spMk id="5" creationId="{F1E4398A-A88C-45B9-BFDB-0EEEBC3BC7C9}"/>
          </ac:spMkLst>
        </pc:spChg>
        <pc:spChg chg="mod">
          <ac:chgData name="Amilcar Jose Rodriguez Barrios" userId="efa7753a-59bf-44f0-ad53-c3388f48cff0" providerId="ADAL" clId="{ECC100FD-023F-4E10-9A7E-BC0C9D78DF98}" dt="2021-02-24T04:16:13.591" v="3380"/>
          <ac:spMkLst>
            <pc:docMk/>
            <pc:sldMk cId="3464323350" sldId="2076137389"/>
            <ac:spMk id="7" creationId="{6C7E67DB-37B4-40AF-84F3-562A71A7ACA6}"/>
          </ac:spMkLst>
        </pc:spChg>
        <pc:spChg chg="mod">
          <ac:chgData name="Amilcar Jose Rodriguez Barrios" userId="efa7753a-59bf-44f0-ad53-c3388f48cff0" providerId="ADAL" clId="{ECC100FD-023F-4E10-9A7E-BC0C9D78DF98}" dt="2021-02-24T04:16:13.591" v="3380"/>
          <ac:spMkLst>
            <pc:docMk/>
            <pc:sldMk cId="3464323350" sldId="2076137389"/>
            <ac:spMk id="10" creationId="{5D975AE9-8B1A-4594-951D-D6403A611017}"/>
          </ac:spMkLst>
        </pc:spChg>
        <pc:spChg chg="mod">
          <ac:chgData name="Amilcar Jose Rodriguez Barrios" userId="efa7753a-59bf-44f0-ad53-c3388f48cff0" providerId="ADAL" clId="{ECC100FD-023F-4E10-9A7E-BC0C9D78DF98}" dt="2021-02-24T04:16:13.591" v="3380"/>
          <ac:spMkLst>
            <pc:docMk/>
            <pc:sldMk cId="3464323350" sldId="2076137389"/>
            <ac:spMk id="11" creationId="{5C9CD665-CD51-4FC8-941F-E4EB73031162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12" creationId="{4AC7EFCD-8217-4237-85C3-F9A638110FDC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13" creationId="{8263E9AC-3B2A-4252-86B1-0616CD07422A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14" creationId="{43211552-6741-4ACE-8952-AEF81D67329A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15" creationId="{0F1CAAD6-A1F2-4259-BD2E-8FBF632DDAF6}"/>
          </ac:spMkLst>
        </pc:spChg>
        <pc:spChg chg="add mod">
          <ac:chgData name="Amilcar Jose Rodriguez Barrios" userId="efa7753a-59bf-44f0-ad53-c3388f48cff0" providerId="ADAL" clId="{ECC100FD-023F-4E10-9A7E-BC0C9D78DF98}" dt="2021-02-24T04:17:06.918" v="3396" actId="108"/>
          <ac:spMkLst>
            <pc:docMk/>
            <pc:sldMk cId="3464323350" sldId="2076137389"/>
            <ac:spMk id="16" creationId="{58EB3CE7-AAAF-45CB-ADEF-6D74228212D5}"/>
          </ac:spMkLst>
        </pc:spChg>
        <pc:spChg chg="mod">
          <ac:chgData name="Amilcar Jose Rodriguez Barrios" userId="efa7753a-59bf-44f0-ad53-c3388f48cff0" providerId="ADAL" clId="{ECC100FD-023F-4E10-9A7E-BC0C9D78DF98}" dt="2021-02-24T04:16:55.140" v="3392"/>
          <ac:spMkLst>
            <pc:docMk/>
            <pc:sldMk cId="3464323350" sldId="2076137389"/>
            <ac:spMk id="20" creationId="{A0E7C8A6-D323-4962-AF65-92E66B4FA16F}"/>
          </ac:spMkLst>
        </pc:spChg>
        <pc:spChg chg="mod">
          <ac:chgData name="Amilcar Jose Rodriguez Barrios" userId="efa7753a-59bf-44f0-ad53-c3388f48cff0" providerId="ADAL" clId="{ECC100FD-023F-4E10-9A7E-BC0C9D78DF98}" dt="2021-02-24T04:16:55.140" v="3392"/>
          <ac:spMkLst>
            <pc:docMk/>
            <pc:sldMk cId="3464323350" sldId="2076137389"/>
            <ac:spMk id="24" creationId="{FF326C7C-CE7A-4A2D-BC1A-8FA5FB3D98C0}"/>
          </ac:spMkLst>
        </pc:spChg>
        <pc:spChg chg="mod">
          <ac:chgData name="Amilcar Jose Rodriguez Barrios" userId="efa7753a-59bf-44f0-ad53-c3388f48cff0" providerId="ADAL" clId="{ECC100FD-023F-4E10-9A7E-BC0C9D78DF98}" dt="2021-02-24T04:16:55.140" v="3392"/>
          <ac:spMkLst>
            <pc:docMk/>
            <pc:sldMk cId="3464323350" sldId="2076137389"/>
            <ac:spMk id="28" creationId="{AF159840-FCBF-40EA-BE16-A3DFDB5AC2A5}"/>
          </ac:spMkLst>
        </pc:spChg>
        <pc:spChg chg="mod">
          <ac:chgData name="Amilcar Jose Rodriguez Barrios" userId="efa7753a-59bf-44f0-ad53-c3388f48cff0" providerId="ADAL" clId="{ECC100FD-023F-4E10-9A7E-BC0C9D78DF98}" dt="2021-02-24T04:16:55.140" v="3392"/>
          <ac:spMkLst>
            <pc:docMk/>
            <pc:sldMk cId="3464323350" sldId="2076137389"/>
            <ac:spMk id="32" creationId="{81696459-3D4F-4C8C-AAAF-F129ADEC5125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33" creationId="{70F7BC20-8C02-4450-BD1E-19A3F7231BE8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34" creationId="{D2FFB589-1A41-4852-B8BE-8B660FE7A7F0}"/>
          </ac:spMkLst>
        </pc:spChg>
        <pc:grpChg chg="add mod">
          <ac:chgData name="Amilcar Jose Rodriguez Barrios" userId="efa7753a-59bf-44f0-ad53-c3388f48cff0" providerId="ADAL" clId="{ECC100FD-023F-4E10-9A7E-BC0C9D78DF98}" dt="2021-02-24T04:16:13.591" v="3380"/>
          <ac:grpSpMkLst>
            <pc:docMk/>
            <pc:sldMk cId="3464323350" sldId="2076137389"/>
            <ac:grpSpMk id="3" creationId="{82103495-921B-4CD0-96C3-14EE86EBBA57}"/>
          </ac:grpSpMkLst>
        </pc:grpChg>
        <pc:grpChg chg="add mod">
          <ac:chgData name="Amilcar Jose Rodriguez Barrios" userId="efa7753a-59bf-44f0-ad53-c3388f48cff0" providerId="ADAL" clId="{ECC100FD-023F-4E10-9A7E-BC0C9D78DF98}" dt="2021-02-24T04:16:13.591" v="3380"/>
          <ac:grpSpMkLst>
            <pc:docMk/>
            <pc:sldMk cId="3464323350" sldId="2076137389"/>
            <ac:grpSpMk id="6" creationId="{5492D6FC-D2AA-427A-BAD1-909F69FFEC6A}"/>
          </ac:grpSpMkLst>
        </pc:grpChg>
        <pc:grpChg chg="add mod">
          <ac:chgData name="Amilcar Jose Rodriguez Barrios" userId="efa7753a-59bf-44f0-ad53-c3388f48cff0" providerId="ADAL" clId="{ECC100FD-023F-4E10-9A7E-BC0C9D78DF98}" dt="2021-02-24T04:16:13.591" v="3380"/>
          <ac:grpSpMkLst>
            <pc:docMk/>
            <pc:sldMk cId="3464323350" sldId="2076137389"/>
            <ac:grpSpMk id="9" creationId="{54A86F28-D03A-4C91-8E83-66FD878A5457}"/>
          </ac:grpSpMkLst>
        </pc:grpChg>
        <pc:grpChg chg="add mod">
          <ac:chgData name="Amilcar Jose Rodriguez Barrios" userId="efa7753a-59bf-44f0-ad53-c3388f48cff0" providerId="ADAL" clId="{ECC100FD-023F-4E10-9A7E-BC0C9D78DF98}" dt="2021-02-24T04:17:00.291" v="3394" actId="1076"/>
          <ac:grpSpMkLst>
            <pc:docMk/>
            <pc:sldMk cId="3464323350" sldId="2076137389"/>
            <ac:grpSpMk id="17" creationId="{E3F9B4FF-6190-47A9-B71D-1D6E439D1C55}"/>
          </ac:grpSpMkLst>
        </pc:grpChg>
        <pc:grpChg chg="add mod">
          <ac:chgData name="Amilcar Jose Rodriguez Barrios" userId="efa7753a-59bf-44f0-ad53-c3388f48cff0" providerId="ADAL" clId="{ECC100FD-023F-4E10-9A7E-BC0C9D78DF98}" dt="2021-02-24T04:17:00.291" v="3394" actId="1076"/>
          <ac:grpSpMkLst>
            <pc:docMk/>
            <pc:sldMk cId="3464323350" sldId="2076137389"/>
            <ac:grpSpMk id="21" creationId="{9405ED28-A4F3-4331-A74C-1B57C7E0D121}"/>
          </ac:grpSpMkLst>
        </pc:grpChg>
        <pc:grpChg chg="add mod">
          <ac:chgData name="Amilcar Jose Rodriguez Barrios" userId="efa7753a-59bf-44f0-ad53-c3388f48cff0" providerId="ADAL" clId="{ECC100FD-023F-4E10-9A7E-BC0C9D78DF98}" dt="2021-02-24T04:17:00.291" v="3394" actId="1076"/>
          <ac:grpSpMkLst>
            <pc:docMk/>
            <pc:sldMk cId="3464323350" sldId="2076137389"/>
            <ac:grpSpMk id="25" creationId="{2E6E1C96-0808-41AE-805E-F9342CB9071F}"/>
          </ac:grpSpMkLst>
        </pc:grpChg>
        <pc:grpChg chg="add mod">
          <ac:chgData name="Amilcar Jose Rodriguez Barrios" userId="efa7753a-59bf-44f0-ad53-c3388f48cff0" providerId="ADAL" clId="{ECC100FD-023F-4E10-9A7E-BC0C9D78DF98}" dt="2021-02-24T04:17:00.291" v="3394" actId="1076"/>
          <ac:grpSpMkLst>
            <pc:docMk/>
            <pc:sldMk cId="3464323350" sldId="2076137389"/>
            <ac:grpSpMk id="29" creationId="{BE7EE4B7-AC71-4974-A608-BE4F1394DECF}"/>
          </ac:grpSpMkLst>
        </pc:grpChg>
        <pc:picChg chg="mod">
          <ac:chgData name="Amilcar Jose Rodriguez Barrios" userId="efa7753a-59bf-44f0-ad53-c3388f48cff0" providerId="ADAL" clId="{ECC100FD-023F-4E10-9A7E-BC0C9D78DF98}" dt="2021-02-24T04:16:13.591" v="3380"/>
          <ac:picMkLst>
            <pc:docMk/>
            <pc:sldMk cId="3464323350" sldId="2076137389"/>
            <ac:picMk id="8" creationId="{50974C58-B077-4AB0-A3F9-74051AD7E974}"/>
          </ac:picMkLst>
        </pc:picChg>
        <pc:cxnChg chg="mod">
          <ac:chgData name="Amilcar Jose Rodriguez Barrios" userId="efa7753a-59bf-44f0-ad53-c3388f48cff0" providerId="ADAL" clId="{ECC100FD-023F-4E10-9A7E-BC0C9D78DF98}" dt="2021-02-24T04:16:13.591" v="3380"/>
          <ac:cxnSpMkLst>
            <pc:docMk/>
            <pc:sldMk cId="3464323350" sldId="2076137389"/>
            <ac:cxnSpMk id="4" creationId="{7222873B-9A20-4750-B0EC-C44F4C5BE04B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18" creationId="{ACC48040-6300-4E2D-8970-1E399B405FDE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19" creationId="{FE1894DE-658D-4A0E-8ED3-053D3004F3B2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22" creationId="{2B5DEC10-52FC-408C-BF36-B1B45519FA10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23" creationId="{98291F3D-5516-4F50-9756-4B7B9752CF27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26" creationId="{2EB7C07A-47F4-48E9-91AE-7DA036956F3F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27" creationId="{879CDD72-6B7B-4EE6-9310-052DD9A10D07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30" creationId="{2DABAF3D-F72F-4F60-A7AC-7C101B67D1E5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31" creationId="{22835B28-DA4A-4ED5-AF7E-0877372D69FB}"/>
          </ac:cxnSpMkLst>
        </pc:cxnChg>
      </pc:sldChg>
      <pc:sldChg chg="addSp delSp modSp add mod">
        <pc:chgData name="Amilcar Jose Rodriguez Barrios" userId="efa7753a-59bf-44f0-ad53-c3388f48cff0" providerId="ADAL" clId="{ECC100FD-023F-4E10-9A7E-BC0C9D78DF98}" dt="2021-02-26T15:15:59.300" v="3954" actId="13926"/>
        <pc:sldMkLst>
          <pc:docMk/>
          <pc:sldMk cId="2352435503" sldId="2076137390"/>
        </pc:sldMkLst>
        <pc:spChg chg="add mod">
          <ac:chgData name="Amilcar Jose Rodriguez Barrios" userId="efa7753a-59bf-44f0-ad53-c3388f48cff0" providerId="ADAL" clId="{ECC100FD-023F-4E10-9A7E-BC0C9D78DF98}" dt="2021-02-25T19:24:12.187" v="3708" actId="20577"/>
          <ac:spMkLst>
            <pc:docMk/>
            <pc:sldMk cId="2352435503" sldId="2076137390"/>
            <ac:spMk id="12" creationId="{69A5F688-2263-4245-BCD8-D4517B68688E}"/>
          </ac:spMkLst>
        </pc:spChg>
        <pc:spChg chg="add mod">
          <ac:chgData name="Amilcar Jose Rodriguez Barrios" userId="efa7753a-59bf-44f0-ad53-c3388f48cff0" providerId="ADAL" clId="{ECC100FD-023F-4E10-9A7E-BC0C9D78DF98}" dt="2021-02-24T11:58:23.069" v="3400"/>
          <ac:spMkLst>
            <pc:docMk/>
            <pc:sldMk cId="2352435503" sldId="2076137390"/>
            <ac:spMk id="13" creationId="{BBEBFEED-0BC2-4769-90E3-D2F90B34CC21}"/>
          </ac:spMkLst>
        </pc:spChg>
        <pc:spChg chg="add mod">
          <ac:chgData name="Amilcar Jose Rodriguez Barrios" userId="efa7753a-59bf-44f0-ad53-c3388f48cff0" providerId="ADAL" clId="{ECC100FD-023F-4E10-9A7E-BC0C9D78DF98}" dt="2021-02-24T11:59:16.489" v="3448" actId="1076"/>
          <ac:spMkLst>
            <pc:docMk/>
            <pc:sldMk cId="2352435503" sldId="2076137390"/>
            <ac:spMk id="14" creationId="{2197D4C6-BDAB-414F-A7CD-B394F0CF8AD9}"/>
          </ac:spMkLst>
        </pc:spChg>
        <pc:spChg chg="add mod">
          <ac:chgData name="Amilcar Jose Rodriguez Barrios" userId="efa7753a-59bf-44f0-ad53-c3388f48cff0" providerId="ADAL" clId="{ECC100FD-023F-4E10-9A7E-BC0C9D78DF98}" dt="2021-02-26T15:15:59.300" v="3954" actId="13926"/>
          <ac:spMkLst>
            <pc:docMk/>
            <pc:sldMk cId="2352435503" sldId="2076137390"/>
            <ac:spMk id="15" creationId="{8BEE0849-4B83-4B1B-8356-E3264D46007C}"/>
          </ac:spMkLst>
        </pc:spChg>
        <pc:spChg chg="add del mod">
          <ac:chgData name="Amilcar Jose Rodriguez Barrios" userId="efa7753a-59bf-44f0-ad53-c3388f48cff0" providerId="ADAL" clId="{ECC100FD-023F-4E10-9A7E-BC0C9D78DF98}" dt="2021-02-24T11:58:42.412" v="3403" actId="478"/>
          <ac:spMkLst>
            <pc:docMk/>
            <pc:sldMk cId="2352435503" sldId="2076137390"/>
            <ac:spMk id="16" creationId="{2A368730-A234-4EF1-9E57-70E4FCD8DEA9}"/>
          </ac:spMkLst>
        </pc:spChg>
        <pc:spChg chg="add mod">
          <ac:chgData name="Amilcar Jose Rodriguez Barrios" userId="efa7753a-59bf-44f0-ad53-c3388f48cff0" providerId="ADAL" clId="{ECC100FD-023F-4E10-9A7E-BC0C9D78DF98}" dt="2021-02-24T11:59:26.501" v="3450" actId="14100"/>
          <ac:spMkLst>
            <pc:docMk/>
            <pc:sldMk cId="2352435503" sldId="2076137390"/>
            <ac:spMk id="17" creationId="{0E8ECC17-0956-482C-8AF9-7A47705270EC}"/>
          </ac:spMkLst>
        </pc:spChg>
      </pc:sldChg>
      <pc:sldChg chg="new del">
        <pc:chgData name="Amilcar Jose Rodriguez Barrios" userId="efa7753a-59bf-44f0-ad53-c3388f48cff0" providerId="ADAL" clId="{ECC100FD-023F-4E10-9A7E-BC0C9D78DF98}" dt="2021-02-24T04:16:09.450" v="3379" actId="47"/>
        <pc:sldMkLst>
          <pc:docMk/>
          <pc:sldMk cId="2423350202" sldId="2076137390"/>
        </pc:sldMkLst>
      </pc:sldChg>
      <pc:sldChg chg="addSp delSp modSp add mod ord modAnim">
        <pc:chgData name="Amilcar Jose Rodriguez Barrios" userId="efa7753a-59bf-44f0-ad53-c3388f48cff0" providerId="ADAL" clId="{ECC100FD-023F-4E10-9A7E-BC0C9D78DF98}" dt="2021-02-24T04:16:46.765" v="3391" actId="1076"/>
        <pc:sldMkLst>
          <pc:docMk/>
          <pc:sldMk cId="1684196410" sldId="2076137391"/>
        </pc:sldMkLst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2" creationId="{F285C1B1-BA16-4EC4-A5D6-C8FD9A9D29A0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3" creationId="{1FBFEDB5-1B44-484E-98F6-BA1E026CE3A9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4" creationId="{2703D1BE-2B09-4F35-95D9-E93A10300D92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5" creationId="{CD68B6BF-6051-490F-9E15-2779127B79C7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6" creationId="{F596EB98-C640-4AC1-83B8-D4767847916F}"/>
          </ac:spMkLst>
        </pc:spChg>
        <pc:spChg chg="mod">
          <ac:chgData name="Amilcar Jose Rodriguez Barrios" userId="efa7753a-59bf-44f0-ad53-c3388f48cff0" providerId="ADAL" clId="{ECC100FD-023F-4E10-9A7E-BC0C9D78DF98}" dt="2021-02-24T04:16:27.344" v="3383"/>
          <ac:spMkLst>
            <pc:docMk/>
            <pc:sldMk cId="1684196410" sldId="2076137391"/>
            <ac:spMk id="20" creationId="{34C81A14-E4F8-4558-83C0-DB1B129084B9}"/>
          </ac:spMkLst>
        </pc:spChg>
        <pc:spChg chg="mod">
          <ac:chgData name="Amilcar Jose Rodriguez Barrios" userId="efa7753a-59bf-44f0-ad53-c3388f48cff0" providerId="ADAL" clId="{ECC100FD-023F-4E10-9A7E-BC0C9D78DF98}" dt="2021-02-24T04:16:27.344" v="3383"/>
          <ac:spMkLst>
            <pc:docMk/>
            <pc:sldMk cId="1684196410" sldId="2076137391"/>
            <ac:spMk id="24" creationId="{4CEAEF25-FA7B-4958-A323-33AEA795D820}"/>
          </ac:spMkLst>
        </pc:spChg>
        <pc:spChg chg="mod">
          <ac:chgData name="Amilcar Jose Rodriguez Barrios" userId="efa7753a-59bf-44f0-ad53-c3388f48cff0" providerId="ADAL" clId="{ECC100FD-023F-4E10-9A7E-BC0C9D78DF98}" dt="2021-02-24T04:16:27.344" v="3383"/>
          <ac:spMkLst>
            <pc:docMk/>
            <pc:sldMk cId="1684196410" sldId="2076137391"/>
            <ac:spMk id="28" creationId="{A0FD606B-368C-4A86-A4B7-C56A7D2F0AE1}"/>
          </ac:spMkLst>
        </pc:spChg>
        <pc:spChg chg="mod">
          <ac:chgData name="Amilcar Jose Rodriguez Barrios" userId="efa7753a-59bf-44f0-ad53-c3388f48cff0" providerId="ADAL" clId="{ECC100FD-023F-4E10-9A7E-BC0C9D78DF98}" dt="2021-02-24T04:16:27.344" v="3383"/>
          <ac:spMkLst>
            <pc:docMk/>
            <pc:sldMk cId="1684196410" sldId="2076137391"/>
            <ac:spMk id="32" creationId="{EB0299DD-6D22-44EE-ADB7-6543F9B335E5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33" creationId="{1F425A90-6719-4E79-A136-5D87268B9825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34" creationId="{53F80D68-CD9F-4C24-A502-6F2BA033931A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35" creationId="{A169A828-7680-4852-9BF4-D296452392A5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36" creationId="{B7F24B32-B815-4117-9F13-43F4E04ABE60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37" creationId="{9C2ABC90-2D2B-463E-BE3A-E73209694F0F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38" creationId="{B84F7B69-55B2-4346-A17E-8815341BA3CE}"/>
          </ac:spMkLst>
        </pc:spChg>
        <pc:spChg chg="add mod">
          <ac:chgData name="Amilcar Jose Rodriguez Barrios" userId="efa7753a-59bf-44f0-ad53-c3388f48cff0" providerId="ADAL" clId="{ECC100FD-023F-4E10-9A7E-BC0C9D78DF98}" dt="2021-02-24T04:16:46.765" v="3391" actId="1076"/>
          <ac:spMkLst>
            <pc:docMk/>
            <pc:sldMk cId="1684196410" sldId="2076137391"/>
            <ac:spMk id="39" creationId="{B098C74C-5676-452E-A08D-65904C3040DB}"/>
          </ac:spMkLst>
        </pc:spChg>
        <pc:spChg chg="mod">
          <ac:chgData name="Amilcar Jose Rodriguez Barrios" userId="efa7753a-59bf-44f0-ad53-c3388f48cff0" providerId="ADAL" clId="{ECC100FD-023F-4E10-9A7E-BC0C9D78DF98}" dt="2021-02-24T04:16:34.506" v="3385"/>
          <ac:spMkLst>
            <pc:docMk/>
            <pc:sldMk cId="1684196410" sldId="2076137391"/>
            <ac:spMk id="43" creationId="{9F4041E1-EFE5-45CC-8481-9BB40D144938}"/>
          </ac:spMkLst>
        </pc:spChg>
        <pc:spChg chg="mod">
          <ac:chgData name="Amilcar Jose Rodriguez Barrios" userId="efa7753a-59bf-44f0-ad53-c3388f48cff0" providerId="ADAL" clId="{ECC100FD-023F-4E10-9A7E-BC0C9D78DF98}" dt="2021-02-24T04:16:34.506" v="3385"/>
          <ac:spMkLst>
            <pc:docMk/>
            <pc:sldMk cId="1684196410" sldId="2076137391"/>
            <ac:spMk id="47" creationId="{023678A7-BBC5-4E90-B28E-FC160A6B6610}"/>
          </ac:spMkLst>
        </pc:spChg>
        <pc:spChg chg="mod">
          <ac:chgData name="Amilcar Jose Rodriguez Barrios" userId="efa7753a-59bf-44f0-ad53-c3388f48cff0" providerId="ADAL" clId="{ECC100FD-023F-4E10-9A7E-BC0C9D78DF98}" dt="2021-02-24T04:16:34.506" v="3385"/>
          <ac:spMkLst>
            <pc:docMk/>
            <pc:sldMk cId="1684196410" sldId="2076137391"/>
            <ac:spMk id="51" creationId="{2ACA18F1-E89D-4426-9053-350D0A090686}"/>
          </ac:spMkLst>
        </pc:spChg>
        <pc:spChg chg="mod">
          <ac:chgData name="Amilcar Jose Rodriguez Barrios" userId="efa7753a-59bf-44f0-ad53-c3388f48cff0" providerId="ADAL" clId="{ECC100FD-023F-4E10-9A7E-BC0C9D78DF98}" dt="2021-02-24T04:16:34.506" v="3385"/>
          <ac:spMkLst>
            <pc:docMk/>
            <pc:sldMk cId="1684196410" sldId="2076137391"/>
            <ac:spMk id="55" creationId="{7201E6C7-EDBF-468B-BF60-85FC8797A08F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56" creationId="{F00FFAB2-A5AB-4F45-990F-92FBA28179B4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57" creationId="{42BE1C85-B70E-40EA-BE0F-AD6E08066097}"/>
          </ac:spMkLst>
        </pc:spChg>
        <pc:grpChg chg="add del mod">
          <ac:chgData name="Amilcar Jose Rodriguez Barrios" userId="efa7753a-59bf-44f0-ad53-c3388f48cff0" providerId="ADAL" clId="{ECC100FD-023F-4E10-9A7E-BC0C9D78DF98}" dt="2021-02-24T04:16:30.095" v="3384"/>
          <ac:grpSpMkLst>
            <pc:docMk/>
            <pc:sldMk cId="1684196410" sldId="2076137391"/>
            <ac:grpSpMk id="17" creationId="{9107820D-BCEE-47B9-AD58-C6A6A935EAEA}"/>
          </ac:grpSpMkLst>
        </pc:grpChg>
        <pc:grpChg chg="add del mod">
          <ac:chgData name="Amilcar Jose Rodriguez Barrios" userId="efa7753a-59bf-44f0-ad53-c3388f48cff0" providerId="ADAL" clId="{ECC100FD-023F-4E10-9A7E-BC0C9D78DF98}" dt="2021-02-24T04:16:30.095" v="3384"/>
          <ac:grpSpMkLst>
            <pc:docMk/>
            <pc:sldMk cId="1684196410" sldId="2076137391"/>
            <ac:grpSpMk id="21" creationId="{8218BE04-8E28-4253-B31C-1EADE5A7017D}"/>
          </ac:grpSpMkLst>
        </pc:grpChg>
        <pc:grpChg chg="add del mod">
          <ac:chgData name="Amilcar Jose Rodriguez Barrios" userId="efa7753a-59bf-44f0-ad53-c3388f48cff0" providerId="ADAL" clId="{ECC100FD-023F-4E10-9A7E-BC0C9D78DF98}" dt="2021-02-24T04:16:30.095" v="3384"/>
          <ac:grpSpMkLst>
            <pc:docMk/>
            <pc:sldMk cId="1684196410" sldId="2076137391"/>
            <ac:grpSpMk id="25" creationId="{34A1D42C-E06D-41BC-8DFF-A614B48DE461}"/>
          </ac:grpSpMkLst>
        </pc:grpChg>
        <pc:grpChg chg="add del mod">
          <ac:chgData name="Amilcar Jose Rodriguez Barrios" userId="efa7753a-59bf-44f0-ad53-c3388f48cff0" providerId="ADAL" clId="{ECC100FD-023F-4E10-9A7E-BC0C9D78DF98}" dt="2021-02-24T04:16:30.095" v="3384"/>
          <ac:grpSpMkLst>
            <pc:docMk/>
            <pc:sldMk cId="1684196410" sldId="2076137391"/>
            <ac:grpSpMk id="29" creationId="{21F93037-45C9-4AA9-935F-EB215A9AD06E}"/>
          </ac:grpSpMkLst>
        </pc:grpChg>
        <pc:grpChg chg="add mod">
          <ac:chgData name="Amilcar Jose Rodriguez Barrios" userId="efa7753a-59bf-44f0-ad53-c3388f48cff0" providerId="ADAL" clId="{ECC100FD-023F-4E10-9A7E-BC0C9D78DF98}" dt="2021-02-24T04:16:36.748" v="3386" actId="1076"/>
          <ac:grpSpMkLst>
            <pc:docMk/>
            <pc:sldMk cId="1684196410" sldId="2076137391"/>
            <ac:grpSpMk id="40" creationId="{D80ED146-1A86-46D4-8910-EAB93493F652}"/>
          </ac:grpSpMkLst>
        </pc:grpChg>
        <pc:grpChg chg="add mod">
          <ac:chgData name="Amilcar Jose Rodriguez Barrios" userId="efa7753a-59bf-44f0-ad53-c3388f48cff0" providerId="ADAL" clId="{ECC100FD-023F-4E10-9A7E-BC0C9D78DF98}" dt="2021-02-24T04:16:36.748" v="3386" actId="1076"/>
          <ac:grpSpMkLst>
            <pc:docMk/>
            <pc:sldMk cId="1684196410" sldId="2076137391"/>
            <ac:grpSpMk id="44" creationId="{1E5E02B8-A3B5-4EDD-9D4D-B638ACCA43A7}"/>
          </ac:grpSpMkLst>
        </pc:grpChg>
        <pc:grpChg chg="add mod">
          <ac:chgData name="Amilcar Jose Rodriguez Barrios" userId="efa7753a-59bf-44f0-ad53-c3388f48cff0" providerId="ADAL" clId="{ECC100FD-023F-4E10-9A7E-BC0C9D78DF98}" dt="2021-02-24T04:16:36.748" v="3386" actId="1076"/>
          <ac:grpSpMkLst>
            <pc:docMk/>
            <pc:sldMk cId="1684196410" sldId="2076137391"/>
            <ac:grpSpMk id="48" creationId="{34D0645C-FD59-4420-BAD0-45C93F2B52BE}"/>
          </ac:grpSpMkLst>
        </pc:grpChg>
        <pc:grpChg chg="add mod">
          <ac:chgData name="Amilcar Jose Rodriguez Barrios" userId="efa7753a-59bf-44f0-ad53-c3388f48cff0" providerId="ADAL" clId="{ECC100FD-023F-4E10-9A7E-BC0C9D78DF98}" dt="2021-02-24T04:16:36.748" v="3386" actId="1076"/>
          <ac:grpSpMkLst>
            <pc:docMk/>
            <pc:sldMk cId="1684196410" sldId="2076137391"/>
            <ac:grpSpMk id="52" creationId="{1C88B2A7-E094-47CB-88E2-185C606D3B01}"/>
          </ac:grpSpMkLst>
        </pc:grp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18" creationId="{E9AEC1AF-8EF4-4940-9953-DA005ADCA8B1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19" creationId="{7E8E4E57-2F36-44D3-A1C9-12EA17E07017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22" creationId="{C550BB42-090D-40F1-BDC5-A86C1FD71A45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23" creationId="{DBAF0A48-0EFF-4B9B-BB38-9224A60F1D0C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26" creationId="{887A70DE-A216-43C9-8C9A-053CA43CB4B1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27" creationId="{754711B4-2D3B-48B6-8A4C-D51DF34CBB5B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30" creationId="{2D9F443D-3C0D-48FA-B33E-4916EDCEC09B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31" creationId="{25D08924-4B4B-4996-87A4-925DADCAAF54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1" creationId="{D2F2DF74-942C-4B17-8015-EA06EAE1C153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2" creationId="{64F7AB51-8BFA-4616-815C-5BC3D2DD6E52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5" creationId="{8F57FDBE-176D-4EE3-B7B7-5229013401DD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6" creationId="{1BE1CDF0-C210-4392-8E1E-B28E2DBD349E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9" creationId="{480B9561-BD27-43F0-A075-990DA34122E7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50" creationId="{8E6E48B0-72B2-47B4-9555-EEF93FE20F5B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53" creationId="{85E81E11-7236-44FC-9485-06D5CE66A2A6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54" creationId="{A5680702-1C73-4D8A-9A84-ECD49F785520}"/>
          </ac:cxnSpMkLst>
        </pc:cxnChg>
      </pc:sldChg>
      <pc:sldChg chg="modSp add mod ord">
        <pc:chgData name="Amilcar Jose Rodriguez Barrios" userId="efa7753a-59bf-44f0-ad53-c3388f48cff0" providerId="ADAL" clId="{ECC100FD-023F-4E10-9A7E-BC0C9D78DF98}" dt="2021-02-24T12:00:16.228" v="3470" actId="20577"/>
        <pc:sldMkLst>
          <pc:docMk/>
          <pc:sldMk cId="2115067969" sldId="2076137392"/>
        </pc:sldMkLst>
        <pc:spChg chg="mod">
          <ac:chgData name="Amilcar Jose Rodriguez Barrios" userId="efa7753a-59bf-44f0-ad53-c3388f48cff0" providerId="ADAL" clId="{ECC100FD-023F-4E10-9A7E-BC0C9D78DF98}" dt="2021-02-24T12:00:16.228" v="3470" actId="20577"/>
          <ac:spMkLst>
            <pc:docMk/>
            <pc:sldMk cId="2115067969" sldId="2076137392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1T13:01:18.279" v="4771" actId="14100"/>
        <pc:sldMkLst>
          <pc:docMk/>
          <pc:sldMk cId="1912917342" sldId="2076137393"/>
        </pc:sldMkLst>
        <pc:spChg chg="del">
          <ac:chgData name="Amilcar Jose Rodriguez Barrios" userId="efa7753a-59bf-44f0-ad53-c3388f48cff0" providerId="ADAL" clId="{ECC100FD-023F-4E10-9A7E-BC0C9D78DF98}" dt="2021-02-24T11:59:44.070" v="3452" actId="478"/>
          <ac:spMkLst>
            <pc:docMk/>
            <pc:sldMk cId="1912917342" sldId="2076137393"/>
            <ac:spMk id="2" creationId="{2184F33B-129D-4EB2-9F83-5FF61DA6C7B8}"/>
          </ac:spMkLst>
        </pc:spChg>
        <pc:spChg chg="mod">
          <ac:chgData name="Amilcar Jose Rodriguez Barrios" userId="efa7753a-59bf-44f0-ad53-c3388f48cff0" providerId="ADAL" clId="{ECC100FD-023F-4E10-9A7E-BC0C9D78DF98}" dt="2021-02-24T11:59:50.643" v="3453"/>
          <ac:spMkLst>
            <pc:docMk/>
            <pc:sldMk cId="1912917342" sldId="2076137393"/>
            <ac:spMk id="5" creationId="{FFBC49D4-7BA0-44A5-8BBF-BC2D6ECB0118}"/>
          </ac:spMkLst>
        </pc:spChg>
        <pc:spChg chg="mod">
          <ac:chgData name="Amilcar Jose Rodriguez Barrios" userId="efa7753a-59bf-44f0-ad53-c3388f48cff0" providerId="ADAL" clId="{ECC100FD-023F-4E10-9A7E-BC0C9D78DF98}" dt="2021-02-24T11:59:50.643" v="3453"/>
          <ac:spMkLst>
            <pc:docMk/>
            <pc:sldMk cId="1912917342" sldId="2076137393"/>
            <ac:spMk id="7" creationId="{7DCA052E-9E07-46F5-827A-52F7181521B4}"/>
          </ac:spMkLst>
        </pc:spChg>
        <pc:spChg chg="mod">
          <ac:chgData name="Amilcar Jose Rodriguez Barrios" userId="efa7753a-59bf-44f0-ad53-c3388f48cff0" providerId="ADAL" clId="{ECC100FD-023F-4E10-9A7E-BC0C9D78DF98}" dt="2021-02-24T11:59:50.643" v="3453"/>
          <ac:spMkLst>
            <pc:docMk/>
            <pc:sldMk cId="1912917342" sldId="2076137393"/>
            <ac:spMk id="10" creationId="{F4E3BDB5-AD13-44E8-84DD-7D276F995118}"/>
          </ac:spMkLst>
        </pc:spChg>
        <pc:spChg chg="mod">
          <ac:chgData name="Amilcar Jose Rodriguez Barrios" userId="efa7753a-59bf-44f0-ad53-c3388f48cff0" providerId="ADAL" clId="{ECC100FD-023F-4E10-9A7E-BC0C9D78DF98}" dt="2021-02-24T11:59:50.643" v="3453"/>
          <ac:spMkLst>
            <pc:docMk/>
            <pc:sldMk cId="1912917342" sldId="2076137393"/>
            <ac:spMk id="11" creationId="{E0D0FA91-7C89-414C-BABD-905531C69672}"/>
          </ac:spMkLst>
        </pc:spChg>
        <pc:spChg chg="add del mod">
          <ac:chgData name="Amilcar Jose Rodriguez Barrios" userId="efa7753a-59bf-44f0-ad53-c3388f48cff0" providerId="ADAL" clId="{ECC100FD-023F-4E10-9A7E-BC0C9D78DF98}" dt="2021-02-24T11:59:57.453" v="3455"/>
          <ac:spMkLst>
            <pc:docMk/>
            <pc:sldMk cId="1912917342" sldId="2076137393"/>
            <ac:spMk id="12" creationId="{57423D01-5E63-448E-8968-92E8D5003F4B}"/>
          </ac:spMkLst>
        </pc:spChg>
        <pc:spChg chg="add del mod">
          <ac:chgData name="Amilcar Jose Rodriguez Barrios" userId="efa7753a-59bf-44f0-ad53-c3388f48cff0" providerId="ADAL" clId="{ECC100FD-023F-4E10-9A7E-BC0C9D78DF98}" dt="2021-02-24T11:59:57.453" v="3455"/>
          <ac:spMkLst>
            <pc:docMk/>
            <pc:sldMk cId="1912917342" sldId="2076137393"/>
            <ac:spMk id="13" creationId="{C64B19C0-F8A0-457A-8D1F-6E04E54CDABF}"/>
          </ac:spMkLst>
        </pc:spChg>
        <pc:spChg chg="add mod">
          <ac:chgData name="Amilcar Jose Rodriguez Barrios" userId="efa7753a-59bf-44f0-ad53-c3388f48cff0" providerId="ADAL" clId="{ECC100FD-023F-4E10-9A7E-BC0C9D78DF98}" dt="2021-02-24T12:00:04.200" v="3458" actId="108"/>
          <ac:spMkLst>
            <pc:docMk/>
            <pc:sldMk cId="1912917342" sldId="2076137393"/>
            <ac:spMk id="15" creationId="{3CAC0994-6745-4E8E-B6D5-44BCAD37833C}"/>
          </ac:spMkLst>
        </pc:spChg>
        <pc:spChg chg="add mod">
          <ac:chgData name="Amilcar Jose Rodriguez Barrios" userId="efa7753a-59bf-44f0-ad53-c3388f48cff0" providerId="ADAL" clId="{ECC100FD-023F-4E10-9A7E-BC0C9D78DF98}" dt="2021-03-01T13:01:18.279" v="4771" actId="14100"/>
          <ac:spMkLst>
            <pc:docMk/>
            <pc:sldMk cId="1912917342" sldId="2076137393"/>
            <ac:spMk id="16" creationId="{F1DB078E-0B9C-46B9-A686-779748F53F21}"/>
          </ac:spMkLst>
        </pc:spChg>
        <pc:grpChg chg="add mod">
          <ac:chgData name="Amilcar Jose Rodriguez Barrios" userId="efa7753a-59bf-44f0-ad53-c3388f48cff0" providerId="ADAL" clId="{ECC100FD-023F-4E10-9A7E-BC0C9D78DF98}" dt="2021-02-24T11:59:50.643" v="3453"/>
          <ac:grpSpMkLst>
            <pc:docMk/>
            <pc:sldMk cId="1912917342" sldId="2076137393"/>
            <ac:grpSpMk id="3" creationId="{E2B8FEB4-F6C6-45B5-A4C2-91BBBDA55ECE}"/>
          </ac:grpSpMkLst>
        </pc:grpChg>
        <pc:grpChg chg="add mod">
          <ac:chgData name="Amilcar Jose Rodriguez Barrios" userId="efa7753a-59bf-44f0-ad53-c3388f48cff0" providerId="ADAL" clId="{ECC100FD-023F-4E10-9A7E-BC0C9D78DF98}" dt="2021-02-24T11:59:50.643" v="3453"/>
          <ac:grpSpMkLst>
            <pc:docMk/>
            <pc:sldMk cId="1912917342" sldId="2076137393"/>
            <ac:grpSpMk id="6" creationId="{1C449D3C-CD15-412F-B8C5-18D588F68C7C}"/>
          </ac:grpSpMkLst>
        </pc:grpChg>
        <pc:grpChg chg="add mod">
          <ac:chgData name="Amilcar Jose Rodriguez Barrios" userId="efa7753a-59bf-44f0-ad53-c3388f48cff0" providerId="ADAL" clId="{ECC100FD-023F-4E10-9A7E-BC0C9D78DF98}" dt="2021-02-24T11:59:50.643" v="3453"/>
          <ac:grpSpMkLst>
            <pc:docMk/>
            <pc:sldMk cId="1912917342" sldId="2076137393"/>
            <ac:grpSpMk id="9" creationId="{991DD068-EC00-442E-86F0-1404D6BC6E25}"/>
          </ac:grpSpMkLst>
        </pc:grpChg>
        <pc:picChg chg="mod">
          <ac:chgData name="Amilcar Jose Rodriguez Barrios" userId="efa7753a-59bf-44f0-ad53-c3388f48cff0" providerId="ADAL" clId="{ECC100FD-023F-4E10-9A7E-BC0C9D78DF98}" dt="2021-02-24T11:59:50.643" v="3453"/>
          <ac:picMkLst>
            <pc:docMk/>
            <pc:sldMk cId="1912917342" sldId="2076137393"/>
            <ac:picMk id="8" creationId="{308888A6-0611-4AAB-933E-6070B03EFEEF}"/>
          </ac:picMkLst>
        </pc:picChg>
        <pc:picChg chg="add del mod">
          <ac:chgData name="Amilcar Jose Rodriguez Barrios" userId="efa7753a-59bf-44f0-ad53-c3388f48cff0" providerId="ADAL" clId="{ECC100FD-023F-4E10-9A7E-BC0C9D78DF98}" dt="2021-02-24T11:59:57.453" v="3455"/>
          <ac:picMkLst>
            <pc:docMk/>
            <pc:sldMk cId="1912917342" sldId="2076137393"/>
            <ac:picMk id="14" creationId="{4741135E-6A80-48E4-BAAF-16D8879B77CC}"/>
          </ac:picMkLst>
        </pc:picChg>
        <pc:picChg chg="add mod">
          <ac:chgData name="Amilcar Jose Rodriguez Barrios" userId="efa7753a-59bf-44f0-ad53-c3388f48cff0" providerId="ADAL" clId="{ECC100FD-023F-4E10-9A7E-BC0C9D78DF98}" dt="2021-02-24T12:00:00.098" v="3457" actId="1076"/>
          <ac:picMkLst>
            <pc:docMk/>
            <pc:sldMk cId="1912917342" sldId="2076137393"/>
            <ac:picMk id="17" creationId="{179340D1-7620-4C64-A8A4-618CFEED564E}"/>
          </ac:picMkLst>
        </pc:picChg>
        <pc:cxnChg chg="mod">
          <ac:chgData name="Amilcar Jose Rodriguez Barrios" userId="efa7753a-59bf-44f0-ad53-c3388f48cff0" providerId="ADAL" clId="{ECC100FD-023F-4E10-9A7E-BC0C9D78DF98}" dt="2021-02-24T11:59:50.643" v="3453"/>
          <ac:cxnSpMkLst>
            <pc:docMk/>
            <pc:sldMk cId="1912917342" sldId="2076137393"/>
            <ac:cxnSpMk id="4" creationId="{AF1C4EE1-1CB7-4676-A815-E10108F22E60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1T13:09:28.083" v="4773" actId="1076"/>
        <pc:sldMkLst>
          <pc:docMk/>
          <pc:sldMk cId="1065583655" sldId="2076137394"/>
        </pc:sldMkLst>
        <pc:spChg chg="del">
          <ac:chgData name="Amilcar Jose Rodriguez Barrios" userId="efa7753a-59bf-44f0-ad53-c3388f48cff0" providerId="ADAL" clId="{ECC100FD-023F-4E10-9A7E-BC0C9D78DF98}" dt="2021-02-24T12:00:25.564" v="3472" actId="478"/>
          <ac:spMkLst>
            <pc:docMk/>
            <pc:sldMk cId="1065583655" sldId="2076137394"/>
            <ac:spMk id="2" creationId="{12E6BFC8-B798-4A20-BB6C-7CE780936478}"/>
          </ac:spMkLst>
        </pc:spChg>
        <pc:spChg chg="mod">
          <ac:chgData name="Amilcar Jose Rodriguez Barrios" userId="efa7753a-59bf-44f0-ad53-c3388f48cff0" providerId="ADAL" clId="{ECC100FD-023F-4E10-9A7E-BC0C9D78DF98}" dt="2021-02-24T12:00:29.834" v="3473"/>
          <ac:spMkLst>
            <pc:docMk/>
            <pc:sldMk cId="1065583655" sldId="2076137394"/>
            <ac:spMk id="5" creationId="{1F37CAF4-B3F7-4527-99B8-67B7B984CE04}"/>
          </ac:spMkLst>
        </pc:spChg>
        <pc:spChg chg="mod">
          <ac:chgData name="Amilcar Jose Rodriguez Barrios" userId="efa7753a-59bf-44f0-ad53-c3388f48cff0" providerId="ADAL" clId="{ECC100FD-023F-4E10-9A7E-BC0C9D78DF98}" dt="2021-02-24T12:00:29.834" v="3473"/>
          <ac:spMkLst>
            <pc:docMk/>
            <pc:sldMk cId="1065583655" sldId="2076137394"/>
            <ac:spMk id="7" creationId="{FC24D1EE-DCAC-4BB8-8C8C-F71449009AEE}"/>
          </ac:spMkLst>
        </pc:spChg>
        <pc:spChg chg="mod">
          <ac:chgData name="Amilcar Jose Rodriguez Barrios" userId="efa7753a-59bf-44f0-ad53-c3388f48cff0" providerId="ADAL" clId="{ECC100FD-023F-4E10-9A7E-BC0C9D78DF98}" dt="2021-02-24T12:00:29.834" v="3473"/>
          <ac:spMkLst>
            <pc:docMk/>
            <pc:sldMk cId="1065583655" sldId="2076137394"/>
            <ac:spMk id="10" creationId="{C591F12E-D8C2-4215-B849-82B7AAC23D68}"/>
          </ac:spMkLst>
        </pc:spChg>
        <pc:spChg chg="mod">
          <ac:chgData name="Amilcar Jose Rodriguez Barrios" userId="efa7753a-59bf-44f0-ad53-c3388f48cff0" providerId="ADAL" clId="{ECC100FD-023F-4E10-9A7E-BC0C9D78DF98}" dt="2021-02-24T12:00:29.834" v="3473"/>
          <ac:spMkLst>
            <pc:docMk/>
            <pc:sldMk cId="1065583655" sldId="2076137394"/>
            <ac:spMk id="11" creationId="{941A3F28-C8AB-43A6-9F10-2AB4D95715DF}"/>
          </ac:spMkLst>
        </pc:spChg>
        <pc:spChg chg="add mod">
          <ac:chgData name="Amilcar Jose Rodriguez Barrios" userId="efa7753a-59bf-44f0-ad53-c3388f48cff0" providerId="ADAL" clId="{ECC100FD-023F-4E10-9A7E-BC0C9D78DF98}" dt="2021-02-24T12:00:44.852" v="3477" actId="108"/>
          <ac:spMkLst>
            <pc:docMk/>
            <pc:sldMk cId="1065583655" sldId="2076137394"/>
            <ac:spMk id="12" creationId="{E9BF1DE1-A4B9-4E35-8B60-99E1EE9C4E21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14" creationId="{E830FC07-FF93-4454-B4B5-D85B84984B1E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16" creationId="{D4E007F8-9490-48C7-BEBA-6C21C9D1CEFF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17" creationId="{779FBC19-9E74-476F-8172-C35F45BF71BE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19" creationId="{2FAF1DD1-370A-448C-A98B-701967DFE07C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1" creationId="{90BA0FBE-1A9C-4734-A815-0F58656EB62C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2" creationId="{D7F9E539-130C-4932-9A4B-74C63FD2AEC7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4" creationId="{38117B53-AB27-47CC-8423-EFBA26752FCC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6" creationId="{A3DE702E-D91C-4101-9442-5BD2B22E0F57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7" creationId="{5EF42980-E4E0-461C-9BC4-A7CFC9C3EE0E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9" creationId="{779B2AA1-036C-4490-B70F-65A37E3BB135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1" creationId="{30C98553-8CD4-4B5E-B107-C2ED2DFCDED5}"/>
          </ac:spMkLst>
        </pc:spChg>
        <pc:spChg chg="mod">
          <ac:chgData name="Amilcar Jose Rodriguez Barrios" userId="efa7753a-59bf-44f0-ad53-c3388f48cff0" providerId="ADAL" clId="{ECC100FD-023F-4E10-9A7E-BC0C9D78DF98}" dt="2021-03-01T13:09:28.083" v="4773" actId="1076"/>
          <ac:spMkLst>
            <pc:docMk/>
            <pc:sldMk cId="1065583655" sldId="2076137394"/>
            <ac:spMk id="32" creationId="{73F64566-29E8-4FF8-BEA2-54A0599C405F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4" creationId="{29747D69-0753-4A69-B597-1993A7F82A18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6" creationId="{3BA56979-B090-4E81-A1C3-55C017FDE40E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7" creationId="{5A61968F-F643-4270-80C0-B3F6D77C85A8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9" creationId="{73F9E7E3-A734-434B-A92D-6203C0FD728A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41" creationId="{BF33FA06-5A4C-4E46-8164-6F6DCF7CDB56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42" creationId="{A13DD993-0F0D-447C-94F4-B875D24C6CF4}"/>
          </ac:spMkLst>
        </pc:spChg>
        <pc:grpChg chg="add mod">
          <ac:chgData name="Amilcar Jose Rodriguez Barrios" userId="efa7753a-59bf-44f0-ad53-c3388f48cff0" providerId="ADAL" clId="{ECC100FD-023F-4E10-9A7E-BC0C9D78DF98}" dt="2021-02-24T12:00:29.834" v="3473"/>
          <ac:grpSpMkLst>
            <pc:docMk/>
            <pc:sldMk cId="1065583655" sldId="2076137394"/>
            <ac:grpSpMk id="3" creationId="{012D1FC2-2672-4AB8-8480-E94793659102}"/>
          </ac:grpSpMkLst>
        </pc:grpChg>
        <pc:grpChg chg="add mod">
          <ac:chgData name="Amilcar Jose Rodriguez Barrios" userId="efa7753a-59bf-44f0-ad53-c3388f48cff0" providerId="ADAL" clId="{ECC100FD-023F-4E10-9A7E-BC0C9D78DF98}" dt="2021-02-24T12:00:29.834" v="3473"/>
          <ac:grpSpMkLst>
            <pc:docMk/>
            <pc:sldMk cId="1065583655" sldId="2076137394"/>
            <ac:grpSpMk id="6" creationId="{DF7AE5C1-F277-4DA9-9905-943CDA34ECA5}"/>
          </ac:grpSpMkLst>
        </pc:grpChg>
        <pc:grpChg chg="add mod">
          <ac:chgData name="Amilcar Jose Rodriguez Barrios" userId="efa7753a-59bf-44f0-ad53-c3388f48cff0" providerId="ADAL" clId="{ECC100FD-023F-4E10-9A7E-BC0C9D78DF98}" dt="2021-02-24T12:00:29.834" v="3473"/>
          <ac:grpSpMkLst>
            <pc:docMk/>
            <pc:sldMk cId="1065583655" sldId="2076137394"/>
            <ac:grpSpMk id="9" creationId="{F60D7B65-9FFD-4FBD-8732-4A152FE68411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13" creationId="{0405D0C1-1931-4390-94AE-73823304CD9F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18" creationId="{90E26A43-4268-4209-9B0F-A9FC8D872A51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23" creationId="{CF1BC3A1-3F1C-46FB-A85B-A7ED461E204A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28" creationId="{97342670-1D51-4B80-98FC-BC290B432E2B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33" creationId="{EDA845BD-49CE-4EF0-857C-D6AF74FF00C8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38" creationId="{36717642-EEE2-4908-BC93-32894D223712}"/>
          </ac:grpSpMkLst>
        </pc:grpChg>
        <pc:picChg chg="mod">
          <ac:chgData name="Amilcar Jose Rodriguez Barrios" userId="efa7753a-59bf-44f0-ad53-c3388f48cff0" providerId="ADAL" clId="{ECC100FD-023F-4E10-9A7E-BC0C9D78DF98}" dt="2021-02-24T12:00:29.834" v="3473"/>
          <ac:picMkLst>
            <pc:docMk/>
            <pc:sldMk cId="1065583655" sldId="2076137394"/>
            <ac:picMk id="8" creationId="{744772E2-FDFB-4557-9458-10C5ADF9584A}"/>
          </ac:picMkLst>
        </pc:picChg>
        <pc:cxnChg chg="mod">
          <ac:chgData name="Amilcar Jose Rodriguez Barrios" userId="efa7753a-59bf-44f0-ad53-c3388f48cff0" providerId="ADAL" clId="{ECC100FD-023F-4E10-9A7E-BC0C9D78DF98}" dt="2021-02-24T12:00:29.834" v="3473"/>
          <ac:cxnSpMkLst>
            <pc:docMk/>
            <pc:sldMk cId="1065583655" sldId="2076137394"/>
            <ac:cxnSpMk id="4" creationId="{C76DE62E-6340-4772-829B-61471B553836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15" creationId="{BE3B7D89-70CA-4BF9-B11B-8282AE955D2C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20" creationId="{B8C85162-6F1A-49DC-B4E0-C185B59792F0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25" creationId="{FB68CE07-8A05-4F69-8BA3-0EF38DFA1AFF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30" creationId="{41408143-9346-4BFB-9DA3-C013749610B2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35" creationId="{497E1316-63B4-4C0B-B68D-8BD640B01F5B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40" creationId="{8774FCA6-F4E8-4538-9B12-82245ABA3704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5T18:19:03.278" v="3535" actId="1076"/>
        <pc:sldMkLst>
          <pc:docMk/>
          <pc:sldMk cId="2832013882" sldId="2076137395"/>
        </pc:sldMkLst>
        <pc:spChg chg="del">
          <ac:chgData name="Amilcar Jose Rodriguez Barrios" userId="efa7753a-59bf-44f0-ad53-c3388f48cff0" providerId="ADAL" clId="{ECC100FD-023F-4E10-9A7E-BC0C9D78DF98}" dt="2021-02-25T18:16:25.288" v="3496" actId="478"/>
          <ac:spMkLst>
            <pc:docMk/>
            <pc:sldMk cId="2832013882" sldId="2076137395"/>
            <ac:spMk id="2" creationId="{FD01324B-6D21-4F22-B6C5-E0ABA6BBACA3}"/>
          </ac:spMkLst>
        </pc:spChg>
        <pc:spChg chg="mod">
          <ac:chgData name="Amilcar Jose Rodriguez Barrios" userId="efa7753a-59bf-44f0-ad53-c3388f48cff0" providerId="ADAL" clId="{ECC100FD-023F-4E10-9A7E-BC0C9D78DF98}" dt="2021-02-25T18:17:20.331" v="3497"/>
          <ac:spMkLst>
            <pc:docMk/>
            <pc:sldMk cId="2832013882" sldId="2076137395"/>
            <ac:spMk id="5" creationId="{B0C6E68D-2AD7-4493-A865-A39906E92518}"/>
          </ac:spMkLst>
        </pc:spChg>
        <pc:spChg chg="mod">
          <ac:chgData name="Amilcar Jose Rodriguez Barrios" userId="efa7753a-59bf-44f0-ad53-c3388f48cff0" providerId="ADAL" clId="{ECC100FD-023F-4E10-9A7E-BC0C9D78DF98}" dt="2021-02-25T18:17:20.331" v="3497"/>
          <ac:spMkLst>
            <pc:docMk/>
            <pc:sldMk cId="2832013882" sldId="2076137395"/>
            <ac:spMk id="7" creationId="{402DF3CC-6170-4C16-9F5B-F33E7436A10C}"/>
          </ac:spMkLst>
        </pc:spChg>
        <pc:spChg chg="mod">
          <ac:chgData name="Amilcar Jose Rodriguez Barrios" userId="efa7753a-59bf-44f0-ad53-c3388f48cff0" providerId="ADAL" clId="{ECC100FD-023F-4E10-9A7E-BC0C9D78DF98}" dt="2021-02-25T18:17:20.331" v="3497"/>
          <ac:spMkLst>
            <pc:docMk/>
            <pc:sldMk cId="2832013882" sldId="2076137395"/>
            <ac:spMk id="10" creationId="{8C70605C-3944-4CA3-8733-FB95647D09F7}"/>
          </ac:spMkLst>
        </pc:spChg>
        <pc:spChg chg="mod">
          <ac:chgData name="Amilcar Jose Rodriguez Barrios" userId="efa7753a-59bf-44f0-ad53-c3388f48cff0" providerId="ADAL" clId="{ECC100FD-023F-4E10-9A7E-BC0C9D78DF98}" dt="2021-02-25T18:17:20.331" v="3497"/>
          <ac:spMkLst>
            <pc:docMk/>
            <pc:sldMk cId="2832013882" sldId="2076137395"/>
            <ac:spMk id="11" creationId="{C59EFBA5-6C3B-4386-8A90-14F388862F17}"/>
          </ac:spMkLst>
        </pc:spChg>
        <pc:spChg chg="add del mod">
          <ac:chgData name="Amilcar Jose Rodriguez Barrios" userId="efa7753a-59bf-44f0-ad53-c3388f48cff0" providerId="ADAL" clId="{ECC100FD-023F-4E10-9A7E-BC0C9D78DF98}" dt="2021-02-25T18:17:36.062" v="3509"/>
          <ac:spMkLst>
            <pc:docMk/>
            <pc:sldMk cId="2832013882" sldId="2076137395"/>
            <ac:spMk id="12" creationId="{22A4D368-C6FB-4D7F-BB47-8906C66845D8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14" creationId="{9CC4C8F4-038E-441F-AB41-9E235F2D3365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16" creationId="{167A8099-A04C-4103-9567-607C61E09CC1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17" creationId="{CBF307C0-13B2-4268-A869-E4A111931A5B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19" creationId="{831E1D81-1C69-4F55-9403-8F82A3129287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1" creationId="{2E185D41-E8FC-47BC-A1E6-B51847C4A6DC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2" creationId="{BC91731A-B0CB-45FB-A2CA-B7FCCF9DA6CA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4" creationId="{33A65239-77AE-457B-8F6F-8A69D06425DD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6" creationId="{4DE8D316-F4D5-4CA1-B279-DC42FA0F1BDF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7" creationId="{404B3706-B39F-4E3F-8FA3-1EBC9601E114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9" creationId="{459D8606-7E5D-4AAC-A046-E07FA401FA3A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1" creationId="{E3B08E90-3312-413F-8F5F-859DD0B9BAB6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2" creationId="{CB7CDBCD-1C0A-463D-85EA-D324C81B0E9B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4" creationId="{992E2F9C-4699-438B-BB19-5FBA96F7E932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6" creationId="{59EFD006-F495-41DC-92DC-2E33D37AA030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7" creationId="{0C4465BB-A1A7-45EA-B05F-B0A83A8ACB35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9" creationId="{651B2528-AC26-42C0-8522-8B632978FC62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41" creationId="{7AFD2465-86F4-4A50-AE3F-B784C994AC54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42" creationId="{0BBC8CFF-EDF4-4973-9DEB-350288C32E9C}"/>
          </ac:spMkLst>
        </pc:spChg>
        <pc:spChg chg="add mod">
          <ac:chgData name="Amilcar Jose Rodriguez Barrios" userId="efa7753a-59bf-44f0-ad53-c3388f48cff0" providerId="ADAL" clId="{ECC100FD-023F-4E10-9A7E-BC0C9D78DF98}" dt="2021-02-25T18:19:03.278" v="3535" actId="1076"/>
          <ac:spMkLst>
            <pc:docMk/>
            <pc:sldMk cId="2832013882" sldId="2076137395"/>
            <ac:spMk id="43" creationId="{383ABE5F-1ECF-498B-87AA-39FB03DF36EA}"/>
          </ac:spMkLst>
        </pc:spChg>
        <pc:spChg chg="add mod">
          <ac:chgData name="Amilcar Jose Rodriguez Barrios" userId="efa7753a-59bf-44f0-ad53-c3388f48cff0" providerId="ADAL" clId="{ECC100FD-023F-4E10-9A7E-BC0C9D78DF98}" dt="2021-02-25T18:18:55.104" v="3533" actId="1076"/>
          <ac:spMkLst>
            <pc:docMk/>
            <pc:sldMk cId="2832013882" sldId="2076137395"/>
            <ac:spMk id="44" creationId="{04D1C4AA-6BEC-42D4-B5B8-20BB056226F3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46" creationId="{CC6D4F81-A1CD-42BB-AF09-0F7D70E0EE88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48" creationId="{6DDD825C-049F-4981-8A90-3475D0E1E5B5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1" creationId="{0CD83D84-85D6-4DF7-886D-1B2297C66E9B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2" creationId="{81818090-B6AE-4576-885D-BC65B62D2D62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4" creationId="{6E62764F-82AB-4538-B1A7-6FF7FF601286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6" creationId="{502E76AF-DF53-4D16-82B7-5B2225901F93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8" creationId="{0BE2A9DC-F134-45EE-97C4-D20C108BAAAE}"/>
          </ac:spMkLst>
        </pc:spChg>
        <pc:spChg chg="add mod">
          <ac:chgData name="Amilcar Jose Rodriguez Barrios" userId="efa7753a-59bf-44f0-ad53-c3388f48cff0" providerId="ADAL" clId="{ECC100FD-023F-4E10-9A7E-BC0C9D78DF98}" dt="2021-02-25T18:18:41.928" v="3530" actId="1076"/>
          <ac:spMkLst>
            <pc:docMk/>
            <pc:sldMk cId="2832013882" sldId="2076137395"/>
            <ac:spMk id="59" creationId="{C2852829-1118-46A8-BA3D-C54C958512F7}"/>
          </ac:spMkLst>
        </pc:spChg>
        <pc:spChg chg="add mod">
          <ac:chgData name="Amilcar Jose Rodriguez Barrios" userId="efa7753a-59bf-44f0-ad53-c3388f48cff0" providerId="ADAL" clId="{ECC100FD-023F-4E10-9A7E-BC0C9D78DF98}" dt="2021-02-25T18:18:41.928" v="3530" actId="1076"/>
          <ac:spMkLst>
            <pc:docMk/>
            <pc:sldMk cId="2832013882" sldId="2076137395"/>
            <ac:spMk id="60" creationId="{952EC2F6-FAD8-4C14-847E-25AD6AA6B987}"/>
          </ac:spMkLst>
        </pc:spChg>
        <pc:grpChg chg="add mod">
          <ac:chgData name="Amilcar Jose Rodriguez Barrios" userId="efa7753a-59bf-44f0-ad53-c3388f48cff0" providerId="ADAL" clId="{ECC100FD-023F-4E10-9A7E-BC0C9D78DF98}" dt="2021-02-25T18:17:20.331" v="3497"/>
          <ac:grpSpMkLst>
            <pc:docMk/>
            <pc:sldMk cId="2832013882" sldId="2076137395"/>
            <ac:grpSpMk id="3" creationId="{CC219B56-6843-4EDE-A431-057C0C768258}"/>
          </ac:grpSpMkLst>
        </pc:grpChg>
        <pc:grpChg chg="add mod">
          <ac:chgData name="Amilcar Jose Rodriguez Barrios" userId="efa7753a-59bf-44f0-ad53-c3388f48cff0" providerId="ADAL" clId="{ECC100FD-023F-4E10-9A7E-BC0C9D78DF98}" dt="2021-02-25T18:17:20.331" v="3497"/>
          <ac:grpSpMkLst>
            <pc:docMk/>
            <pc:sldMk cId="2832013882" sldId="2076137395"/>
            <ac:grpSpMk id="6" creationId="{B7BFF41B-D0C0-4063-8A1A-3D14BDD42E1E}"/>
          </ac:grpSpMkLst>
        </pc:grpChg>
        <pc:grpChg chg="add mod">
          <ac:chgData name="Amilcar Jose Rodriguez Barrios" userId="efa7753a-59bf-44f0-ad53-c3388f48cff0" providerId="ADAL" clId="{ECC100FD-023F-4E10-9A7E-BC0C9D78DF98}" dt="2021-02-25T18:17:20.331" v="3497"/>
          <ac:grpSpMkLst>
            <pc:docMk/>
            <pc:sldMk cId="2832013882" sldId="2076137395"/>
            <ac:grpSpMk id="9" creationId="{EF2DF1B6-BE40-4945-8FA1-371B51999675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13" creationId="{76C88FB0-6234-4B7F-9C5B-4FDB60714F39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18" creationId="{B90F3E6E-B399-4DA4-9200-3A551C40FCCE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23" creationId="{A372211E-2D77-46F9-8331-8B46362F0837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28" creationId="{30BE5936-1DF0-49EB-8E9B-4D45B06ADADF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33" creationId="{DDE1C1E0-E937-4E06-A48D-116A903A51D8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38" creationId="{4E840AA8-D782-42FC-894B-22565AC73066}"/>
          </ac:grpSpMkLst>
        </pc:grpChg>
        <pc:grpChg chg="add mod">
          <ac:chgData name="Amilcar Jose Rodriguez Barrios" userId="efa7753a-59bf-44f0-ad53-c3388f48cff0" providerId="ADAL" clId="{ECC100FD-023F-4E10-9A7E-BC0C9D78DF98}" dt="2021-02-25T18:18:41.928" v="3530" actId="1076"/>
          <ac:grpSpMkLst>
            <pc:docMk/>
            <pc:sldMk cId="2832013882" sldId="2076137395"/>
            <ac:grpSpMk id="45" creationId="{F6B53D53-9399-4AD9-B498-3C8E14504516}"/>
          </ac:grpSpMkLst>
        </pc:grpChg>
        <pc:grpChg chg="add mod">
          <ac:chgData name="Amilcar Jose Rodriguez Barrios" userId="efa7753a-59bf-44f0-ad53-c3388f48cff0" providerId="ADAL" clId="{ECC100FD-023F-4E10-9A7E-BC0C9D78DF98}" dt="2021-02-25T18:18:41.928" v="3530" actId="1076"/>
          <ac:grpSpMkLst>
            <pc:docMk/>
            <pc:sldMk cId="2832013882" sldId="2076137395"/>
            <ac:grpSpMk id="49" creationId="{0D044CD1-7916-4B05-BF9D-5F414EE4369C}"/>
          </ac:grpSpMkLst>
        </pc:grpChg>
        <pc:grpChg chg="mod">
          <ac:chgData name="Amilcar Jose Rodriguez Barrios" userId="efa7753a-59bf-44f0-ad53-c3388f48cff0" providerId="ADAL" clId="{ECC100FD-023F-4E10-9A7E-BC0C9D78DF98}" dt="2021-02-25T18:17:55.885" v="3510"/>
          <ac:grpSpMkLst>
            <pc:docMk/>
            <pc:sldMk cId="2832013882" sldId="2076137395"/>
            <ac:grpSpMk id="50" creationId="{0C690619-A961-4E4F-A842-EF0A4E800A2C}"/>
          </ac:grpSpMkLst>
        </pc:grpChg>
        <pc:grpChg chg="add mod">
          <ac:chgData name="Amilcar Jose Rodriguez Barrios" userId="efa7753a-59bf-44f0-ad53-c3388f48cff0" providerId="ADAL" clId="{ECC100FD-023F-4E10-9A7E-BC0C9D78DF98}" dt="2021-02-25T18:18:41.928" v="3530" actId="1076"/>
          <ac:grpSpMkLst>
            <pc:docMk/>
            <pc:sldMk cId="2832013882" sldId="2076137395"/>
            <ac:grpSpMk id="55" creationId="{D104E955-05CC-4399-9442-0F45E20CDA57}"/>
          </ac:grpSpMkLst>
        </pc:grpChg>
        <pc:graphicFrameChg chg="add mod modGraphic">
          <ac:chgData name="Amilcar Jose Rodriguez Barrios" userId="efa7753a-59bf-44f0-ad53-c3388f48cff0" providerId="ADAL" clId="{ECC100FD-023F-4E10-9A7E-BC0C9D78DF98}" dt="2021-02-25T18:18:41.928" v="3530" actId="1076"/>
          <ac:graphicFrameMkLst>
            <pc:docMk/>
            <pc:sldMk cId="2832013882" sldId="2076137395"/>
            <ac:graphicFrameMk id="61" creationId="{15D6DC03-42E1-4D9C-94A6-BEC288203AD9}"/>
          </ac:graphicFrameMkLst>
        </pc:graphicFrameChg>
        <pc:picChg chg="mod">
          <ac:chgData name="Amilcar Jose Rodriguez Barrios" userId="efa7753a-59bf-44f0-ad53-c3388f48cff0" providerId="ADAL" clId="{ECC100FD-023F-4E10-9A7E-BC0C9D78DF98}" dt="2021-02-25T18:17:20.331" v="3497"/>
          <ac:picMkLst>
            <pc:docMk/>
            <pc:sldMk cId="2832013882" sldId="2076137395"/>
            <ac:picMk id="8" creationId="{FA9ED415-3BFE-471A-89BB-744909312810}"/>
          </ac:picMkLst>
        </pc:picChg>
        <pc:cxnChg chg="mod">
          <ac:chgData name="Amilcar Jose Rodriguez Barrios" userId="efa7753a-59bf-44f0-ad53-c3388f48cff0" providerId="ADAL" clId="{ECC100FD-023F-4E10-9A7E-BC0C9D78DF98}" dt="2021-02-25T18:17:20.331" v="3497"/>
          <ac:cxnSpMkLst>
            <pc:docMk/>
            <pc:sldMk cId="2832013882" sldId="2076137395"/>
            <ac:cxnSpMk id="4" creationId="{DB4045C6-B9E3-48CF-9BA6-971EA0BDECB6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15" creationId="{02E57864-9038-4FD4-97AF-C5911D5862C3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20" creationId="{840901F4-475E-4DE5-AD65-D514FF341368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25" creationId="{53BAF3C5-6760-4AD6-9D65-033AD366A45E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30" creationId="{2B78EB77-C17C-459A-A5CD-842B1E8D2921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35" creationId="{33F565F7-304F-4673-B8E8-8D5E44E5401C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40" creationId="{E9251E16-8E2F-42EF-AE67-5B36D09223D2}"/>
          </ac:cxnSpMkLst>
        </pc:cxnChg>
        <pc:cxnChg chg="mod">
          <ac:chgData name="Amilcar Jose Rodriguez Barrios" userId="efa7753a-59bf-44f0-ad53-c3388f48cff0" providerId="ADAL" clId="{ECC100FD-023F-4E10-9A7E-BC0C9D78DF98}" dt="2021-02-25T18:17:55.885" v="3510"/>
          <ac:cxnSpMkLst>
            <pc:docMk/>
            <pc:sldMk cId="2832013882" sldId="2076137395"/>
            <ac:cxnSpMk id="47" creationId="{D8502B78-A085-4ECF-9C85-EE0187FA182B}"/>
          </ac:cxnSpMkLst>
        </pc:cxnChg>
        <pc:cxnChg chg="mod">
          <ac:chgData name="Amilcar Jose Rodriguez Barrios" userId="efa7753a-59bf-44f0-ad53-c3388f48cff0" providerId="ADAL" clId="{ECC100FD-023F-4E10-9A7E-BC0C9D78DF98}" dt="2021-02-25T18:17:55.885" v="3510"/>
          <ac:cxnSpMkLst>
            <pc:docMk/>
            <pc:sldMk cId="2832013882" sldId="2076137395"/>
            <ac:cxnSpMk id="53" creationId="{6BFF0916-C429-4680-A50C-096FFD4E6B6A}"/>
          </ac:cxnSpMkLst>
        </pc:cxnChg>
        <pc:cxnChg chg="mod">
          <ac:chgData name="Amilcar Jose Rodriguez Barrios" userId="efa7753a-59bf-44f0-ad53-c3388f48cff0" providerId="ADAL" clId="{ECC100FD-023F-4E10-9A7E-BC0C9D78DF98}" dt="2021-02-25T18:17:55.885" v="3510"/>
          <ac:cxnSpMkLst>
            <pc:docMk/>
            <pc:sldMk cId="2832013882" sldId="2076137395"/>
            <ac:cxnSpMk id="57" creationId="{C34A470F-F537-4F5E-A630-460BED67D0CD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5T19:52:26.772" v="3814" actId="1076"/>
        <pc:sldMkLst>
          <pc:docMk/>
          <pc:sldMk cId="451243214" sldId="2076137396"/>
        </pc:sldMkLst>
        <pc:spChg chg="del">
          <ac:chgData name="Amilcar Jose Rodriguez Barrios" userId="efa7753a-59bf-44f0-ad53-c3388f48cff0" providerId="ADAL" clId="{ECC100FD-023F-4E10-9A7E-BC0C9D78DF98}" dt="2021-02-25T19:08:22.959" v="3554" actId="478"/>
          <ac:spMkLst>
            <pc:docMk/>
            <pc:sldMk cId="451243214" sldId="2076137396"/>
            <ac:spMk id="2" creationId="{A9A850ED-7793-49D1-852C-035D2BF6C8EE}"/>
          </ac:spMkLst>
        </pc:spChg>
        <pc:spChg chg="mod">
          <ac:chgData name="Amilcar Jose Rodriguez Barrios" userId="efa7753a-59bf-44f0-ad53-c3388f48cff0" providerId="ADAL" clId="{ECC100FD-023F-4E10-9A7E-BC0C9D78DF98}" dt="2021-02-25T19:08:28.477" v="3555"/>
          <ac:spMkLst>
            <pc:docMk/>
            <pc:sldMk cId="451243214" sldId="2076137396"/>
            <ac:spMk id="5" creationId="{A9EECF29-B521-4014-8939-BFDE2688CE78}"/>
          </ac:spMkLst>
        </pc:spChg>
        <pc:spChg chg="mod">
          <ac:chgData name="Amilcar Jose Rodriguez Barrios" userId="efa7753a-59bf-44f0-ad53-c3388f48cff0" providerId="ADAL" clId="{ECC100FD-023F-4E10-9A7E-BC0C9D78DF98}" dt="2021-02-25T19:08:28.477" v="3555"/>
          <ac:spMkLst>
            <pc:docMk/>
            <pc:sldMk cId="451243214" sldId="2076137396"/>
            <ac:spMk id="7" creationId="{6580E7EF-3615-487E-8EED-EDC3743C935D}"/>
          </ac:spMkLst>
        </pc:spChg>
        <pc:spChg chg="mod">
          <ac:chgData name="Amilcar Jose Rodriguez Barrios" userId="efa7753a-59bf-44f0-ad53-c3388f48cff0" providerId="ADAL" clId="{ECC100FD-023F-4E10-9A7E-BC0C9D78DF98}" dt="2021-02-25T19:08:28.477" v="3555"/>
          <ac:spMkLst>
            <pc:docMk/>
            <pc:sldMk cId="451243214" sldId="2076137396"/>
            <ac:spMk id="10" creationId="{73EB768B-7ABF-4AA2-AACC-8275C7AC952F}"/>
          </ac:spMkLst>
        </pc:spChg>
        <pc:spChg chg="mod">
          <ac:chgData name="Amilcar Jose Rodriguez Barrios" userId="efa7753a-59bf-44f0-ad53-c3388f48cff0" providerId="ADAL" clId="{ECC100FD-023F-4E10-9A7E-BC0C9D78DF98}" dt="2021-02-25T19:08:28.477" v="3555"/>
          <ac:spMkLst>
            <pc:docMk/>
            <pc:sldMk cId="451243214" sldId="2076137396"/>
            <ac:spMk id="11" creationId="{167FA0A7-0FA2-4092-B465-42048076AD42}"/>
          </ac:spMkLst>
        </pc:spChg>
        <pc:spChg chg="add mod">
          <ac:chgData name="Amilcar Jose Rodriguez Barrios" userId="efa7753a-59bf-44f0-ad53-c3388f48cff0" providerId="ADAL" clId="{ECC100FD-023F-4E10-9A7E-BC0C9D78DF98}" dt="2021-02-25T19:52:02.680" v="3809" actId="1076"/>
          <ac:spMkLst>
            <pc:docMk/>
            <pc:sldMk cId="451243214" sldId="2076137396"/>
            <ac:spMk id="12" creationId="{2A253552-089A-4E8C-A9AC-E54CABB974F4}"/>
          </ac:spMkLst>
        </pc:spChg>
        <pc:spChg chg="add mod">
          <ac:chgData name="Amilcar Jose Rodriguez Barrios" userId="efa7753a-59bf-44f0-ad53-c3388f48cff0" providerId="ADAL" clId="{ECC100FD-023F-4E10-9A7E-BC0C9D78DF98}" dt="2021-02-25T19:52:26.772" v="3814" actId="1076"/>
          <ac:spMkLst>
            <pc:docMk/>
            <pc:sldMk cId="451243214" sldId="2076137396"/>
            <ac:spMk id="13" creationId="{E555C683-F6CA-4E7C-A1A6-9768675C0947}"/>
          </ac:spMkLst>
        </pc:spChg>
        <pc:grpChg chg="add mod">
          <ac:chgData name="Amilcar Jose Rodriguez Barrios" userId="efa7753a-59bf-44f0-ad53-c3388f48cff0" providerId="ADAL" clId="{ECC100FD-023F-4E10-9A7E-BC0C9D78DF98}" dt="2021-02-25T19:08:28.477" v="3555"/>
          <ac:grpSpMkLst>
            <pc:docMk/>
            <pc:sldMk cId="451243214" sldId="2076137396"/>
            <ac:grpSpMk id="3" creationId="{8506F505-B33D-401A-B998-F3EAC87BC41F}"/>
          </ac:grpSpMkLst>
        </pc:grpChg>
        <pc:grpChg chg="add mod">
          <ac:chgData name="Amilcar Jose Rodriguez Barrios" userId="efa7753a-59bf-44f0-ad53-c3388f48cff0" providerId="ADAL" clId="{ECC100FD-023F-4E10-9A7E-BC0C9D78DF98}" dt="2021-02-25T19:08:28.477" v="3555"/>
          <ac:grpSpMkLst>
            <pc:docMk/>
            <pc:sldMk cId="451243214" sldId="2076137396"/>
            <ac:grpSpMk id="6" creationId="{C1A837E7-BFD7-4423-B42F-145CF26AD599}"/>
          </ac:grpSpMkLst>
        </pc:grpChg>
        <pc:grpChg chg="add mod">
          <ac:chgData name="Amilcar Jose Rodriguez Barrios" userId="efa7753a-59bf-44f0-ad53-c3388f48cff0" providerId="ADAL" clId="{ECC100FD-023F-4E10-9A7E-BC0C9D78DF98}" dt="2021-02-25T19:08:28.477" v="3555"/>
          <ac:grpSpMkLst>
            <pc:docMk/>
            <pc:sldMk cId="451243214" sldId="2076137396"/>
            <ac:grpSpMk id="9" creationId="{D4C82C35-63B2-4980-8247-6E5C484164B7}"/>
          </ac:grpSpMkLst>
        </pc:grpChg>
        <pc:picChg chg="mod">
          <ac:chgData name="Amilcar Jose Rodriguez Barrios" userId="efa7753a-59bf-44f0-ad53-c3388f48cff0" providerId="ADAL" clId="{ECC100FD-023F-4E10-9A7E-BC0C9D78DF98}" dt="2021-02-25T19:08:28.477" v="3555"/>
          <ac:picMkLst>
            <pc:docMk/>
            <pc:sldMk cId="451243214" sldId="2076137396"/>
            <ac:picMk id="8" creationId="{8D9760AC-98F1-4B87-AAC3-6C97907FB891}"/>
          </ac:picMkLst>
        </pc:picChg>
        <pc:cxnChg chg="mod">
          <ac:chgData name="Amilcar Jose Rodriguez Barrios" userId="efa7753a-59bf-44f0-ad53-c3388f48cff0" providerId="ADAL" clId="{ECC100FD-023F-4E10-9A7E-BC0C9D78DF98}" dt="2021-02-25T19:08:28.477" v="3555"/>
          <ac:cxnSpMkLst>
            <pc:docMk/>
            <pc:sldMk cId="451243214" sldId="2076137396"/>
            <ac:cxnSpMk id="4" creationId="{BB0051A2-8241-4207-AC01-1B251F2A5B97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5T19:55:45.119" v="3898" actId="1076"/>
        <pc:sldMkLst>
          <pc:docMk/>
          <pc:sldMk cId="494935761" sldId="2076137397"/>
        </pc:sldMkLst>
        <pc:spChg chg="del">
          <ac:chgData name="Amilcar Jose Rodriguez Barrios" userId="efa7753a-59bf-44f0-ad53-c3388f48cff0" providerId="ADAL" clId="{ECC100FD-023F-4E10-9A7E-BC0C9D78DF98}" dt="2021-02-25T19:09:03.662" v="3557" actId="478"/>
          <ac:spMkLst>
            <pc:docMk/>
            <pc:sldMk cId="494935761" sldId="2076137397"/>
            <ac:spMk id="2" creationId="{424E9981-E335-4428-9C60-EFA42C62771D}"/>
          </ac:spMkLst>
        </pc:spChg>
        <pc:spChg chg="mod">
          <ac:chgData name="Amilcar Jose Rodriguez Barrios" userId="efa7753a-59bf-44f0-ad53-c3388f48cff0" providerId="ADAL" clId="{ECC100FD-023F-4E10-9A7E-BC0C9D78DF98}" dt="2021-02-25T19:09:08.656" v="3558"/>
          <ac:spMkLst>
            <pc:docMk/>
            <pc:sldMk cId="494935761" sldId="2076137397"/>
            <ac:spMk id="5" creationId="{ED4176BB-A7CB-4E55-8A83-20F78EEE0FE8}"/>
          </ac:spMkLst>
        </pc:spChg>
        <pc:spChg chg="mod">
          <ac:chgData name="Amilcar Jose Rodriguez Barrios" userId="efa7753a-59bf-44f0-ad53-c3388f48cff0" providerId="ADAL" clId="{ECC100FD-023F-4E10-9A7E-BC0C9D78DF98}" dt="2021-02-25T19:09:08.656" v="3558"/>
          <ac:spMkLst>
            <pc:docMk/>
            <pc:sldMk cId="494935761" sldId="2076137397"/>
            <ac:spMk id="7" creationId="{0DBF23C9-A294-4A65-9D61-7044D090C57B}"/>
          </ac:spMkLst>
        </pc:spChg>
        <pc:spChg chg="mod">
          <ac:chgData name="Amilcar Jose Rodriguez Barrios" userId="efa7753a-59bf-44f0-ad53-c3388f48cff0" providerId="ADAL" clId="{ECC100FD-023F-4E10-9A7E-BC0C9D78DF98}" dt="2021-02-25T19:09:08.656" v="3558"/>
          <ac:spMkLst>
            <pc:docMk/>
            <pc:sldMk cId="494935761" sldId="2076137397"/>
            <ac:spMk id="10" creationId="{140EA508-3C89-49C2-A1C2-7B5F6FC8EEE6}"/>
          </ac:spMkLst>
        </pc:spChg>
        <pc:spChg chg="mod">
          <ac:chgData name="Amilcar Jose Rodriguez Barrios" userId="efa7753a-59bf-44f0-ad53-c3388f48cff0" providerId="ADAL" clId="{ECC100FD-023F-4E10-9A7E-BC0C9D78DF98}" dt="2021-02-25T19:09:08.656" v="3558"/>
          <ac:spMkLst>
            <pc:docMk/>
            <pc:sldMk cId="494935761" sldId="2076137397"/>
            <ac:spMk id="11" creationId="{F2B8CF24-FBBC-409E-B05D-59E0F1594A4D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2" creationId="{FCCD4F98-F405-498D-B865-9FBF7FDBD7CF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3" creationId="{BDB6805E-F288-4036-9EEC-DD5752C48A86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4" creationId="{523B822F-4444-4B97-B296-7061CECF0E8C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5" creationId="{B2777455-F977-48BD-BCD7-F9E834B72B55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6" creationId="{0D3EAAE3-961E-4B79-BAAC-238A3C846DDF}"/>
          </ac:spMkLst>
        </pc:spChg>
        <pc:spChg chg="add mod">
          <ac:chgData name="Amilcar Jose Rodriguez Barrios" userId="efa7753a-59bf-44f0-ad53-c3388f48cff0" providerId="ADAL" clId="{ECC100FD-023F-4E10-9A7E-BC0C9D78DF98}" dt="2021-02-25T19:55:45.119" v="3898" actId="1076"/>
          <ac:spMkLst>
            <pc:docMk/>
            <pc:sldMk cId="494935761" sldId="2076137397"/>
            <ac:spMk id="17" creationId="{8D9BA468-3C9C-4358-8EF9-30AF9F8DD913}"/>
          </ac:spMkLst>
        </pc:spChg>
        <pc:grpChg chg="add mod">
          <ac:chgData name="Amilcar Jose Rodriguez Barrios" userId="efa7753a-59bf-44f0-ad53-c3388f48cff0" providerId="ADAL" clId="{ECC100FD-023F-4E10-9A7E-BC0C9D78DF98}" dt="2021-02-25T19:09:08.656" v="3558"/>
          <ac:grpSpMkLst>
            <pc:docMk/>
            <pc:sldMk cId="494935761" sldId="2076137397"/>
            <ac:grpSpMk id="3" creationId="{BCD61FCA-6C47-463C-9E85-91C7F5713CF6}"/>
          </ac:grpSpMkLst>
        </pc:grpChg>
        <pc:grpChg chg="add mod">
          <ac:chgData name="Amilcar Jose Rodriguez Barrios" userId="efa7753a-59bf-44f0-ad53-c3388f48cff0" providerId="ADAL" clId="{ECC100FD-023F-4E10-9A7E-BC0C9D78DF98}" dt="2021-02-25T19:09:08.656" v="3558"/>
          <ac:grpSpMkLst>
            <pc:docMk/>
            <pc:sldMk cId="494935761" sldId="2076137397"/>
            <ac:grpSpMk id="6" creationId="{51DAD1E9-4FE8-44B5-841F-2FB8BD6380F5}"/>
          </ac:grpSpMkLst>
        </pc:grpChg>
        <pc:grpChg chg="add mod">
          <ac:chgData name="Amilcar Jose Rodriguez Barrios" userId="efa7753a-59bf-44f0-ad53-c3388f48cff0" providerId="ADAL" clId="{ECC100FD-023F-4E10-9A7E-BC0C9D78DF98}" dt="2021-02-25T19:09:08.656" v="3558"/>
          <ac:grpSpMkLst>
            <pc:docMk/>
            <pc:sldMk cId="494935761" sldId="2076137397"/>
            <ac:grpSpMk id="9" creationId="{E045CBB6-CBE5-4894-A5D5-A0C0E74ADD69}"/>
          </ac:grpSpMkLst>
        </pc:grpChg>
        <pc:picChg chg="mod">
          <ac:chgData name="Amilcar Jose Rodriguez Barrios" userId="efa7753a-59bf-44f0-ad53-c3388f48cff0" providerId="ADAL" clId="{ECC100FD-023F-4E10-9A7E-BC0C9D78DF98}" dt="2021-02-25T19:09:08.656" v="3558"/>
          <ac:picMkLst>
            <pc:docMk/>
            <pc:sldMk cId="494935761" sldId="2076137397"/>
            <ac:picMk id="8" creationId="{1C6207A9-B326-44D9-9FBE-0CCA709C0CBE}"/>
          </ac:picMkLst>
        </pc:picChg>
        <pc:cxnChg chg="mod">
          <ac:chgData name="Amilcar Jose Rodriguez Barrios" userId="efa7753a-59bf-44f0-ad53-c3388f48cff0" providerId="ADAL" clId="{ECC100FD-023F-4E10-9A7E-BC0C9D78DF98}" dt="2021-02-25T19:09:08.656" v="3558"/>
          <ac:cxnSpMkLst>
            <pc:docMk/>
            <pc:sldMk cId="494935761" sldId="2076137397"/>
            <ac:cxnSpMk id="4" creationId="{02A1222B-A205-4681-A4EB-883DD7AE51E7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2-25T19:50:26.309" v="3750" actId="20577"/>
        <pc:sldMkLst>
          <pc:docMk/>
          <pc:sldMk cId="908967593" sldId="2076137398"/>
        </pc:sldMkLst>
        <pc:spChg chg="mod">
          <ac:chgData name="Amilcar Jose Rodriguez Barrios" userId="efa7753a-59bf-44f0-ad53-c3388f48cff0" providerId="ADAL" clId="{ECC100FD-023F-4E10-9A7E-BC0C9D78DF98}" dt="2021-02-25T19:24:04.278" v="3697" actId="20577"/>
          <ac:spMkLst>
            <pc:docMk/>
            <pc:sldMk cId="908967593" sldId="2076137398"/>
            <ac:spMk id="12" creationId="{69A5F688-2263-4245-BCD8-D4517B68688E}"/>
          </ac:spMkLst>
        </pc:spChg>
        <pc:spChg chg="mod">
          <ac:chgData name="Amilcar Jose Rodriguez Barrios" userId="efa7753a-59bf-44f0-ad53-c3388f48cff0" providerId="ADAL" clId="{ECC100FD-023F-4E10-9A7E-BC0C9D78DF98}" dt="2021-02-25T19:10:45.022" v="3686" actId="1076"/>
          <ac:spMkLst>
            <pc:docMk/>
            <pc:sldMk cId="908967593" sldId="2076137398"/>
            <ac:spMk id="13" creationId="{BBEBFEED-0BC2-4769-90E3-D2F90B34CC21}"/>
          </ac:spMkLst>
        </pc:spChg>
        <pc:spChg chg="mod">
          <ac:chgData name="Amilcar Jose Rodriguez Barrios" userId="efa7753a-59bf-44f0-ad53-c3388f48cff0" providerId="ADAL" clId="{ECC100FD-023F-4E10-9A7E-BC0C9D78DF98}" dt="2021-02-25T19:10:43.772" v="3685" actId="1076"/>
          <ac:spMkLst>
            <pc:docMk/>
            <pc:sldMk cId="908967593" sldId="2076137398"/>
            <ac:spMk id="14" creationId="{2197D4C6-BDAB-414F-A7CD-B394F0CF8AD9}"/>
          </ac:spMkLst>
        </pc:spChg>
        <pc:spChg chg="mod">
          <ac:chgData name="Amilcar Jose Rodriguez Barrios" userId="efa7753a-59bf-44f0-ad53-c3388f48cff0" providerId="ADAL" clId="{ECC100FD-023F-4E10-9A7E-BC0C9D78DF98}" dt="2021-02-25T19:10:35.064" v="3682" actId="1076"/>
          <ac:spMkLst>
            <pc:docMk/>
            <pc:sldMk cId="908967593" sldId="2076137398"/>
            <ac:spMk id="15" creationId="{8BEE0849-4B83-4B1B-8356-E3264D46007C}"/>
          </ac:spMkLst>
        </pc:spChg>
        <pc:spChg chg="mod">
          <ac:chgData name="Amilcar Jose Rodriguez Barrios" userId="efa7753a-59bf-44f0-ad53-c3388f48cff0" providerId="ADAL" clId="{ECC100FD-023F-4E10-9A7E-BC0C9D78DF98}" dt="2021-02-25T19:50:26.309" v="3750" actId="20577"/>
          <ac:spMkLst>
            <pc:docMk/>
            <pc:sldMk cId="908967593" sldId="2076137398"/>
            <ac:spMk id="17" creationId="{0E8ECC17-0956-482C-8AF9-7A47705270EC}"/>
          </ac:spMkLst>
        </pc:spChg>
        <pc:spChg chg="mod">
          <ac:chgData name="Amilcar Jose Rodriguez Barrios" userId="efa7753a-59bf-44f0-ad53-c3388f48cff0" providerId="ADAL" clId="{ECC100FD-023F-4E10-9A7E-BC0C9D78DF98}" dt="2021-02-25T19:50:14.672" v="3710" actId="571"/>
          <ac:spMkLst>
            <pc:docMk/>
            <pc:sldMk cId="908967593" sldId="2076137398"/>
            <ac:spMk id="18" creationId="{E8B78858-FF89-4BFE-BD9F-31D721F12AEE}"/>
          </ac:spMkLst>
        </pc:spChg>
        <pc:spChg chg="mod">
          <ac:chgData name="Amilcar Jose Rodriguez Barrios" userId="efa7753a-59bf-44f0-ad53-c3388f48cff0" providerId="ADAL" clId="{ECC100FD-023F-4E10-9A7E-BC0C9D78DF98}" dt="2021-02-25T19:50:14.672" v="3710" actId="571"/>
          <ac:spMkLst>
            <pc:docMk/>
            <pc:sldMk cId="908967593" sldId="2076137398"/>
            <ac:spMk id="21" creationId="{AAD8F310-3346-4D39-B8DF-7A663533F4FD}"/>
          </ac:spMkLst>
        </pc:spChg>
        <pc:spChg chg="mod">
          <ac:chgData name="Amilcar Jose Rodriguez Barrios" userId="efa7753a-59bf-44f0-ad53-c3388f48cff0" providerId="ADAL" clId="{ECC100FD-023F-4E10-9A7E-BC0C9D78DF98}" dt="2021-02-25T19:50:14.672" v="3710" actId="571"/>
          <ac:spMkLst>
            <pc:docMk/>
            <pc:sldMk cId="908967593" sldId="2076137398"/>
            <ac:spMk id="22" creationId="{482EFB53-0286-474A-8A44-44E880988000}"/>
          </ac:spMkLst>
        </pc:spChg>
        <pc:grpChg chg="add mod">
          <ac:chgData name="Amilcar Jose Rodriguez Barrios" userId="efa7753a-59bf-44f0-ad53-c3388f48cff0" providerId="ADAL" clId="{ECC100FD-023F-4E10-9A7E-BC0C9D78DF98}" dt="2021-02-25T19:50:14.672" v="3710" actId="571"/>
          <ac:grpSpMkLst>
            <pc:docMk/>
            <pc:sldMk cId="908967593" sldId="2076137398"/>
            <ac:grpSpMk id="16" creationId="{B0FCB080-BEE5-49B7-AB81-6BB7E905E9F6}"/>
          </ac:grpSpMkLst>
        </pc:grpChg>
        <pc:grpChg chg="add mod">
          <ac:chgData name="Amilcar Jose Rodriguez Barrios" userId="efa7753a-59bf-44f0-ad53-c3388f48cff0" providerId="ADAL" clId="{ECC100FD-023F-4E10-9A7E-BC0C9D78DF98}" dt="2021-02-25T19:50:14.672" v="3710" actId="571"/>
          <ac:grpSpMkLst>
            <pc:docMk/>
            <pc:sldMk cId="908967593" sldId="2076137398"/>
            <ac:grpSpMk id="20" creationId="{40357508-EF74-403A-935D-D137B4C3ED5B}"/>
          </ac:grpSpMkLst>
        </pc:grpChg>
        <pc:picChg chg="mod">
          <ac:chgData name="Amilcar Jose Rodriguez Barrios" userId="efa7753a-59bf-44f0-ad53-c3388f48cff0" providerId="ADAL" clId="{ECC100FD-023F-4E10-9A7E-BC0C9D78DF98}" dt="2021-02-25T19:50:14.672" v="3710" actId="571"/>
          <ac:picMkLst>
            <pc:docMk/>
            <pc:sldMk cId="908967593" sldId="2076137398"/>
            <ac:picMk id="19" creationId="{A5FF2887-A2A0-4B3F-AC07-29A9928E547E}"/>
          </ac:picMkLst>
        </pc:picChg>
      </pc:sldChg>
      <pc:sldChg chg="new del">
        <pc:chgData name="Amilcar Jose Rodriguez Barrios" userId="efa7753a-59bf-44f0-ad53-c3388f48cff0" providerId="ADAL" clId="{ECC100FD-023F-4E10-9A7E-BC0C9D78DF98}" dt="2021-02-25T19:09:17.190" v="3560" actId="680"/>
        <pc:sldMkLst>
          <pc:docMk/>
          <pc:sldMk cId="928583836" sldId="2076137398"/>
        </pc:sldMkLst>
      </pc:sldChg>
      <pc:sldChg chg="modSp add mod">
        <pc:chgData name="Amilcar Jose Rodriguez Barrios" userId="efa7753a-59bf-44f0-ad53-c3388f48cff0" providerId="ADAL" clId="{ECC100FD-023F-4E10-9A7E-BC0C9D78DF98}" dt="2021-02-25T19:51:31.181" v="3804" actId="1076"/>
        <pc:sldMkLst>
          <pc:docMk/>
          <pc:sldMk cId="4184858394" sldId="2076137399"/>
        </pc:sldMkLst>
        <pc:spChg chg="mod">
          <ac:chgData name="Amilcar Jose Rodriguez Barrios" userId="efa7753a-59bf-44f0-ad53-c3388f48cff0" providerId="ADAL" clId="{ECC100FD-023F-4E10-9A7E-BC0C9D78DF98}" dt="2021-02-25T19:51:29.607" v="3803" actId="1076"/>
          <ac:spMkLst>
            <pc:docMk/>
            <pc:sldMk cId="4184858394" sldId="2076137399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ECC100FD-023F-4E10-9A7E-BC0C9D78DF98}" dt="2021-02-25T19:51:31.181" v="3804" actId="1076"/>
          <ac:spMkLst>
            <pc:docMk/>
            <pc:sldMk cId="4184858394" sldId="2076137399"/>
            <ac:spMk id="9" creationId="{E7731D0A-BED0-4C7D-80D9-145621B03A73}"/>
          </ac:spMkLst>
        </pc:spChg>
      </pc:sldChg>
      <pc:sldChg chg="addSp modSp add del mod">
        <pc:chgData name="Amilcar Jose Rodriguez Barrios" userId="efa7753a-59bf-44f0-ad53-c3388f48cff0" providerId="ADAL" clId="{ECC100FD-023F-4E10-9A7E-BC0C9D78DF98}" dt="2021-02-25T19:56:40.820" v="3907" actId="1076"/>
        <pc:sldMkLst>
          <pc:docMk/>
          <pc:sldMk cId="1193108779" sldId="2076137400"/>
        </pc:sldMkLst>
        <pc:spChg chg="add mod">
          <ac:chgData name="Amilcar Jose Rodriguez Barrios" userId="efa7753a-59bf-44f0-ad53-c3388f48cff0" providerId="ADAL" clId="{ECC100FD-023F-4E10-9A7E-BC0C9D78DF98}" dt="2021-02-25T19:56:40.820" v="3907" actId="1076"/>
          <ac:spMkLst>
            <pc:docMk/>
            <pc:sldMk cId="1193108779" sldId="2076137400"/>
            <ac:spMk id="12" creationId="{67DA4FFC-6D47-4B38-867C-439CE3654580}"/>
          </ac:spMkLst>
        </pc:spChg>
        <pc:spChg chg="add mod">
          <ac:chgData name="Amilcar Jose Rodriguez Barrios" userId="efa7753a-59bf-44f0-ad53-c3388f48cff0" providerId="ADAL" clId="{ECC100FD-023F-4E10-9A7E-BC0C9D78DF98}" dt="2021-02-25T19:56:38.858" v="3906" actId="1076"/>
          <ac:spMkLst>
            <pc:docMk/>
            <pc:sldMk cId="1193108779" sldId="2076137400"/>
            <ac:spMk id="13" creationId="{54525249-1517-4604-B025-3DA1866D7308}"/>
          </ac:spMkLst>
        </pc:spChg>
      </pc:sldChg>
      <pc:sldChg chg="addSp modSp add mod ord modAnim">
        <pc:chgData name="Amilcar Jose Rodriguez Barrios" userId="efa7753a-59bf-44f0-ad53-c3388f48cff0" providerId="ADAL" clId="{ECC100FD-023F-4E10-9A7E-BC0C9D78DF98}" dt="2021-02-25T19:53:10.179" v="3822" actId="108"/>
        <pc:sldMkLst>
          <pc:docMk/>
          <pc:sldMk cId="2257413808" sldId="2076137401"/>
        </pc:sldMkLst>
        <pc:spChg chg="add mod">
          <ac:chgData name="Amilcar Jose Rodriguez Barrios" userId="efa7753a-59bf-44f0-ad53-c3388f48cff0" providerId="ADAL" clId="{ECC100FD-023F-4E10-9A7E-BC0C9D78DF98}" dt="2021-02-25T19:53:10.179" v="3822" actId="108"/>
          <ac:spMkLst>
            <pc:docMk/>
            <pc:sldMk cId="2257413808" sldId="2076137401"/>
            <ac:spMk id="12" creationId="{F576AF0D-6CF2-4B64-AC11-ABD5B95C874E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14" creationId="{73BC22E8-3E88-433C-95E4-91968E3375D0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16" creationId="{CBC5F116-F9B2-43F4-A36B-D80F0A1950D7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17" creationId="{4ADACD14-F6B4-4BF0-9585-931652187F99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19" creationId="{F306E5C1-D5E4-4FD2-A6E8-FDE2B850BCF3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1" creationId="{E88E42D7-2106-4EDB-8A23-08654586FB39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2" creationId="{89EB7C8A-49D2-4526-90B1-C418820CA956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4" creationId="{416FE852-9D68-4E20-A57F-8B2B8618C8FE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6" creationId="{A6F0B47B-5D9D-4CAA-B6B6-77563F9F0CC1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7" creationId="{62068AAE-4953-4DE8-9AD4-BB21B1A597C0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9" creationId="{62B9FC27-E12F-4158-9C2B-E7289B602434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1" creationId="{127515F1-C616-464D-A567-5A6D38C5A115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2" creationId="{3E57E1BE-3283-4474-BA62-586AD4876B72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4" creationId="{FBE7E9B5-5411-43C4-B923-249F750ECFE6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6" creationId="{6D485712-81A5-449D-8747-3AC695C926C8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7" creationId="{35C01881-181F-47F5-BC74-1BDE5F7A193E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9" creationId="{6AD9F936-017A-494C-B6F8-9700291FEA7F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41" creationId="{0A5759D7-2ED6-4C79-B195-79D2FFA80154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42" creationId="{CB369B43-17B2-4E15-9EF0-1E5EFC5C903F}"/>
          </ac:spMkLst>
        </pc:s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13" creationId="{F8F3A246-909E-4F68-82EC-B94928374C83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18" creationId="{9FE9D20D-6E9A-480F-88BB-8208AEF9CBCD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23" creationId="{F1FE984A-EAED-4C0E-A8C5-B915CA58834C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28" creationId="{8ACA4BBE-68D5-4E0C-BC55-25F1DE17101E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33" creationId="{A495C518-FF5C-4F29-8BCD-B800983B9F87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38" creationId="{6D849E00-85E5-4364-9B9F-B75B6F3C4957}"/>
          </ac:grpSpMkLst>
        </pc:grp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15" creationId="{AD2D3499-8BA3-4C37-8AF2-D9C7AEC8383B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20" creationId="{4F8A3044-651F-4567-9656-3FBDC6BFC486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25" creationId="{841C5075-CD5A-4A89-8861-53604408F551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30" creationId="{8EECADAA-B6CB-4286-A571-E3146D821B17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35" creationId="{858004F1-7B09-4BA4-BC5C-60D47727DB6F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40" creationId="{AA0F7DBF-54CB-4070-BE6E-69B20050ACF3}"/>
          </ac:cxnSpMkLst>
        </pc:cxnChg>
      </pc:sldChg>
      <pc:sldChg chg="add">
        <pc:chgData name="Amilcar Jose Rodriguez Barrios" userId="efa7753a-59bf-44f0-ad53-c3388f48cff0" providerId="ADAL" clId="{ECC100FD-023F-4E10-9A7E-BC0C9D78DF98}" dt="2021-02-25T19:56:00.971" v="3899"/>
        <pc:sldMkLst>
          <pc:docMk/>
          <pc:sldMk cId="1895758364" sldId="2076137402"/>
        </pc:sldMkLst>
      </pc:sldChg>
      <pc:sldChg chg="addSp delSp modSp new mod">
        <pc:chgData name="Amilcar Jose Rodriguez Barrios" userId="efa7753a-59bf-44f0-ad53-c3388f48cff0" providerId="ADAL" clId="{ECC100FD-023F-4E10-9A7E-BC0C9D78DF98}" dt="2021-02-25T21:20:38.612" v="3918" actId="1076"/>
        <pc:sldMkLst>
          <pc:docMk/>
          <pc:sldMk cId="229412181" sldId="2076137403"/>
        </pc:sldMkLst>
        <pc:spChg chg="del">
          <ac:chgData name="Amilcar Jose Rodriguez Barrios" userId="efa7753a-59bf-44f0-ad53-c3388f48cff0" providerId="ADAL" clId="{ECC100FD-023F-4E10-9A7E-BC0C9D78DF98}" dt="2021-02-25T21:20:03.594" v="3909" actId="478"/>
          <ac:spMkLst>
            <pc:docMk/>
            <pc:sldMk cId="229412181" sldId="2076137403"/>
            <ac:spMk id="2" creationId="{FB2ADD36-1DEF-43FB-B31C-ACC0EED43DFD}"/>
          </ac:spMkLst>
        </pc:spChg>
        <pc:spChg chg="mod">
          <ac:chgData name="Amilcar Jose Rodriguez Barrios" userId="efa7753a-59bf-44f0-ad53-c3388f48cff0" providerId="ADAL" clId="{ECC100FD-023F-4E10-9A7E-BC0C9D78DF98}" dt="2021-02-25T21:20:08.104" v="3910"/>
          <ac:spMkLst>
            <pc:docMk/>
            <pc:sldMk cId="229412181" sldId="2076137403"/>
            <ac:spMk id="5" creationId="{0295772C-B0D4-4FFC-B24A-FB68032D9D3E}"/>
          </ac:spMkLst>
        </pc:spChg>
        <pc:spChg chg="mod">
          <ac:chgData name="Amilcar Jose Rodriguez Barrios" userId="efa7753a-59bf-44f0-ad53-c3388f48cff0" providerId="ADAL" clId="{ECC100FD-023F-4E10-9A7E-BC0C9D78DF98}" dt="2021-02-25T21:20:08.104" v="3910"/>
          <ac:spMkLst>
            <pc:docMk/>
            <pc:sldMk cId="229412181" sldId="2076137403"/>
            <ac:spMk id="7" creationId="{539A7282-D0E5-46C2-A755-B2CCB627B2DE}"/>
          </ac:spMkLst>
        </pc:spChg>
        <pc:spChg chg="mod">
          <ac:chgData name="Amilcar Jose Rodriguez Barrios" userId="efa7753a-59bf-44f0-ad53-c3388f48cff0" providerId="ADAL" clId="{ECC100FD-023F-4E10-9A7E-BC0C9D78DF98}" dt="2021-02-25T21:20:08.104" v="3910"/>
          <ac:spMkLst>
            <pc:docMk/>
            <pc:sldMk cId="229412181" sldId="2076137403"/>
            <ac:spMk id="10" creationId="{0F5A262F-0E9C-4D26-A3AD-1ACE92DBE6AD}"/>
          </ac:spMkLst>
        </pc:spChg>
        <pc:spChg chg="mod">
          <ac:chgData name="Amilcar Jose Rodriguez Barrios" userId="efa7753a-59bf-44f0-ad53-c3388f48cff0" providerId="ADAL" clId="{ECC100FD-023F-4E10-9A7E-BC0C9D78DF98}" dt="2021-02-25T21:20:08.104" v="3910"/>
          <ac:spMkLst>
            <pc:docMk/>
            <pc:sldMk cId="229412181" sldId="2076137403"/>
            <ac:spMk id="11" creationId="{7B5CB666-F6BF-429A-9925-6BED52D7D158}"/>
          </ac:spMkLst>
        </pc:spChg>
        <pc:spChg chg="add mod">
          <ac:chgData name="Amilcar Jose Rodriguez Barrios" userId="efa7753a-59bf-44f0-ad53-c3388f48cff0" providerId="ADAL" clId="{ECC100FD-023F-4E10-9A7E-BC0C9D78DF98}" dt="2021-02-25T21:20:38.612" v="3918" actId="1076"/>
          <ac:spMkLst>
            <pc:docMk/>
            <pc:sldMk cId="229412181" sldId="2076137403"/>
            <ac:spMk id="12" creationId="{5AB39560-A05E-42B5-A2E4-80ED69AC7F70}"/>
          </ac:spMkLst>
        </pc:spChg>
        <pc:spChg chg="add mod">
          <ac:chgData name="Amilcar Jose Rodriguez Barrios" userId="efa7753a-59bf-44f0-ad53-c3388f48cff0" providerId="ADAL" clId="{ECC100FD-023F-4E10-9A7E-BC0C9D78DF98}" dt="2021-02-25T21:20:32.321" v="3916" actId="1076"/>
          <ac:spMkLst>
            <pc:docMk/>
            <pc:sldMk cId="229412181" sldId="2076137403"/>
            <ac:spMk id="13" creationId="{BC451EAD-C6B0-42BE-96F7-3C1D3D034DD0}"/>
          </ac:spMkLst>
        </pc:spChg>
        <pc:grpChg chg="add mod">
          <ac:chgData name="Amilcar Jose Rodriguez Barrios" userId="efa7753a-59bf-44f0-ad53-c3388f48cff0" providerId="ADAL" clId="{ECC100FD-023F-4E10-9A7E-BC0C9D78DF98}" dt="2021-02-25T21:20:08.104" v="3910"/>
          <ac:grpSpMkLst>
            <pc:docMk/>
            <pc:sldMk cId="229412181" sldId="2076137403"/>
            <ac:grpSpMk id="3" creationId="{263837D4-2E6E-4DC7-B26E-0406E8A8BE42}"/>
          </ac:grpSpMkLst>
        </pc:grpChg>
        <pc:grpChg chg="add mod">
          <ac:chgData name="Amilcar Jose Rodriguez Barrios" userId="efa7753a-59bf-44f0-ad53-c3388f48cff0" providerId="ADAL" clId="{ECC100FD-023F-4E10-9A7E-BC0C9D78DF98}" dt="2021-02-25T21:20:08.104" v="3910"/>
          <ac:grpSpMkLst>
            <pc:docMk/>
            <pc:sldMk cId="229412181" sldId="2076137403"/>
            <ac:grpSpMk id="6" creationId="{422BDC79-A24A-47DE-9561-31E03E4C740E}"/>
          </ac:grpSpMkLst>
        </pc:grpChg>
        <pc:grpChg chg="add mod">
          <ac:chgData name="Amilcar Jose Rodriguez Barrios" userId="efa7753a-59bf-44f0-ad53-c3388f48cff0" providerId="ADAL" clId="{ECC100FD-023F-4E10-9A7E-BC0C9D78DF98}" dt="2021-02-25T21:20:08.104" v="3910"/>
          <ac:grpSpMkLst>
            <pc:docMk/>
            <pc:sldMk cId="229412181" sldId="2076137403"/>
            <ac:grpSpMk id="9" creationId="{6BE20003-C056-4414-AC10-5CC4000C501E}"/>
          </ac:grpSpMkLst>
        </pc:grpChg>
        <pc:picChg chg="mod">
          <ac:chgData name="Amilcar Jose Rodriguez Barrios" userId="efa7753a-59bf-44f0-ad53-c3388f48cff0" providerId="ADAL" clId="{ECC100FD-023F-4E10-9A7E-BC0C9D78DF98}" dt="2021-02-25T21:20:08.104" v="3910"/>
          <ac:picMkLst>
            <pc:docMk/>
            <pc:sldMk cId="229412181" sldId="2076137403"/>
            <ac:picMk id="8" creationId="{35F399FD-DC85-4C1B-8D69-643A97DFE014}"/>
          </ac:picMkLst>
        </pc:picChg>
        <pc:cxnChg chg="mod">
          <ac:chgData name="Amilcar Jose Rodriguez Barrios" userId="efa7753a-59bf-44f0-ad53-c3388f48cff0" providerId="ADAL" clId="{ECC100FD-023F-4E10-9A7E-BC0C9D78DF98}" dt="2021-02-25T21:20:08.104" v="3910"/>
          <ac:cxnSpMkLst>
            <pc:docMk/>
            <pc:sldMk cId="229412181" sldId="2076137403"/>
            <ac:cxnSpMk id="4" creationId="{90576537-1DF4-4AF8-9616-F2D2EAA75C3B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5T21:21:12.494" v="3928" actId="1076"/>
        <pc:sldMkLst>
          <pc:docMk/>
          <pc:sldMk cId="2930247344" sldId="2076137404"/>
        </pc:sldMkLst>
        <pc:spChg chg="del">
          <ac:chgData name="Amilcar Jose Rodriguez Barrios" userId="efa7753a-59bf-44f0-ad53-c3388f48cff0" providerId="ADAL" clId="{ECC100FD-023F-4E10-9A7E-BC0C9D78DF98}" dt="2021-02-25T21:20:47.624" v="3920" actId="478"/>
          <ac:spMkLst>
            <pc:docMk/>
            <pc:sldMk cId="2930247344" sldId="2076137404"/>
            <ac:spMk id="2" creationId="{5FF49548-D79B-4BE0-A624-A9519E8DB385}"/>
          </ac:spMkLst>
        </pc:spChg>
        <pc:spChg chg="add mod">
          <ac:chgData name="Amilcar Jose Rodriguez Barrios" userId="efa7753a-59bf-44f0-ad53-c3388f48cff0" providerId="ADAL" clId="{ECC100FD-023F-4E10-9A7E-BC0C9D78DF98}" dt="2021-02-25T21:21:12.494" v="3928" actId="1076"/>
          <ac:spMkLst>
            <pc:docMk/>
            <pc:sldMk cId="2930247344" sldId="2076137404"/>
            <ac:spMk id="3" creationId="{C9A27F01-2AF0-45B9-AF2F-E8992E815105}"/>
          </ac:spMkLst>
        </pc:spChg>
        <pc:spChg chg="add mod">
          <ac:chgData name="Amilcar Jose Rodriguez Barrios" userId="efa7753a-59bf-44f0-ad53-c3388f48cff0" providerId="ADAL" clId="{ECC100FD-023F-4E10-9A7E-BC0C9D78DF98}" dt="2021-02-25T21:21:09.381" v="3927" actId="1076"/>
          <ac:spMkLst>
            <pc:docMk/>
            <pc:sldMk cId="2930247344" sldId="2076137404"/>
            <ac:spMk id="4" creationId="{1DD9CE86-F5FC-4E0B-96B1-CA29C9002E6D}"/>
          </ac:spMkLst>
        </pc:spChg>
        <pc:spChg chg="mod">
          <ac:chgData name="Amilcar Jose Rodriguez Barrios" userId="efa7753a-59bf-44f0-ad53-c3388f48cff0" providerId="ADAL" clId="{ECC100FD-023F-4E10-9A7E-BC0C9D78DF98}" dt="2021-02-25T21:21:00.459" v="3923"/>
          <ac:spMkLst>
            <pc:docMk/>
            <pc:sldMk cId="2930247344" sldId="2076137404"/>
            <ac:spMk id="7" creationId="{6E94EDF3-DC12-4A96-A50F-50CE2F129893}"/>
          </ac:spMkLst>
        </pc:spChg>
        <pc:spChg chg="mod">
          <ac:chgData name="Amilcar Jose Rodriguez Barrios" userId="efa7753a-59bf-44f0-ad53-c3388f48cff0" providerId="ADAL" clId="{ECC100FD-023F-4E10-9A7E-BC0C9D78DF98}" dt="2021-02-25T21:21:00.459" v="3923"/>
          <ac:spMkLst>
            <pc:docMk/>
            <pc:sldMk cId="2930247344" sldId="2076137404"/>
            <ac:spMk id="9" creationId="{F8A659DF-0D6F-473A-99A0-D86AAFD07058}"/>
          </ac:spMkLst>
        </pc:spChg>
        <pc:spChg chg="mod">
          <ac:chgData name="Amilcar Jose Rodriguez Barrios" userId="efa7753a-59bf-44f0-ad53-c3388f48cff0" providerId="ADAL" clId="{ECC100FD-023F-4E10-9A7E-BC0C9D78DF98}" dt="2021-02-25T21:21:00.459" v="3923"/>
          <ac:spMkLst>
            <pc:docMk/>
            <pc:sldMk cId="2930247344" sldId="2076137404"/>
            <ac:spMk id="12" creationId="{0EEE9FAE-8F6D-4BAA-B000-3F34B5E3C1CF}"/>
          </ac:spMkLst>
        </pc:spChg>
        <pc:spChg chg="mod">
          <ac:chgData name="Amilcar Jose Rodriguez Barrios" userId="efa7753a-59bf-44f0-ad53-c3388f48cff0" providerId="ADAL" clId="{ECC100FD-023F-4E10-9A7E-BC0C9D78DF98}" dt="2021-02-25T21:21:00.459" v="3923"/>
          <ac:spMkLst>
            <pc:docMk/>
            <pc:sldMk cId="2930247344" sldId="2076137404"/>
            <ac:spMk id="13" creationId="{9CC7B641-1DB4-401E-BE89-4BB9202FAD9D}"/>
          </ac:spMkLst>
        </pc:spChg>
        <pc:grpChg chg="add mod">
          <ac:chgData name="Amilcar Jose Rodriguez Barrios" userId="efa7753a-59bf-44f0-ad53-c3388f48cff0" providerId="ADAL" clId="{ECC100FD-023F-4E10-9A7E-BC0C9D78DF98}" dt="2021-02-25T21:21:00.459" v="3923"/>
          <ac:grpSpMkLst>
            <pc:docMk/>
            <pc:sldMk cId="2930247344" sldId="2076137404"/>
            <ac:grpSpMk id="5" creationId="{5344EE78-9F00-479F-A7F6-7DF1EB05C250}"/>
          </ac:grpSpMkLst>
        </pc:grpChg>
        <pc:grpChg chg="add mod">
          <ac:chgData name="Amilcar Jose Rodriguez Barrios" userId="efa7753a-59bf-44f0-ad53-c3388f48cff0" providerId="ADAL" clId="{ECC100FD-023F-4E10-9A7E-BC0C9D78DF98}" dt="2021-02-25T21:21:00.459" v="3923"/>
          <ac:grpSpMkLst>
            <pc:docMk/>
            <pc:sldMk cId="2930247344" sldId="2076137404"/>
            <ac:grpSpMk id="8" creationId="{27714DDE-9E0B-436D-BD46-FE9C94D8BA88}"/>
          </ac:grpSpMkLst>
        </pc:grpChg>
        <pc:grpChg chg="add mod">
          <ac:chgData name="Amilcar Jose Rodriguez Barrios" userId="efa7753a-59bf-44f0-ad53-c3388f48cff0" providerId="ADAL" clId="{ECC100FD-023F-4E10-9A7E-BC0C9D78DF98}" dt="2021-02-25T21:21:00.459" v="3923"/>
          <ac:grpSpMkLst>
            <pc:docMk/>
            <pc:sldMk cId="2930247344" sldId="2076137404"/>
            <ac:grpSpMk id="11" creationId="{395BA3B2-4A9B-4F86-BFCE-863AD4204D58}"/>
          </ac:grpSpMkLst>
        </pc:grpChg>
        <pc:picChg chg="mod">
          <ac:chgData name="Amilcar Jose Rodriguez Barrios" userId="efa7753a-59bf-44f0-ad53-c3388f48cff0" providerId="ADAL" clId="{ECC100FD-023F-4E10-9A7E-BC0C9D78DF98}" dt="2021-02-25T21:21:00.459" v="3923"/>
          <ac:picMkLst>
            <pc:docMk/>
            <pc:sldMk cId="2930247344" sldId="2076137404"/>
            <ac:picMk id="10" creationId="{735CA81F-1C61-4F6D-81BC-2C42E265059B}"/>
          </ac:picMkLst>
        </pc:picChg>
        <pc:cxnChg chg="mod">
          <ac:chgData name="Amilcar Jose Rodriguez Barrios" userId="efa7753a-59bf-44f0-ad53-c3388f48cff0" providerId="ADAL" clId="{ECC100FD-023F-4E10-9A7E-BC0C9D78DF98}" dt="2021-02-25T21:21:00.459" v="3923"/>
          <ac:cxnSpMkLst>
            <pc:docMk/>
            <pc:sldMk cId="2930247344" sldId="2076137404"/>
            <ac:cxnSpMk id="6" creationId="{E7AC8F92-A6B3-497C-AEDD-1C143C2C8ECC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5T21:21:42.325" v="3939" actId="1076"/>
        <pc:sldMkLst>
          <pc:docMk/>
          <pc:sldMk cId="3516700349" sldId="2076137405"/>
        </pc:sldMkLst>
        <pc:spChg chg="del">
          <ac:chgData name="Amilcar Jose Rodriguez Barrios" userId="efa7753a-59bf-44f0-ad53-c3388f48cff0" providerId="ADAL" clId="{ECC100FD-023F-4E10-9A7E-BC0C9D78DF98}" dt="2021-02-25T21:21:19.981" v="3930" actId="478"/>
          <ac:spMkLst>
            <pc:docMk/>
            <pc:sldMk cId="3516700349" sldId="2076137405"/>
            <ac:spMk id="2" creationId="{C35C7605-9A9D-467F-80B4-5BE4689FAA1A}"/>
          </ac:spMkLst>
        </pc:spChg>
        <pc:spChg chg="add mod">
          <ac:chgData name="Amilcar Jose Rodriguez Barrios" userId="efa7753a-59bf-44f0-ad53-c3388f48cff0" providerId="ADAL" clId="{ECC100FD-023F-4E10-9A7E-BC0C9D78DF98}" dt="2021-02-25T21:21:29.051" v="3933" actId="1076"/>
          <ac:spMkLst>
            <pc:docMk/>
            <pc:sldMk cId="3516700349" sldId="2076137405"/>
            <ac:spMk id="3" creationId="{BA54160B-8B7B-420E-B5E6-D4C2B0300598}"/>
          </ac:spMkLst>
        </pc:spChg>
        <pc:spChg chg="add mod">
          <ac:chgData name="Amilcar Jose Rodriguez Barrios" userId="efa7753a-59bf-44f0-ad53-c3388f48cff0" providerId="ADAL" clId="{ECC100FD-023F-4E10-9A7E-BC0C9D78DF98}" dt="2021-02-25T21:21:42.325" v="3939" actId="1076"/>
          <ac:spMkLst>
            <pc:docMk/>
            <pc:sldMk cId="3516700349" sldId="2076137405"/>
            <ac:spMk id="4" creationId="{026A0185-7993-4470-BAE6-7644FA261D29}"/>
          </ac:spMkLst>
        </pc:spChg>
        <pc:spChg chg="mod">
          <ac:chgData name="Amilcar Jose Rodriguez Barrios" userId="efa7753a-59bf-44f0-ad53-c3388f48cff0" providerId="ADAL" clId="{ECC100FD-023F-4E10-9A7E-BC0C9D78DF98}" dt="2021-02-25T21:21:33.422" v="3934"/>
          <ac:spMkLst>
            <pc:docMk/>
            <pc:sldMk cId="3516700349" sldId="2076137405"/>
            <ac:spMk id="7" creationId="{D08C30B9-AF5A-4336-8416-1D50DBF9A6A5}"/>
          </ac:spMkLst>
        </pc:spChg>
        <pc:spChg chg="mod">
          <ac:chgData name="Amilcar Jose Rodriguez Barrios" userId="efa7753a-59bf-44f0-ad53-c3388f48cff0" providerId="ADAL" clId="{ECC100FD-023F-4E10-9A7E-BC0C9D78DF98}" dt="2021-02-25T21:21:33.422" v="3934"/>
          <ac:spMkLst>
            <pc:docMk/>
            <pc:sldMk cId="3516700349" sldId="2076137405"/>
            <ac:spMk id="9" creationId="{755FA88C-C120-4999-BFD3-8BC553BF2FA1}"/>
          </ac:spMkLst>
        </pc:spChg>
        <pc:spChg chg="mod">
          <ac:chgData name="Amilcar Jose Rodriguez Barrios" userId="efa7753a-59bf-44f0-ad53-c3388f48cff0" providerId="ADAL" clId="{ECC100FD-023F-4E10-9A7E-BC0C9D78DF98}" dt="2021-02-25T21:21:33.422" v="3934"/>
          <ac:spMkLst>
            <pc:docMk/>
            <pc:sldMk cId="3516700349" sldId="2076137405"/>
            <ac:spMk id="12" creationId="{8738173B-4778-4EBE-96E5-0E77D82FD3CA}"/>
          </ac:spMkLst>
        </pc:spChg>
        <pc:spChg chg="mod">
          <ac:chgData name="Amilcar Jose Rodriguez Barrios" userId="efa7753a-59bf-44f0-ad53-c3388f48cff0" providerId="ADAL" clId="{ECC100FD-023F-4E10-9A7E-BC0C9D78DF98}" dt="2021-02-25T21:21:33.422" v="3934"/>
          <ac:spMkLst>
            <pc:docMk/>
            <pc:sldMk cId="3516700349" sldId="2076137405"/>
            <ac:spMk id="13" creationId="{BFEE5ACF-601D-41C9-A1BB-F2D7203E0CFE}"/>
          </ac:spMkLst>
        </pc:spChg>
        <pc:grpChg chg="add mod">
          <ac:chgData name="Amilcar Jose Rodriguez Barrios" userId="efa7753a-59bf-44f0-ad53-c3388f48cff0" providerId="ADAL" clId="{ECC100FD-023F-4E10-9A7E-BC0C9D78DF98}" dt="2021-02-25T21:21:33.422" v="3934"/>
          <ac:grpSpMkLst>
            <pc:docMk/>
            <pc:sldMk cId="3516700349" sldId="2076137405"/>
            <ac:grpSpMk id="5" creationId="{7F6F3307-8CAE-48B7-829F-C66B6F122C43}"/>
          </ac:grpSpMkLst>
        </pc:grpChg>
        <pc:grpChg chg="add mod">
          <ac:chgData name="Amilcar Jose Rodriguez Barrios" userId="efa7753a-59bf-44f0-ad53-c3388f48cff0" providerId="ADAL" clId="{ECC100FD-023F-4E10-9A7E-BC0C9D78DF98}" dt="2021-02-25T21:21:33.422" v="3934"/>
          <ac:grpSpMkLst>
            <pc:docMk/>
            <pc:sldMk cId="3516700349" sldId="2076137405"/>
            <ac:grpSpMk id="8" creationId="{3B8B18AD-7BFE-4E2A-B28A-734F9724D198}"/>
          </ac:grpSpMkLst>
        </pc:grpChg>
        <pc:grpChg chg="add mod">
          <ac:chgData name="Amilcar Jose Rodriguez Barrios" userId="efa7753a-59bf-44f0-ad53-c3388f48cff0" providerId="ADAL" clId="{ECC100FD-023F-4E10-9A7E-BC0C9D78DF98}" dt="2021-02-25T21:21:33.422" v="3934"/>
          <ac:grpSpMkLst>
            <pc:docMk/>
            <pc:sldMk cId="3516700349" sldId="2076137405"/>
            <ac:grpSpMk id="11" creationId="{606F0F63-2B97-4A69-BE95-72C9BD66E104}"/>
          </ac:grpSpMkLst>
        </pc:grpChg>
        <pc:picChg chg="mod">
          <ac:chgData name="Amilcar Jose Rodriguez Barrios" userId="efa7753a-59bf-44f0-ad53-c3388f48cff0" providerId="ADAL" clId="{ECC100FD-023F-4E10-9A7E-BC0C9D78DF98}" dt="2021-02-25T21:21:33.422" v="3934"/>
          <ac:picMkLst>
            <pc:docMk/>
            <pc:sldMk cId="3516700349" sldId="2076137405"/>
            <ac:picMk id="10" creationId="{08CF80C4-17D3-416F-873E-5C659B4324DE}"/>
          </ac:picMkLst>
        </pc:picChg>
        <pc:cxnChg chg="mod">
          <ac:chgData name="Amilcar Jose Rodriguez Barrios" userId="efa7753a-59bf-44f0-ad53-c3388f48cff0" providerId="ADAL" clId="{ECC100FD-023F-4E10-9A7E-BC0C9D78DF98}" dt="2021-02-25T21:21:33.422" v="3934"/>
          <ac:cxnSpMkLst>
            <pc:docMk/>
            <pc:sldMk cId="3516700349" sldId="2076137405"/>
            <ac:cxnSpMk id="6" creationId="{70230C81-FEB4-4FFD-AF41-D7EC2AFFD4A5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1T11:46:19.685" v="4393" actId="20577"/>
        <pc:sldMkLst>
          <pc:docMk/>
          <pc:sldMk cId="1846813932" sldId="2076137406"/>
        </pc:sldMkLst>
        <pc:spChg chg="del">
          <ac:chgData name="Amilcar Jose Rodriguez Barrios" userId="efa7753a-59bf-44f0-ad53-c3388f48cff0" providerId="ADAL" clId="{ECC100FD-023F-4E10-9A7E-BC0C9D78DF98}" dt="2021-03-01T11:38:54.002" v="3958" actId="478"/>
          <ac:spMkLst>
            <pc:docMk/>
            <pc:sldMk cId="1846813932" sldId="2076137406"/>
            <ac:spMk id="2" creationId="{2C4DF8EA-504A-4167-861D-5EDDA7E9DE3C}"/>
          </ac:spMkLst>
        </pc:spChg>
        <pc:spChg chg="mod">
          <ac:chgData name="Amilcar Jose Rodriguez Barrios" userId="efa7753a-59bf-44f0-ad53-c3388f48cff0" providerId="ADAL" clId="{ECC100FD-023F-4E10-9A7E-BC0C9D78DF98}" dt="2021-03-01T11:38:52.179" v="3957"/>
          <ac:spMkLst>
            <pc:docMk/>
            <pc:sldMk cId="1846813932" sldId="2076137406"/>
            <ac:spMk id="5" creationId="{28D9A3A2-BE22-4297-B56C-C307D88F2317}"/>
          </ac:spMkLst>
        </pc:spChg>
        <pc:spChg chg="mod">
          <ac:chgData name="Amilcar Jose Rodriguez Barrios" userId="efa7753a-59bf-44f0-ad53-c3388f48cff0" providerId="ADAL" clId="{ECC100FD-023F-4E10-9A7E-BC0C9D78DF98}" dt="2021-03-01T11:38:52.179" v="3957"/>
          <ac:spMkLst>
            <pc:docMk/>
            <pc:sldMk cId="1846813932" sldId="2076137406"/>
            <ac:spMk id="7" creationId="{CDB2EBCB-9694-4CB5-8195-C2E4CE364304}"/>
          </ac:spMkLst>
        </pc:spChg>
        <pc:spChg chg="mod">
          <ac:chgData name="Amilcar Jose Rodriguez Barrios" userId="efa7753a-59bf-44f0-ad53-c3388f48cff0" providerId="ADAL" clId="{ECC100FD-023F-4E10-9A7E-BC0C9D78DF98}" dt="2021-03-01T11:38:52.179" v="3957"/>
          <ac:spMkLst>
            <pc:docMk/>
            <pc:sldMk cId="1846813932" sldId="2076137406"/>
            <ac:spMk id="10" creationId="{2D272A8F-707C-4B8C-A081-B8C5C66CAA54}"/>
          </ac:spMkLst>
        </pc:spChg>
        <pc:spChg chg="mod">
          <ac:chgData name="Amilcar Jose Rodriguez Barrios" userId="efa7753a-59bf-44f0-ad53-c3388f48cff0" providerId="ADAL" clId="{ECC100FD-023F-4E10-9A7E-BC0C9D78DF98}" dt="2021-03-01T11:46:19.685" v="4393" actId="20577"/>
          <ac:spMkLst>
            <pc:docMk/>
            <pc:sldMk cId="1846813932" sldId="2076137406"/>
            <ac:spMk id="11" creationId="{93CB4A46-B6C5-41AC-9386-C580E2348602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2" creationId="{A3CC0C6E-3B35-470B-8E85-989574388BC0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3" creationId="{5F214914-7084-4600-B907-856AD4D74FB1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4" creationId="{0D48B883-D7A8-4344-804A-1934EAB3CA85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5" creationId="{45EA9035-C1D2-4D7D-9C87-1CA0D9BF6051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6" creationId="{D3C1E9E5-461D-46D4-B03C-94038C37C42F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7" creationId="{2752E98F-D4BB-42B9-8486-4D55ACEE2D33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18" creationId="{1F169381-6D32-433A-B51A-4084ADDB91CD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19" creationId="{E40BCF56-AA5B-4BA1-B95A-0117E57F56E2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0" creationId="{964C196A-66A5-45B3-88B9-C66CA28D5449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1" creationId="{5CF5A2AB-6985-47CE-9E4F-4BCDB8F34827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2" creationId="{FD939D85-8125-4598-B759-B743E867BC57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3" creationId="{33BBA548-CF53-4691-A949-F3230D393476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24" creationId="{A84569DC-F656-4F97-8D16-963AFDF5A36F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5" creationId="{10B053D5-FAA4-4ADA-B29F-60EDFC9C8B48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6" creationId="{5FBA7073-081E-4063-AB87-341648C1E6D2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27" creationId="{8A318D34-FB86-4895-8C9F-96C4A03D7F03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8" creationId="{BE04EA3F-5B82-41F1-832B-ED5DB54F5F5D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9" creationId="{625FBF84-2336-4425-A64B-77DE4928AF67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30" creationId="{0EF4356A-2DAC-4594-A449-691847C7D0F9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1" creationId="{75BAD902-8DA0-42E0-B058-DAA6A8D78069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2" creationId="{25408551-697A-4C3F-AAB9-1EA5296EFDA9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33" creationId="{AC90CB1D-4B60-4B3D-8CBA-4D1FCD073628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4" creationId="{5551B2AE-746A-4177-8FB5-2F89A18DC068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5" creationId="{35BA31DB-A56E-42A9-90AC-8B3F62FE16CB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6" creationId="{185B5428-F56D-443A-A6A3-E867A97B1C2F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7" creationId="{136EE2FE-E0F3-4411-9987-5DF7D27E671B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8" creationId="{12996DC4-0D70-4C1E-A416-A0DBD249DEFB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9" creationId="{232BCC6C-CAD2-4A8B-8D9F-83806C7C44A7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40" creationId="{438FDFF8-CF01-47E3-839F-292BE5B98C5E}"/>
          </ac:spMkLst>
        </pc:spChg>
        <pc:grpChg chg="add mod">
          <ac:chgData name="Amilcar Jose Rodriguez Barrios" userId="efa7753a-59bf-44f0-ad53-c3388f48cff0" providerId="ADAL" clId="{ECC100FD-023F-4E10-9A7E-BC0C9D78DF98}" dt="2021-03-01T11:38:52.179" v="3957"/>
          <ac:grpSpMkLst>
            <pc:docMk/>
            <pc:sldMk cId="1846813932" sldId="2076137406"/>
            <ac:grpSpMk id="3" creationId="{2309748E-4674-4A0B-8F27-9513795E9F7C}"/>
          </ac:grpSpMkLst>
        </pc:grpChg>
        <pc:grpChg chg="add mod">
          <ac:chgData name="Amilcar Jose Rodriguez Barrios" userId="efa7753a-59bf-44f0-ad53-c3388f48cff0" providerId="ADAL" clId="{ECC100FD-023F-4E10-9A7E-BC0C9D78DF98}" dt="2021-03-01T11:38:52.179" v="3957"/>
          <ac:grpSpMkLst>
            <pc:docMk/>
            <pc:sldMk cId="1846813932" sldId="2076137406"/>
            <ac:grpSpMk id="6" creationId="{9610950F-DD02-4433-A60E-11414C63133E}"/>
          </ac:grpSpMkLst>
        </pc:grpChg>
        <pc:grpChg chg="add mod">
          <ac:chgData name="Amilcar Jose Rodriguez Barrios" userId="efa7753a-59bf-44f0-ad53-c3388f48cff0" providerId="ADAL" clId="{ECC100FD-023F-4E10-9A7E-BC0C9D78DF98}" dt="2021-03-01T11:38:52.179" v="3957"/>
          <ac:grpSpMkLst>
            <pc:docMk/>
            <pc:sldMk cId="1846813932" sldId="2076137406"/>
            <ac:grpSpMk id="9" creationId="{404CB99A-45C0-450A-979B-87A1D4022218}"/>
          </ac:grpSpMkLst>
        </pc:grpChg>
        <pc:picChg chg="mod">
          <ac:chgData name="Amilcar Jose Rodriguez Barrios" userId="efa7753a-59bf-44f0-ad53-c3388f48cff0" providerId="ADAL" clId="{ECC100FD-023F-4E10-9A7E-BC0C9D78DF98}" dt="2021-03-01T11:38:52.179" v="3957"/>
          <ac:picMkLst>
            <pc:docMk/>
            <pc:sldMk cId="1846813932" sldId="2076137406"/>
            <ac:picMk id="8" creationId="{EE7390AA-3A3E-49EB-A7BE-14BB8E61551B}"/>
          </ac:picMkLst>
        </pc:picChg>
        <pc:cxnChg chg="mod">
          <ac:chgData name="Amilcar Jose Rodriguez Barrios" userId="efa7753a-59bf-44f0-ad53-c3388f48cff0" providerId="ADAL" clId="{ECC100FD-023F-4E10-9A7E-BC0C9D78DF98}" dt="2021-03-01T11:38:52.179" v="3957"/>
          <ac:cxnSpMkLst>
            <pc:docMk/>
            <pc:sldMk cId="1846813932" sldId="2076137406"/>
            <ac:cxnSpMk id="4" creationId="{B7F85DEF-ED6E-4A0B-8AFF-510DBD481305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1T11:46:28.679" v="4397"/>
        <pc:sldMkLst>
          <pc:docMk/>
          <pc:sldMk cId="692879240" sldId="2076137407"/>
        </pc:sldMkLst>
        <pc:spChg chg="del">
          <ac:chgData name="Amilcar Jose Rodriguez Barrios" userId="efa7753a-59bf-44f0-ad53-c3388f48cff0" providerId="ADAL" clId="{ECC100FD-023F-4E10-9A7E-BC0C9D78DF98}" dt="2021-03-01T11:39:33.351" v="3993" actId="478"/>
          <ac:spMkLst>
            <pc:docMk/>
            <pc:sldMk cId="692879240" sldId="2076137407"/>
            <ac:spMk id="2" creationId="{BC53CCA3-5C6E-4FAC-9B13-FDE7ED85684F}"/>
          </ac:spMkLst>
        </pc:spChg>
        <pc:spChg chg="mod">
          <ac:chgData name="Amilcar Jose Rodriguez Barrios" userId="efa7753a-59bf-44f0-ad53-c3388f48cff0" providerId="ADAL" clId="{ECC100FD-023F-4E10-9A7E-BC0C9D78DF98}" dt="2021-03-01T11:39:37.359" v="3994"/>
          <ac:spMkLst>
            <pc:docMk/>
            <pc:sldMk cId="692879240" sldId="2076137407"/>
            <ac:spMk id="5" creationId="{05A04CD8-02FD-49A8-A000-5A25BE1AEDDF}"/>
          </ac:spMkLst>
        </pc:spChg>
        <pc:spChg chg="mod">
          <ac:chgData name="Amilcar Jose Rodriguez Barrios" userId="efa7753a-59bf-44f0-ad53-c3388f48cff0" providerId="ADAL" clId="{ECC100FD-023F-4E10-9A7E-BC0C9D78DF98}" dt="2021-03-01T11:39:37.359" v="3994"/>
          <ac:spMkLst>
            <pc:docMk/>
            <pc:sldMk cId="692879240" sldId="2076137407"/>
            <ac:spMk id="7" creationId="{7B5A7CBE-FCAF-40B4-8435-7D53899FC532}"/>
          </ac:spMkLst>
        </pc:spChg>
        <pc:spChg chg="mod">
          <ac:chgData name="Amilcar Jose Rodriguez Barrios" userId="efa7753a-59bf-44f0-ad53-c3388f48cff0" providerId="ADAL" clId="{ECC100FD-023F-4E10-9A7E-BC0C9D78DF98}" dt="2021-03-01T11:39:37.359" v="3994"/>
          <ac:spMkLst>
            <pc:docMk/>
            <pc:sldMk cId="692879240" sldId="2076137407"/>
            <ac:spMk id="10" creationId="{11BB15CE-74F3-4CC0-9BB3-C7E5CCDE83E2}"/>
          </ac:spMkLst>
        </pc:spChg>
        <pc:spChg chg="mod">
          <ac:chgData name="Amilcar Jose Rodriguez Barrios" userId="efa7753a-59bf-44f0-ad53-c3388f48cff0" providerId="ADAL" clId="{ECC100FD-023F-4E10-9A7E-BC0C9D78DF98}" dt="2021-03-01T11:39:37.359" v="3994"/>
          <ac:spMkLst>
            <pc:docMk/>
            <pc:sldMk cId="692879240" sldId="2076137407"/>
            <ac:spMk id="11" creationId="{2FABFB39-0374-4620-8F94-FB28A137CA61}"/>
          </ac:spMkLst>
        </pc:spChg>
        <pc:spChg chg="mod">
          <ac:chgData name="Amilcar Jose Rodriguez Barrios" userId="efa7753a-59bf-44f0-ad53-c3388f48cff0" providerId="ADAL" clId="{ECC100FD-023F-4E10-9A7E-BC0C9D78DF98}" dt="2021-03-01T11:46:28.679" v="4397"/>
          <ac:spMkLst>
            <pc:docMk/>
            <pc:sldMk cId="692879240" sldId="2076137407"/>
            <ac:spMk id="14" creationId="{4A5A0E5D-C194-465B-95A2-31BF438054B5}"/>
          </ac:spMkLst>
        </pc:spChg>
        <pc:spChg chg="mod">
          <ac:chgData name="Amilcar Jose Rodriguez Barrios" userId="efa7753a-59bf-44f0-ad53-c3388f48cff0" providerId="ADAL" clId="{ECC100FD-023F-4E10-9A7E-BC0C9D78DF98}" dt="2021-03-01T11:46:28.679" v="4397"/>
          <ac:spMkLst>
            <pc:docMk/>
            <pc:sldMk cId="692879240" sldId="2076137407"/>
            <ac:spMk id="15" creationId="{F45B4279-4869-4B81-A3BC-30DAD70E12C0}"/>
          </ac:spMkLst>
        </pc:spChg>
        <pc:grpChg chg="add mod">
          <ac:chgData name="Amilcar Jose Rodriguez Barrios" userId="efa7753a-59bf-44f0-ad53-c3388f48cff0" providerId="ADAL" clId="{ECC100FD-023F-4E10-9A7E-BC0C9D78DF98}" dt="2021-03-01T11:39:37.359" v="3994"/>
          <ac:grpSpMkLst>
            <pc:docMk/>
            <pc:sldMk cId="692879240" sldId="2076137407"/>
            <ac:grpSpMk id="3" creationId="{A2B79854-C6D0-4CED-8B3D-9A093DA29689}"/>
          </ac:grpSpMkLst>
        </pc:grpChg>
        <pc:grpChg chg="add mod">
          <ac:chgData name="Amilcar Jose Rodriguez Barrios" userId="efa7753a-59bf-44f0-ad53-c3388f48cff0" providerId="ADAL" clId="{ECC100FD-023F-4E10-9A7E-BC0C9D78DF98}" dt="2021-03-01T11:39:37.359" v="3994"/>
          <ac:grpSpMkLst>
            <pc:docMk/>
            <pc:sldMk cId="692879240" sldId="2076137407"/>
            <ac:grpSpMk id="6" creationId="{6E601F4A-54A0-4847-92D4-1CD00E972B11}"/>
          </ac:grpSpMkLst>
        </pc:grpChg>
        <pc:grpChg chg="add del mod">
          <ac:chgData name="Amilcar Jose Rodriguez Barrios" userId="efa7753a-59bf-44f0-ad53-c3388f48cff0" providerId="ADAL" clId="{ECC100FD-023F-4E10-9A7E-BC0C9D78DF98}" dt="2021-03-01T11:46:28.400" v="4396" actId="478"/>
          <ac:grpSpMkLst>
            <pc:docMk/>
            <pc:sldMk cId="692879240" sldId="2076137407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28.679" v="4397"/>
          <ac:grpSpMkLst>
            <pc:docMk/>
            <pc:sldMk cId="692879240" sldId="2076137407"/>
            <ac:grpSpMk id="13" creationId="{2344BE62-2559-4524-BBB2-ADDC765D85B1}"/>
          </ac:grpSpMkLst>
        </pc:grpChg>
        <pc:graphicFrameChg chg="add mod modGraphic">
          <ac:chgData name="Amilcar Jose Rodriguez Barrios" userId="efa7753a-59bf-44f0-ad53-c3388f48cff0" providerId="ADAL" clId="{ECC100FD-023F-4E10-9A7E-BC0C9D78DF98}" dt="2021-03-01T11:41:42.668" v="4151" actId="1076"/>
          <ac:graphicFrameMkLst>
            <pc:docMk/>
            <pc:sldMk cId="692879240" sldId="2076137407"/>
            <ac:graphicFrameMk id="12" creationId="{6D423B83-2B92-478B-A178-2C640C2F4024}"/>
          </ac:graphicFrameMkLst>
        </pc:graphicFrameChg>
        <pc:picChg chg="mod">
          <ac:chgData name="Amilcar Jose Rodriguez Barrios" userId="efa7753a-59bf-44f0-ad53-c3388f48cff0" providerId="ADAL" clId="{ECC100FD-023F-4E10-9A7E-BC0C9D78DF98}" dt="2021-03-01T11:39:37.359" v="3994"/>
          <ac:picMkLst>
            <pc:docMk/>
            <pc:sldMk cId="692879240" sldId="2076137407"/>
            <ac:picMk id="8" creationId="{71211A86-6F30-40CE-B445-AD352A617080}"/>
          </ac:picMkLst>
        </pc:picChg>
        <pc:cxnChg chg="mod">
          <ac:chgData name="Amilcar Jose Rodriguez Barrios" userId="efa7753a-59bf-44f0-ad53-c3388f48cff0" providerId="ADAL" clId="{ECC100FD-023F-4E10-9A7E-BC0C9D78DF98}" dt="2021-03-01T11:39:37.359" v="3994"/>
          <ac:cxnSpMkLst>
            <pc:docMk/>
            <pc:sldMk cId="692879240" sldId="2076137407"/>
            <ac:cxnSpMk id="4" creationId="{E452CB1B-642D-41E4-A70B-26A5B7F8375C}"/>
          </ac:cxnSpMkLst>
        </pc:cxnChg>
      </pc:sldChg>
      <pc:sldChg chg="addSp delSp modSp add mod ord">
        <pc:chgData name="Amilcar Jose Rodriguez Barrios" userId="efa7753a-59bf-44f0-ad53-c3388f48cff0" providerId="ADAL" clId="{ECC100FD-023F-4E10-9A7E-BC0C9D78DF98}" dt="2021-03-04T18:18:55.341" v="5395"/>
        <pc:sldMkLst>
          <pc:docMk/>
          <pc:sldMk cId="175391101" sldId="2076137408"/>
        </pc:sldMkLst>
        <pc:spChg chg="add mod">
          <ac:chgData name="Amilcar Jose Rodriguez Barrios" userId="efa7753a-59bf-44f0-ad53-c3388f48cff0" providerId="ADAL" clId="{ECC100FD-023F-4E10-9A7E-BC0C9D78DF98}" dt="2021-03-01T11:43:35.386" v="4242" actId="1076"/>
          <ac:spMkLst>
            <pc:docMk/>
            <pc:sldMk cId="175391101" sldId="2076137408"/>
            <ac:spMk id="12" creationId="{EBAC49A4-795D-4CC6-9F9F-BFE22492647B}"/>
          </ac:spMkLst>
        </pc:spChg>
        <pc:spChg chg="mod">
          <ac:chgData name="Amilcar Jose Rodriguez Barrios" userId="efa7753a-59bf-44f0-ad53-c3388f48cff0" providerId="ADAL" clId="{ECC100FD-023F-4E10-9A7E-BC0C9D78DF98}" dt="2021-03-01T11:46:34.989" v="4401"/>
          <ac:spMkLst>
            <pc:docMk/>
            <pc:sldMk cId="175391101" sldId="2076137408"/>
            <ac:spMk id="15" creationId="{5CB8F37C-7313-4BC3-8C32-826CF26C732B}"/>
          </ac:spMkLst>
        </pc:spChg>
        <pc:spChg chg="mod">
          <ac:chgData name="Amilcar Jose Rodriguez Barrios" userId="efa7753a-59bf-44f0-ad53-c3388f48cff0" providerId="ADAL" clId="{ECC100FD-023F-4E10-9A7E-BC0C9D78DF98}" dt="2021-03-01T11:46:34.989" v="4401"/>
          <ac:spMkLst>
            <pc:docMk/>
            <pc:sldMk cId="175391101" sldId="2076137408"/>
            <ac:spMk id="16" creationId="{D4DB1D36-A6A7-4F11-A676-578A5F1C905F}"/>
          </ac:spMkLst>
        </pc:spChg>
        <pc:grpChg chg="del">
          <ac:chgData name="Amilcar Jose Rodriguez Barrios" userId="efa7753a-59bf-44f0-ad53-c3388f48cff0" providerId="ADAL" clId="{ECC100FD-023F-4E10-9A7E-BC0C9D78DF98}" dt="2021-03-01T11:46:34.788" v="4400" actId="478"/>
          <ac:grpSpMkLst>
            <pc:docMk/>
            <pc:sldMk cId="175391101" sldId="2076137408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34.989" v="4401"/>
          <ac:grpSpMkLst>
            <pc:docMk/>
            <pc:sldMk cId="175391101" sldId="2076137408"/>
            <ac:grpSpMk id="14" creationId="{B3909CAE-ED33-4143-B0D7-D414CC4F5F9E}"/>
          </ac:grpSpMkLst>
        </pc:grpChg>
        <pc:picChg chg="add mod">
          <ac:chgData name="Amilcar Jose Rodriguez Barrios" userId="efa7753a-59bf-44f0-ad53-c3388f48cff0" providerId="ADAL" clId="{ECC100FD-023F-4E10-9A7E-BC0C9D78DF98}" dt="2021-03-01T11:42:26.625" v="4180" actId="1038"/>
          <ac:picMkLst>
            <pc:docMk/>
            <pc:sldMk cId="175391101" sldId="2076137408"/>
            <ac:picMk id="13" creationId="{D76EB550-0BF4-492D-B780-471A8DC67083}"/>
          </ac:picMkLst>
        </pc:picChg>
      </pc:sldChg>
      <pc:sldChg chg="addSp delSp modSp add mod ord modAnim">
        <pc:chgData name="Amilcar Jose Rodriguez Barrios" userId="efa7753a-59bf-44f0-ad53-c3388f48cff0" providerId="ADAL" clId="{ECC100FD-023F-4E10-9A7E-BC0C9D78DF98}" dt="2021-03-01T11:46:31.597" v="4399"/>
        <pc:sldMkLst>
          <pc:docMk/>
          <pc:sldMk cId="1424515548" sldId="2076137409"/>
        </pc:sldMkLst>
        <pc:spChg chg="add mod">
          <ac:chgData name="Amilcar Jose Rodriguez Barrios" userId="efa7753a-59bf-44f0-ad53-c3388f48cff0" providerId="ADAL" clId="{ECC100FD-023F-4E10-9A7E-BC0C9D78DF98}" dt="2021-03-01T11:45:34.078" v="4321" actId="1076"/>
          <ac:spMkLst>
            <pc:docMk/>
            <pc:sldMk cId="1424515548" sldId="2076137409"/>
            <ac:spMk id="12" creationId="{C4305837-C7EE-4E62-9620-26F8AF25D15A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3" creationId="{490E2A0B-42F9-411D-9C90-E3C1F5A5CB0B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4" creationId="{12324627-A6AE-4EE6-AAA8-0273BB3558FC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6" creationId="{8B677659-D8C3-4C41-937F-807F029406C2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7" creationId="{990149EA-34B6-4A56-BA81-9415C09B5337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8" creationId="{BE80FE5A-31B9-4EFB-A5D1-995BE3756CCD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0" creationId="{8FF26A96-C007-4CB7-9355-378D7C45B880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1" creationId="{44D95BEB-7EAF-47F4-A71A-00100F8FB55F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3" creationId="{CB4DD0E1-50A1-43B8-ACF0-F53E9EDD5E05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4" creationId="{AA9D373E-5C54-45CE-8FC2-95613A21EF04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5" creationId="{A61CBDE1-30F2-4FC3-89F1-5411494299AA}"/>
          </ac:spMkLst>
        </pc:spChg>
        <pc:spChg chg="mod">
          <ac:chgData name="Amilcar Jose Rodriguez Barrios" userId="efa7753a-59bf-44f0-ad53-c3388f48cff0" providerId="ADAL" clId="{ECC100FD-023F-4E10-9A7E-BC0C9D78DF98}" dt="2021-03-01T11:46:31.597" v="4399"/>
          <ac:spMkLst>
            <pc:docMk/>
            <pc:sldMk cId="1424515548" sldId="2076137409"/>
            <ac:spMk id="27" creationId="{6C2149C1-5707-462D-B9D0-C6C5D1CB911A}"/>
          </ac:spMkLst>
        </pc:spChg>
        <pc:spChg chg="mod">
          <ac:chgData name="Amilcar Jose Rodriguez Barrios" userId="efa7753a-59bf-44f0-ad53-c3388f48cff0" providerId="ADAL" clId="{ECC100FD-023F-4E10-9A7E-BC0C9D78DF98}" dt="2021-03-01T11:46:31.597" v="4399"/>
          <ac:spMkLst>
            <pc:docMk/>
            <pc:sldMk cId="1424515548" sldId="2076137409"/>
            <ac:spMk id="28" creationId="{1820C009-D530-4280-93EE-5C29B6A463A6}"/>
          </ac:spMkLst>
        </pc:spChg>
        <pc:grpChg chg="del">
          <ac:chgData name="Amilcar Jose Rodriguez Barrios" userId="efa7753a-59bf-44f0-ad53-c3388f48cff0" providerId="ADAL" clId="{ECC100FD-023F-4E10-9A7E-BC0C9D78DF98}" dt="2021-03-01T11:46:31.399" v="4398" actId="478"/>
          <ac:grpSpMkLst>
            <pc:docMk/>
            <pc:sldMk cId="1424515548" sldId="2076137409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31.597" v="4399"/>
          <ac:grpSpMkLst>
            <pc:docMk/>
            <pc:sldMk cId="1424515548" sldId="2076137409"/>
            <ac:grpSpMk id="26" creationId="{F76F37DB-C284-41BF-9E9F-25E5F644F267}"/>
          </ac:grpSpMkLst>
        </pc:grpChg>
        <pc:cxnChg chg="add mod">
          <ac:chgData name="Amilcar Jose Rodriguez Barrios" userId="efa7753a-59bf-44f0-ad53-c3388f48cff0" providerId="ADAL" clId="{ECC100FD-023F-4E10-9A7E-BC0C9D78DF98}" dt="2021-03-01T11:45:28.847" v="4319" actId="1038"/>
          <ac:cxnSpMkLst>
            <pc:docMk/>
            <pc:sldMk cId="1424515548" sldId="2076137409"/>
            <ac:cxnSpMk id="15" creationId="{6CC1D863-A11A-409E-A322-36089212F306}"/>
          </ac:cxnSpMkLst>
        </pc:cxnChg>
        <pc:cxnChg chg="add mod">
          <ac:chgData name="Amilcar Jose Rodriguez Barrios" userId="efa7753a-59bf-44f0-ad53-c3388f48cff0" providerId="ADAL" clId="{ECC100FD-023F-4E10-9A7E-BC0C9D78DF98}" dt="2021-03-01T11:45:28.847" v="4319" actId="1038"/>
          <ac:cxnSpMkLst>
            <pc:docMk/>
            <pc:sldMk cId="1424515548" sldId="2076137409"/>
            <ac:cxnSpMk id="19" creationId="{DA0A99A8-371D-422F-B166-3203FAEEC1EB}"/>
          </ac:cxnSpMkLst>
        </pc:cxnChg>
        <pc:cxnChg chg="add mod">
          <ac:chgData name="Amilcar Jose Rodriguez Barrios" userId="efa7753a-59bf-44f0-ad53-c3388f48cff0" providerId="ADAL" clId="{ECC100FD-023F-4E10-9A7E-BC0C9D78DF98}" dt="2021-03-01T11:45:28.847" v="4319" actId="1038"/>
          <ac:cxnSpMkLst>
            <pc:docMk/>
            <pc:sldMk cId="1424515548" sldId="2076137409"/>
            <ac:cxnSpMk id="22" creationId="{0E34CCE0-F1C1-44F2-A4D1-F45067213FE2}"/>
          </ac:cxnSpMkLst>
        </pc:cxnChg>
      </pc:sldChg>
      <pc:sldChg chg="addSp delSp modSp add mod modAnim">
        <pc:chgData name="Amilcar Jose Rodriguez Barrios" userId="efa7753a-59bf-44f0-ad53-c3388f48cff0" providerId="ADAL" clId="{ECC100FD-023F-4E10-9A7E-BC0C9D78DF98}" dt="2021-03-03T14:14:36.623" v="5386" actId="14100"/>
        <pc:sldMkLst>
          <pc:docMk/>
          <pc:sldMk cId="4271189182" sldId="2076137410"/>
        </pc:sldMkLst>
        <pc:spChg chg="add mod">
          <ac:chgData name="Amilcar Jose Rodriguez Barrios" userId="efa7753a-59bf-44f0-ad53-c3388f48cff0" providerId="ADAL" clId="{ECC100FD-023F-4E10-9A7E-BC0C9D78DF98}" dt="2021-03-03T14:14:34.093" v="5385" actId="1035"/>
          <ac:spMkLst>
            <pc:docMk/>
            <pc:sldMk cId="4271189182" sldId="2076137410"/>
            <ac:spMk id="12" creationId="{27924BAF-50CB-43C4-9A4F-B5703A7D440A}"/>
          </ac:spMkLst>
        </pc:spChg>
        <pc:spChg chg="add mod">
          <ac:chgData name="Amilcar Jose Rodriguez Barrios" userId="efa7753a-59bf-44f0-ad53-c3388f48cff0" providerId="ADAL" clId="{ECC100FD-023F-4E10-9A7E-BC0C9D78DF98}" dt="2021-03-03T14:14:36.623" v="5386" actId="14100"/>
          <ac:spMkLst>
            <pc:docMk/>
            <pc:sldMk cId="4271189182" sldId="2076137410"/>
            <ac:spMk id="13" creationId="{80124232-9663-47EC-81BF-DD5D694A1186}"/>
          </ac:spMkLst>
        </pc:spChg>
        <pc:spChg chg="add del mod">
          <ac:chgData name="Amilcar Jose Rodriguez Barrios" userId="efa7753a-59bf-44f0-ad53-c3388f48cff0" providerId="ADAL" clId="{ECC100FD-023F-4E10-9A7E-BC0C9D78DF98}" dt="2021-03-03T14:14:29.690" v="5370" actId="478"/>
          <ac:spMkLst>
            <pc:docMk/>
            <pc:sldMk cId="4271189182" sldId="2076137410"/>
            <ac:spMk id="14" creationId="{EED95D88-33AE-47CA-9DC9-AA5145647FED}"/>
          </ac:spMkLst>
        </pc:spChg>
        <pc:spChg chg="mod">
          <ac:chgData name="Amilcar Jose Rodriguez Barrios" userId="efa7753a-59bf-44f0-ad53-c3388f48cff0" providerId="ADAL" clId="{ECC100FD-023F-4E10-9A7E-BC0C9D78DF98}" dt="2021-03-01T11:46:44.703" v="4407"/>
          <ac:spMkLst>
            <pc:docMk/>
            <pc:sldMk cId="4271189182" sldId="2076137410"/>
            <ac:spMk id="16" creationId="{E0A872B4-2029-44D5-B025-8DC38F47A3FB}"/>
          </ac:spMkLst>
        </pc:spChg>
        <pc:spChg chg="mod">
          <ac:chgData name="Amilcar Jose Rodriguez Barrios" userId="efa7753a-59bf-44f0-ad53-c3388f48cff0" providerId="ADAL" clId="{ECC100FD-023F-4E10-9A7E-BC0C9D78DF98}" dt="2021-03-01T11:46:44.703" v="4407"/>
          <ac:spMkLst>
            <pc:docMk/>
            <pc:sldMk cId="4271189182" sldId="2076137410"/>
            <ac:spMk id="17" creationId="{89510ABB-59F9-4135-879D-8D48188F4625}"/>
          </ac:spMkLst>
        </pc:spChg>
        <pc:grpChg chg="del">
          <ac:chgData name="Amilcar Jose Rodriguez Barrios" userId="efa7753a-59bf-44f0-ad53-c3388f48cff0" providerId="ADAL" clId="{ECC100FD-023F-4E10-9A7E-BC0C9D78DF98}" dt="2021-03-01T11:46:44.466" v="4406" actId="478"/>
          <ac:grpSpMkLst>
            <pc:docMk/>
            <pc:sldMk cId="4271189182" sldId="2076137410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44.703" v="4407"/>
          <ac:grpSpMkLst>
            <pc:docMk/>
            <pc:sldMk cId="4271189182" sldId="2076137410"/>
            <ac:grpSpMk id="15" creationId="{9C54AB1F-864A-416A-8A26-1952FBD07348}"/>
          </ac:grpSpMkLst>
        </pc:grpChg>
      </pc:sldChg>
      <pc:sldChg chg="addSp modSp add mod ord">
        <pc:chgData name="Amilcar Jose Rodriguez Barrios" userId="efa7753a-59bf-44f0-ad53-c3388f48cff0" providerId="ADAL" clId="{ECC100FD-023F-4E10-9A7E-BC0C9D78DF98}" dt="2021-03-01T11:51:05.756" v="4450" actId="207"/>
        <pc:sldMkLst>
          <pc:docMk/>
          <pc:sldMk cId="3424116728" sldId="2076137411"/>
        </pc:sldMkLst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2" creationId="{704FD4B7-A25F-45E0-8E55-6B6D66CDEF97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3" creationId="{540EBEB1-E249-44F9-8D40-C57C1CFFFD23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4" creationId="{B83A0CB9-EC88-4043-AAFA-771D1CDC644E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15" creationId="{DE38E293-7CA5-48BF-AF5E-6C9302200208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16" creationId="{96890E68-39F4-46E1-956F-79E887A6EBE5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7" creationId="{DDDE87DE-5C56-4619-882B-2AF0795ADC47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8" creationId="{438BFDA5-DB43-4158-8DD1-F618F91CDC6C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9" creationId="{78FAB126-148F-44CB-8C96-CE748CA6B28E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0" creationId="{CA6AF3DF-F280-40D3-9EA1-352E2B7AF552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21" creationId="{D7D5ED63-3D2B-4754-834B-91DCA0284F10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2" creationId="{71B700A7-5AF6-4963-B702-63A7C7BE9273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3" creationId="{59515143-949A-41AB-A1F7-F2802D57337F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4" creationId="{B707E2E5-34C2-49E5-A592-234D7181742F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5" creationId="{2B7C525F-88E0-4A90-8CA1-3006F117E158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6" creationId="{BC922243-8903-4898-9D19-52B76BEA7525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7" creationId="{168FEFC3-F418-4DE7-934C-6214FE2A414B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8" creationId="{3578D75C-67F2-4C55-838B-27CAC7F9B376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29" creationId="{177198D9-7045-49F3-A9FC-B0403DE82A91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0" creationId="{D83C49AB-F70B-4076-8CAE-F2D23BA6679F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1" creationId="{F22EFD36-5D77-49FB-A503-FE1889E53C45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32" creationId="{382C4202-84BA-4359-AF1C-ED2F93981D1A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3" creationId="{497097BD-57BF-49B6-B6B9-0D36FA78546B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4" creationId="{5C6FFE22-49FD-4E1E-BCB4-A3D9A254EDB1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5" creationId="{D5838FA0-8509-4AEE-A7F7-19B200A2FBEE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6" creationId="{2D3E7858-0231-4729-B522-E03C6A719193}"/>
          </ac:spMkLst>
        </pc:spChg>
      </pc:sldChg>
      <pc:sldChg chg="addSp delSp modSp add mod ord modAnim">
        <pc:chgData name="Amilcar Jose Rodriguez Barrios" userId="efa7753a-59bf-44f0-ad53-c3388f48cff0" providerId="ADAL" clId="{ECC100FD-023F-4E10-9A7E-BC0C9D78DF98}" dt="2021-03-01T11:46:24.715" v="4395"/>
        <pc:sldMkLst>
          <pc:docMk/>
          <pc:sldMk cId="493047090" sldId="2076137412"/>
        </pc:sldMkLst>
        <pc:spChg chg="add mod">
          <ac:chgData name="Amilcar Jose Rodriguez Barrios" userId="efa7753a-59bf-44f0-ad53-c3388f48cff0" providerId="ADAL" clId="{ECC100FD-023F-4E10-9A7E-BC0C9D78DF98}" dt="2021-03-01T11:40:09.992" v="4053" actId="1076"/>
          <ac:spMkLst>
            <pc:docMk/>
            <pc:sldMk cId="493047090" sldId="2076137412"/>
            <ac:spMk id="12" creationId="{6C6DD3FC-2FA4-4C6A-9B1E-07CBACFD6ACD}"/>
          </ac:spMkLst>
        </pc:spChg>
        <pc:spChg chg="add mod">
          <ac:chgData name="Amilcar Jose Rodriguez Barrios" userId="efa7753a-59bf-44f0-ad53-c3388f48cff0" providerId="ADAL" clId="{ECC100FD-023F-4E10-9A7E-BC0C9D78DF98}" dt="2021-03-01T11:40:42.196" v="4057" actId="14100"/>
          <ac:spMkLst>
            <pc:docMk/>
            <pc:sldMk cId="493047090" sldId="2076137412"/>
            <ac:spMk id="13" creationId="{DC335FC3-8DA3-41DB-9EE5-49A67F3F7890}"/>
          </ac:spMkLst>
        </pc:spChg>
        <pc:spChg chg="mod">
          <ac:chgData name="Amilcar Jose Rodriguez Barrios" userId="efa7753a-59bf-44f0-ad53-c3388f48cff0" providerId="ADAL" clId="{ECC100FD-023F-4E10-9A7E-BC0C9D78DF98}" dt="2021-03-01T11:46:24.715" v="4395"/>
          <ac:spMkLst>
            <pc:docMk/>
            <pc:sldMk cId="493047090" sldId="2076137412"/>
            <ac:spMk id="19" creationId="{20359DCB-7AAE-4D6B-AD8F-4D763545A602}"/>
          </ac:spMkLst>
        </pc:spChg>
        <pc:spChg chg="mod">
          <ac:chgData name="Amilcar Jose Rodriguez Barrios" userId="efa7753a-59bf-44f0-ad53-c3388f48cff0" providerId="ADAL" clId="{ECC100FD-023F-4E10-9A7E-BC0C9D78DF98}" dt="2021-03-01T11:46:24.715" v="4395"/>
          <ac:spMkLst>
            <pc:docMk/>
            <pc:sldMk cId="493047090" sldId="2076137412"/>
            <ac:spMk id="20" creationId="{0512A3B4-AD18-4C8D-92C0-0A794DD50C75}"/>
          </ac:spMkLst>
        </pc:spChg>
        <pc:grpChg chg="del">
          <ac:chgData name="Amilcar Jose Rodriguez Barrios" userId="efa7753a-59bf-44f0-ad53-c3388f48cff0" providerId="ADAL" clId="{ECC100FD-023F-4E10-9A7E-BC0C9D78DF98}" dt="2021-03-01T11:46:24.414" v="4394" actId="478"/>
          <ac:grpSpMkLst>
            <pc:docMk/>
            <pc:sldMk cId="493047090" sldId="2076137412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24.715" v="4395"/>
          <ac:grpSpMkLst>
            <pc:docMk/>
            <pc:sldMk cId="493047090" sldId="2076137412"/>
            <ac:grpSpMk id="18" creationId="{CC0AF641-4203-4EEA-A240-D930CFE4DC0D}"/>
          </ac:grpSpMkLst>
        </pc:grpChg>
        <pc:picChg chg="add mod">
          <ac:chgData name="Amilcar Jose Rodriguez Barrios" userId="efa7753a-59bf-44f0-ad53-c3388f48cff0" providerId="ADAL" clId="{ECC100FD-023F-4E10-9A7E-BC0C9D78DF98}" dt="2021-03-01T11:40:26.565" v="4056" actId="1076"/>
          <ac:picMkLst>
            <pc:docMk/>
            <pc:sldMk cId="493047090" sldId="2076137412"/>
            <ac:picMk id="14" creationId="{91F1EBCF-EA18-4922-82BA-1D0F9C4CA050}"/>
          </ac:picMkLst>
        </pc:picChg>
        <pc:picChg chg="add mod">
          <ac:chgData name="Amilcar Jose Rodriguez Barrios" userId="efa7753a-59bf-44f0-ad53-c3388f48cff0" providerId="ADAL" clId="{ECC100FD-023F-4E10-9A7E-BC0C9D78DF98}" dt="2021-03-01T11:40:26.565" v="4056" actId="1076"/>
          <ac:picMkLst>
            <pc:docMk/>
            <pc:sldMk cId="493047090" sldId="2076137412"/>
            <ac:picMk id="15" creationId="{218CAAF3-D115-466B-9E6A-C401F5840367}"/>
          </ac:picMkLst>
        </pc:picChg>
        <pc:picChg chg="add mod">
          <ac:chgData name="Amilcar Jose Rodriguez Barrios" userId="efa7753a-59bf-44f0-ad53-c3388f48cff0" providerId="ADAL" clId="{ECC100FD-023F-4E10-9A7E-BC0C9D78DF98}" dt="2021-03-01T11:40:26.565" v="4056" actId="1076"/>
          <ac:picMkLst>
            <pc:docMk/>
            <pc:sldMk cId="493047090" sldId="2076137412"/>
            <ac:picMk id="16" creationId="{50747D27-3D64-4E93-A323-6D7D5996B52B}"/>
          </ac:picMkLst>
        </pc:picChg>
        <pc:picChg chg="add mod">
          <ac:chgData name="Amilcar Jose Rodriguez Barrios" userId="efa7753a-59bf-44f0-ad53-c3388f48cff0" providerId="ADAL" clId="{ECC100FD-023F-4E10-9A7E-BC0C9D78DF98}" dt="2021-03-01T11:40:26.565" v="4056" actId="1076"/>
          <ac:picMkLst>
            <pc:docMk/>
            <pc:sldMk cId="493047090" sldId="2076137412"/>
            <ac:picMk id="17" creationId="{86BA3F62-48DC-4755-AC84-7EE4245CA139}"/>
          </ac:picMkLst>
        </pc:picChg>
      </pc:sldChg>
      <pc:sldChg chg="modSp add mod">
        <pc:chgData name="Amilcar Jose Rodriguez Barrios" userId="efa7753a-59bf-44f0-ad53-c3388f48cff0" providerId="ADAL" clId="{ECC100FD-023F-4E10-9A7E-BC0C9D78DF98}" dt="2021-03-01T11:41:15.139" v="4134" actId="20577"/>
        <pc:sldMkLst>
          <pc:docMk/>
          <pc:sldMk cId="2575717976" sldId="2076137413"/>
        </pc:sldMkLst>
        <pc:spChg chg="mod">
          <ac:chgData name="Amilcar Jose Rodriguez Barrios" userId="efa7753a-59bf-44f0-ad53-c3388f48cff0" providerId="ADAL" clId="{ECC100FD-023F-4E10-9A7E-BC0C9D78DF98}" dt="2021-03-01T11:41:15.139" v="4134" actId="20577"/>
          <ac:spMkLst>
            <pc:docMk/>
            <pc:sldMk cId="2575717976" sldId="2076137413"/>
            <ac:spMk id="9" creationId="{E7731D0A-BED0-4C7D-80D9-145621B03A73}"/>
          </ac:spMkLst>
        </pc:spChg>
      </pc:sldChg>
      <pc:sldChg chg="delSp new del mod">
        <pc:chgData name="Amilcar Jose Rodriguez Barrios" userId="efa7753a-59bf-44f0-ad53-c3388f48cff0" providerId="ADAL" clId="{ECC100FD-023F-4E10-9A7E-BC0C9D78DF98}" dt="2021-03-01T11:40:55.389" v="4060" actId="47"/>
        <pc:sldMkLst>
          <pc:docMk/>
          <pc:sldMk cId="4087049833" sldId="2076137413"/>
        </pc:sldMkLst>
        <pc:spChg chg="del">
          <ac:chgData name="Amilcar Jose Rodriguez Barrios" userId="efa7753a-59bf-44f0-ad53-c3388f48cff0" providerId="ADAL" clId="{ECC100FD-023F-4E10-9A7E-BC0C9D78DF98}" dt="2021-03-01T11:40:54.507" v="4059" actId="478"/>
          <ac:spMkLst>
            <pc:docMk/>
            <pc:sldMk cId="4087049833" sldId="2076137413"/>
            <ac:spMk id="2" creationId="{8DBB45D4-78B4-430D-8000-4978C18D1DCF}"/>
          </ac:spMkLst>
        </pc:spChg>
      </pc:sldChg>
      <pc:sldChg chg="addSp delSp modSp new mod ord modAnim">
        <pc:chgData name="Amilcar Jose Rodriguez Barrios" userId="efa7753a-59bf-44f0-ad53-c3388f48cff0" providerId="ADAL" clId="{ECC100FD-023F-4E10-9A7E-BC0C9D78DF98}" dt="2021-03-04T18:18:55.341" v="5395"/>
        <pc:sldMkLst>
          <pc:docMk/>
          <pc:sldMk cId="4289182946" sldId="2076137414"/>
        </pc:sldMkLst>
        <pc:spChg chg="del">
          <ac:chgData name="Amilcar Jose Rodriguez Barrios" userId="efa7753a-59bf-44f0-ad53-c3388f48cff0" providerId="ADAL" clId="{ECC100FD-023F-4E10-9A7E-BC0C9D78DF98}" dt="2021-03-01T11:43:02.587" v="4191" actId="478"/>
          <ac:spMkLst>
            <pc:docMk/>
            <pc:sldMk cId="4289182946" sldId="2076137414"/>
            <ac:spMk id="2" creationId="{721EA14B-1778-4DA0-99E6-96A64BF97AAB}"/>
          </ac:spMkLst>
        </pc:spChg>
        <pc:spChg chg="add mod">
          <ac:chgData name="Amilcar Jose Rodriguez Barrios" userId="efa7753a-59bf-44f0-ad53-c3388f48cff0" providerId="ADAL" clId="{ECC100FD-023F-4E10-9A7E-BC0C9D78DF98}" dt="2021-03-01T11:43:42.610" v="4244" actId="1076"/>
          <ac:spMkLst>
            <pc:docMk/>
            <pc:sldMk cId="4289182946" sldId="2076137414"/>
            <ac:spMk id="3" creationId="{0B22CAD0-2FB7-4EEC-B0FD-F93C0B07DDFD}"/>
          </ac:spMkLst>
        </pc:spChg>
        <pc:spChg chg="add mod">
          <ac:chgData name="Amilcar Jose Rodriguez Barrios" userId="efa7753a-59bf-44f0-ad53-c3388f48cff0" providerId="ADAL" clId="{ECC100FD-023F-4E10-9A7E-BC0C9D78DF98}" dt="2021-03-01T11:43:48.464" v="4247" actId="14100"/>
          <ac:spMkLst>
            <pc:docMk/>
            <pc:sldMk cId="4289182946" sldId="2076137414"/>
            <ac:spMk id="4" creationId="{6810DF6D-2877-4971-BDC2-6BC43E9B3858}"/>
          </ac:spMkLst>
        </pc:spChg>
        <pc:spChg chg="mod">
          <ac:chgData name="Amilcar Jose Rodriguez Barrios" userId="efa7753a-59bf-44f0-ad53-c3388f48cff0" providerId="ADAL" clId="{ECC100FD-023F-4E10-9A7E-BC0C9D78DF98}" dt="2021-03-01T11:43:19.389" v="4205"/>
          <ac:spMkLst>
            <pc:docMk/>
            <pc:sldMk cId="4289182946" sldId="2076137414"/>
            <ac:spMk id="7" creationId="{5C88D459-30EB-49B5-A3AC-0BD745AF60D8}"/>
          </ac:spMkLst>
        </pc:spChg>
        <pc:spChg chg="mod">
          <ac:chgData name="Amilcar Jose Rodriguez Barrios" userId="efa7753a-59bf-44f0-ad53-c3388f48cff0" providerId="ADAL" clId="{ECC100FD-023F-4E10-9A7E-BC0C9D78DF98}" dt="2021-03-01T11:43:19.389" v="4205"/>
          <ac:spMkLst>
            <pc:docMk/>
            <pc:sldMk cId="4289182946" sldId="2076137414"/>
            <ac:spMk id="9" creationId="{9C809846-9F43-4D42-97C9-70BD3F71CCC9}"/>
          </ac:spMkLst>
        </pc:spChg>
        <pc:spChg chg="mod">
          <ac:chgData name="Amilcar Jose Rodriguez Barrios" userId="efa7753a-59bf-44f0-ad53-c3388f48cff0" providerId="ADAL" clId="{ECC100FD-023F-4E10-9A7E-BC0C9D78DF98}" dt="2021-03-01T11:43:19.389" v="4205"/>
          <ac:spMkLst>
            <pc:docMk/>
            <pc:sldMk cId="4289182946" sldId="2076137414"/>
            <ac:spMk id="12" creationId="{B1748E5C-D8B5-4F1C-AB78-EAD9DD4E4471}"/>
          </ac:spMkLst>
        </pc:spChg>
        <pc:spChg chg="mod">
          <ac:chgData name="Amilcar Jose Rodriguez Barrios" userId="efa7753a-59bf-44f0-ad53-c3388f48cff0" providerId="ADAL" clId="{ECC100FD-023F-4E10-9A7E-BC0C9D78DF98}" dt="2021-03-01T11:43:19.389" v="4205"/>
          <ac:spMkLst>
            <pc:docMk/>
            <pc:sldMk cId="4289182946" sldId="2076137414"/>
            <ac:spMk id="13" creationId="{36BA93E4-B235-412B-8F6B-B4C48EBDE903}"/>
          </ac:spMkLst>
        </pc:spChg>
        <pc:spChg chg="mod">
          <ac:chgData name="Amilcar Jose Rodriguez Barrios" userId="efa7753a-59bf-44f0-ad53-c3388f48cff0" providerId="ADAL" clId="{ECC100FD-023F-4E10-9A7E-BC0C9D78DF98}" dt="2021-03-01T11:46:38.416" v="4403"/>
          <ac:spMkLst>
            <pc:docMk/>
            <pc:sldMk cId="4289182946" sldId="2076137414"/>
            <ac:spMk id="15" creationId="{0A3CBCE4-D644-4786-B172-FBEC8B98265C}"/>
          </ac:spMkLst>
        </pc:spChg>
        <pc:spChg chg="mod">
          <ac:chgData name="Amilcar Jose Rodriguez Barrios" userId="efa7753a-59bf-44f0-ad53-c3388f48cff0" providerId="ADAL" clId="{ECC100FD-023F-4E10-9A7E-BC0C9D78DF98}" dt="2021-03-01T11:46:38.416" v="4403"/>
          <ac:spMkLst>
            <pc:docMk/>
            <pc:sldMk cId="4289182946" sldId="2076137414"/>
            <ac:spMk id="16" creationId="{176FD9BD-47F6-4EC5-BBCB-9F53285B61BE}"/>
          </ac:spMkLst>
        </pc:spChg>
        <pc:grpChg chg="add mod">
          <ac:chgData name="Amilcar Jose Rodriguez Barrios" userId="efa7753a-59bf-44f0-ad53-c3388f48cff0" providerId="ADAL" clId="{ECC100FD-023F-4E10-9A7E-BC0C9D78DF98}" dt="2021-03-01T11:43:19.389" v="4205"/>
          <ac:grpSpMkLst>
            <pc:docMk/>
            <pc:sldMk cId="4289182946" sldId="2076137414"/>
            <ac:grpSpMk id="5" creationId="{BB5203AD-D9A1-4601-BE6B-1366BB3FAE06}"/>
          </ac:grpSpMkLst>
        </pc:grpChg>
        <pc:grpChg chg="add mod">
          <ac:chgData name="Amilcar Jose Rodriguez Barrios" userId="efa7753a-59bf-44f0-ad53-c3388f48cff0" providerId="ADAL" clId="{ECC100FD-023F-4E10-9A7E-BC0C9D78DF98}" dt="2021-03-01T11:43:19.389" v="4205"/>
          <ac:grpSpMkLst>
            <pc:docMk/>
            <pc:sldMk cId="4289182946" sldId="2076137414"/>
            <ac:grpSpMk id="8" creationId="{DF53C452-D87C-461B-AB57-40FB8A2C7F8D}"/>
          </ac:grpSpMkLst>
        </pc:grpChg>
        <pc:grpChg chg="add del mod">
          <ac:chgData name="Amilcar Jose Rodriguez Barrios" userId="efa7753a-59bf-44f0-ad53-c3388f48cff0" providerId="ADAL" clId="{ECC100FD-023F-4E10-9A7E-BC0C9D78DF98}" dt="2021-03-01T11:46:38.156" v="4402" actId="478"/>
          <ac:grpSpMkLst>
            <pc:docMk/>
            <pc:sldMk cId="4289182946" sldId="2076137414"/>
            <ac:grpSpMk id="11" creationId="{B6F021E8-B23B-452D-940C-C4A40EEA5411}"/>
          </ac:grpSpMkLst>
        </pc:grpChg>
        <pc:grpChg chg="add mod">
          <ac:chgData name="Amilcar Jose Rodriguez Barrios" userId="efa7753a-59bf-44f0-ad53-c3388f48cff0" providerId="ADAL" clId="{ECC100FD-023F-4E10-9A7E-BC0C9D78DF98}" dt="2021-03-01T11:46:38.416" v="4403"/>
          <ac:grpSpMkLst>
            <pc:docMk/>
            <pc:sldMk cId="4289182946" sldId="2076137414"/>
            <ac:grpSpMk id="14" creationId="{EFD67E3B-C260-45B3-A01A-15B927D24954}"/>
          </ac:grpSpMkLst>
        </pc:grpChg>
        <pc:picChg chg="mod">
          <ac:chgData name="Amilcar Jose Rodriguez Barrios" userId="efa7753a-59bf-44f0-ad53-c3388f48cff0" providerId="ADAL" clId="{ECC100FD-023F-4E10-9A7E-BC0C9D78DF98}" dt="2021-03-01T11:43:19.389" v="4205"/>
          <ac:picMkLst>
            <pc:docMk/>
            <pc:sldMk cId="4289182946" sldId="2076137414"/>
            <ac:picMk id="10" creationId="{B33D5347-B2CD-491A-B696-D7AE2DB83527}"/>
          </ac:picMkLst>
        </pc:picChg>
        <pc:cxnChg chg="mod">
          <ac:chgData name="Amilcar Jose Rodriguez Barrios" userId="efa7753a-59bf-44f0-ad53-c3388f48cff0" providerId="ADAL" clId="{ECC100FD-023F-4E10-9A7E-BC0C9D78DF98}" dt="2021-03-01T11:43:19.389" v="4205"/>
          <ac:cxnSpMkLst>
            <pc:docMk/>
            <pc:sldMk cId="4289182946" sldId="2076137414"/>
            <ac:cxnSpMk id="6" creationId="{1A3D0FDB-FF8A-47E7-9934-7CB9F58358F0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31:26.337" v="5548" actId="20577"/>
        <pc:sldMkLst>
          <pc:docMk/>
          <pc:sldMk cId="3767989435" sldId="2076137415"/>
        </pc:sldMkLst>
        <pc:spChg chg="mod">
          <ac:chgData name="Amilcar Jose Rodriguez Barrios" userId="efa7753a-59bf-44f0-ad53-c3388f48cff0" providerId="ADAL" clId="{ECC100FD-023F-4E10-9A7E-BC0C9D78DF98}" dt="2021-03-04T18:31:26.337" v="5548" actId="20577"/>
          <ac:spMkLst>
            <pc:docMk/>
            <pc:sldMk cId="3767989435" sldId="2076137415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3T01:42:18.447" v="4779" actId="20577"/>
        <pc:sldMkLst>
          <pc:docMk/>
          <pc:sldMk cId="2711479722" sldId="2076137416"/>
        </pc:sldMkLst>
        <pc:spChg chg="mod">
          <ac:chgData name="Amilcar Jose Rodriguez Barrios" userId="efa7753a-59bf-44f0-ad53-c3388f48cff0" providerId="ADAL" clId="{ECC100FD-023F-4E10-9A7E-BC0C9D78DF98}" dt="2021-03-03T01:42:18.447" v="4779" actId="20577"/>
          <ac:spMkLst>
            <pc:docMk/>
            <pc:sldMk cId="2711479722" sldId="2076137416"/>
            <ac:spMk id="9" creationId="{C29B8A9C-B48D-43AC-82AB-E40DDF8AA98E}"/>
          </ac:spMkLst>
        </pc:spChg>
      </pc:sldChg>
      <pc:sldChg chg="delSp new del mod">
        <pc:chgData name="Amilcar Jose Rodriguez Barrios" userId="efa7753a-59bf-44f0-ad53-c3388f48cff0" providerId="ADAL" clId="{ECC100FD-023F-4E10-9A7E-BC0C9D78DF98}" dt="2021-03-01T11:50:51.811" v="4439" actId="47"/>
        <pc:sldMkLst>
          <pc:docMk/>
          <pc:sldMk cId="1614196011" sldId="2076137417"/>
        </pc:sldMkLst>
        <pc:spChg chg="del">
          <ac:chgData name="Amilcar Jose Rodriguez Barrios" userId="efa7753a-59bf-44f0-ad53-c3388f48cff0" providerId="ADAL" clId="{ECC100FD-023F-4E10-9A7E-BC0C9D78DF98}" dt="2021-03-01T11:50:45.016" v="4436" actId="478"/>
          <ac:spMkLst>
            <pc:docMk/>
            <pc:sldMk cId="1614196011" sldId="2076137417"/>
            <ac:spMk id="2" creationId="{90076BFC-21A2-4096-831A-549A185026C1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1T11:51:37.928" v="4492" actId="20577"/>
        <pc:sldMkLst>
          <pc:docMk/>
          <pc:sldMk cId="3375237630" sldId="2076137417"/>
        </pc:sldMkLst>
        <pc:spChg chg="mod">
          <ac:chgData name="Amilcar Jose Rodriguez Barrios" userId="efa7753a-59bf-44f0-ad53-c3388f48cff0" providerId="ADAL" clId="{ECC100FD-023F-4E10-9A7E-BC0C9D78DF98}" dt="2021-03-01T11:51:37.928" v="4492" actId="20577"/>
          <ac:spMkLst>
            <pc:docMk/>
            <pc:sldMk cId="3375237630" sldId="2076137417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1T11:58:49.335" v="4624" actId="108"/>
        <pc:sldMkLst>
          <pc:docMk/>
          <pc:sldMk cId="2348950340" sldId="2076137418"/>
        </pc:sldMkLst>
        <pc:spChg chg="del">
          <ac:chgData name="Amilcar Jose Rodriguez Barrios" userId="efa7753a-59bf-44f0-ad53-c3388f48cff0" providerId="ADAL" clId="{ECC100FD-023F-4E10-9A7E-BC0C9D78DF98}" dt="2021-03-01T11:51:48.215" v="4494" actId="478"/>
          <ac:spMkLst>
            <pc:docMk/>
            <pc:sldMk cId="2348950340" sldId="2076137418"/>
            <ac:spMk id="2" creationId="{8F08550D-9EC9-47EA-ADD1-907E3B32E7DC}"/>
          </ac:spMkLst>
        </pc:spChg>
        <pc:spChg chg="mod">
          <ac:chgData name="Amilcar Jose Rodriguez Barrios" userId="efa7753a-59bf-44f0-ad53-c3388f48cff0" providerId="ADAL" clId="{ECC100FD-023F-4E10-9A7E-BC0C9D78DF98}" dt="2021-03-01T11:51:52.090" v="4495"/>
          <ac:spMkLst>
            <pc:docMk/>
            <pc:sldMk cId="2348950340" sldId="2076137418"/>
            <ac:spMk id="5" creationId="{BC962064-FFDB-4463-A658-6A68516630E0}"/>
          </ac:spMkLst>
        </pc:spChg>
        <pc:spChg chg="mod">
          <ac:chgData name="Amilcar Jose Rodriguez Barrios" userId="efa7753a-59bf-44f0-ad53-c3388f48cff0" providerId="ADAL" clId="{ECC100FD-023F-4E10-9A7E-BC0C9D78DF98}" dt="2021-03-01T11:51:52.090" v="4495"/>
          <ac:spMkLst>
            <pc:docMk/>
            <pc:sldMk cId="2348950340" sldId="2076137418"/>
            <ac:spMk id="7" creationId="{9E7370AB-8E3D-4625-90E1-1EA12D5FE0AF}"/>
          </ac:spMkLst>
        </pc:spChg>
        <pc:spChg chg="mod">
          <ac:chgData name="Amilcar Jose Rodriguez Barrios" userId="efa7753a-59bf-44f0-ad53-c3388f48cff0" providerId="ADAL" clId="{ECC100FD-023F-4E10-9A7E-BC0C9D78DF98}" dt="2021-03-01T11:51:52.090" v="4495"/>
          <ac:spMkLst>
            <pc:docMk/>
            <pc:sldMk cId="2348950340" sldId="2076137418"/>
            <ac:spMk id="10" creationId="{5564C615-64F7-4350-BF26-7B0F818BFE79}"/>
          </ac:spMkLst>
        </pc:spChg>
        <pc:spChg chg="mod">
          <ac:chgData name="Amilcar Jose Rodriguez Barrios" userId="efa7753a-59bf-44f0-ad53-c3388f48cff0" providerId="ADAL" clId="{ECC100FD-023F-4E10-9A7E-BC0C9D78DF98}" dt="2021-03-01T11:51:52.090" v="4495"/>
          <ac:spMkLst>
            <pc:docMk/>
            <pc:sldMk cId="2348950340" sldId="2076137418"/>
            <ac:spMk id="11" creationId="{13D5880A-C59C-4D89-9E20-2A96CBCF54CE}"/>
          </ac:spMkLst>
        </pc:spChg>
        <pc:spChg chg="add mod">
          <ac:chgData name="Amilcar Jose Rodriguez Barrios" userId="efa7753a-59bf-44f0-ad53-c3388f48cff0" providerId="ADAL" clId="{ECC100FD-023F-4E10-9A7E-BC0C9D78DF98}" dt="2021-03-01T11:58:49.335" v="4624" actId="108"/>
          <ac:spMkLst>
            <pc:docMk/>
            <pc:sldMk cId="2348950340" sldId="2076137418"/>
            <ac:spMk id="12" creationId="{44C33BF5-28BD-4669-A494-5475BC6B4966}"/>
          </ac:spMkLst>
        </pc:spChg>
        <pc:spChg chg="mod">
          <ac:chgData name="Amilcar Jose Rodriguez Barrios" userId="efa7753a-59bf-44f0-ad53-c3388f48cff0" providerId="ADAL" clId="{ECC100FD-023F-4E10-9A7E-BC0C9D78DF98}" dt="2021-03-01T11:52:00.146" v="4501"/>
          <ac:spMkLst>
            <pc:docMk/>
            <pc:sldMk cId="2348950340" sldId="2076137418"/>
            <ac:spMk id="15" creationId="{37C156EB-F2FB-4AE5-8D7D-F37E9DB6050A}"/>
          </ac:spMkLst>
        </pc:spChg>
        <pc:spChg chg="mod">
          <ac:chgData name="Amilcar Jose Rodriguez Barrios" userId="efa7753a-59bf-44f0-ad53-c3388f48cff0" providerId="ADAL" clId="{ECC100FD-023F-4E10-9A7E-BC0C9D78DF98}" dt="2021-03-01T11:52:00.146" v="4501"/>
          <ac:spMkLst>
            <pc:docMk/>
            <pc:sldMk cId="2348950340" sldId="2076137418"/>
            <ac:spMk id="16" creationId="{6E86ECAB-1FC7-4FA2-A95D-13056881E0F5}"/>
          </ac:spMkLst>
        </pc:spChg>
        <pc:spChg chg="add mod">
          <ac:chgData name="Amilcar Jose Rodriguez Barrios" userId="efa7753a-59bf-44f0-ad53-c3388f48cff0" providerId="ADAL" clId="{ECC100FD-023F-4E10-9A7E-BC0C9D78DF98}" dt="2021-03-01T11:52:02.693" v="4532" actId="1038"/>
          <ac:spMkLst>
            <pc:docMk/>
            <pc:sldMk cId="2348950340" sldId="2076137418"/>
            <ac:spMk id="17" creationId="{B8903DAB-7763-45BA-A4D4-D720DAB03822}"/>
          </ac:spMkLst>
        </pc:spChg>
        <pc:spChg chg="add mod">
          <ac:chgData name="Amilcar Jose Rodriguez Barrios" userId="efa7753a-59bf-44f0-ad53-c3388f48cff0" providerId="ADAL" clId="{ECC100FD-023F-4E10-9A7E-BC0C9D78DF98}" dt="2021-03-01T11:52:02.693" v="4532" actId="1038"/>
          <ac:spMkLst>
            <pc:docMk/>
            <pc:sldMk cId="2348950340" sldId="2076137418"/>
            <ac:spMk id="18" creationId="{F89218D0-F59A-4B9F-B0AE-4078AE164490}"/>
          </ac:spMkLst>
        </pc:spChg>
        <pc:grpChg chg="add mod">
          <ac:chgData name="Amilcar Jose Rodriguez Barrios" userId="efa7753a-59bf-44f0-ad53-c3388f48cff0" providerId="ADAL" clId="{ECC100FD-023F-4E10-9A7E-BC0C9D78DF98}" dt="2021-03-01T11:51:52.090" v="4495"/>
          <ac:grpSpMkLst>
            <pc:docMk/>
            <pc:sldMk cId="2348950340" sldId="2076137418"/>
            <ac:grpSpMk id="3" creationId="{D89C8076-A0FD-4412-8FAF-473D2592115C}"/>
          </ac:grpSpMkLst>
        </pc:grpChg>
        <pc:grpChg chg="add mod">
          <ac:chgData name="Amilcar Jose Rodriguez Barrios" userId="efa7753a-59bf-44f0-ad53-c3388f48cff0" providerId="ADAL" clId="{ECC100FD-023F-4E10-9A7E-BC0C9D78DF98}" dt="2021-03-01T11:51:52.090" v="4495"/>
          <ac:grpSpMkLst>
            <pc:docMk/>
            <pc:sldMk cId="2348950340" sldId="2076137418"/>
            <ac:grpSpMk id="6" creationId="{8C8488A8-D8ED-4271-980E-D9B9B30B80D7}"/>
          </ac:grpSpMkLst>
        </pc:grpChg>
        <pc:grpChg chg="add mod">
          <ac:chgData name="Amilcar Jose Rodriguez Barrios" userId="efa7753a-59bf-44f0-ad53-c3388f48cff0" providerId="ADAL" clId="{ECC100FD-023F-4E10-9A7E-BC0C9D78DF98}" dt="2021-03-01T11:51:52.090" v="4495"/>
          <ac:grpSpMkLst>
            <pc:docMk/>
            <pc:sldMk cId="2348950340" sldId="2076137418"/>
            <ac:grpSpMk id="9" creationId="{30975812-B3AA-456A-9FCF-5FE3F21BD168}"/>
          </ac:grpSpMkLst>
        </pc:grpChg>
        <pc:grpChg chg="add mod">
          <ac:chgData name="Amilcar Jose Rodriguez Barrios" userId="efa7753a-59bf-44f0-ad53-c3388f48cff0" providerId="ADAL" clId="{ECC100FD-023F-4E10-9A7E-BC0C9D78DF98}" dt="2021-03-01T11:52:02.693" v="4532" actId="1038"/>
          <ac:grpSpMkLst>
            <pc:docMk/>
            <pc:sldMk cId="2348950340" sldId="2076137418"/>
            <ac:grpSpMk id="14" creationId="{6ACEC2BC-B344-4FB2-A5F9-50C43C260BB3}"/>
          </ac:grpSpMkLst>
        </pc:grpChg>
        <pc:picChg chg="mod">
          <ac:chgData name="Amilcar Jose Rodriguez Barrios" userId="efa7753a-59bf-44f0-ad53-c3388f48cff0" providerId="ADAL" clId="{ECC100FD-023F-4E10-9A7E-BC0C9D78DF98}" dt="2021-03-01T11:51:52.090" v="4495"/>
          <ac:picMkLst>
            <pc:docMk/>
            <pc:sldMk cId="2348950340" sldId="2076137418"/>
            <ac:picMk id="8" creationId="{720B8B0D-FF8D-45B0-82BB-35B287F590C6}"/>
          </ac:picMkLst>
        </pc:picChg>
        <pc:picChg chg="add mod">
          <ac:chgData name="Amilcar Jose Rodriguez Barrios" userId="efa7753a-59bf-44f0-ad53-c3388f48cff0" providerId="ADAL" clId="{ECC100FD-023F-4E10-9A7E-BC0C9D78DF98}" dt="2021-03-01T11:52:02.693" v="4532" actId="1038"/>
          <ac:picMkLst>
            <pc:docMk/>
            <pc:sldMk cId="2348950340" sldId="2076137418"/>
            <ac:picMk id="13" creationId="{35A12B51-F445-44EA-A2E7-1ACB6ED5F779}"/>
          </ac:picMkLst>
        </pc:picChg>
        <pc:cxnChg chg="mod">
          <ac:chgData name="Amilcar Jose Rodriguez Barrios" userId="efa7753a-59bf-44f0-ad53-c3388f48cff0" providerId="ADAL" clId="{ECC100FD-023F-4E10-9A7E-BC0C9D78DF98}" dt="2021-03-01T11:51:52.090" v="4495"/>
          <ac:cxnSpMkLst>
            <pc:docMk/>
            <pc:sldMk cId="2348950340" sldId="2076137418"/>
            <ac:cxnSpMk id="4" creationId="{3C7E8035-5A14-4793-A881-3975E084EFBC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3-01T11:57:28.487" v="4572" actId="1076"/>
        <pc:sldMkLst>
          <pc:docMk/>
          <pc:sldMk cId="3958265035" sldId="2076137419"/>
        </pc:sldMkLst>
        <pc:spChg chg="add mod">
          <ac:chgData name="Amilcar Jose Rodriguez Barrios" userId="efa7753a-59bf-44f0-ad53-c3388f48cff0" providerId="ADAL" clId="{ECC100FD-023F-4E10-9A7E-BC0C9D78DF98}" dt="2021-03-01T11:56:58.310" v="4535" actId="20577"/>
          <ac:spMkLst>
            <pc:docMk/>
            <pc:sldMk cId="3958265035" sldId="2076137419"/>
            <ac:spMk id="12" creationId="{88158898-4C10-4600-8E25-8D34F902C9CC}"/>
          </ac:spMkLst>
        </pc:spChg>
        <pc:spChg chg="add mod">
          <ac:chgData name="Amilcar Jose Rodriguez Barrios" userId="efa7753a-59bf-44f0-ad53-c3388f48cff0" providerId="ADAL" clId="{ECC100FD-023F-4E10-9A7E-BC0C9D78DF98}" dt="2021-03-01T11:56:56.684" v="4533"/>
          <ac:spMkLst>
            <pc:docMk/>
            <pc:sldMk cId="3958265035" sldId="2076137419"/>
            <ac:spMk id="13" creationId="{2177D560-A807-4849-8E54-8A5049E1FF4C}"/>
          </ac:spMkLst>
        </pc:spChg>
        <pc:spChg chg="add mod">
          <ac:chgData name="Amilcar Jose Rodriguez Barrios" userId="efa7753a-59bf-44f0-ad53-c3388f48cff0" providerId="ADAL" clId="{ECC100FD-023F-4E10-9A7E-BC0C9D78DF98}" dt="2021-03-01T11:56:56.684" v="4533"/>
          <ac:spMkLst>
            <pc:docMk/>
            <pc:sldMk cId="3958265035" sldId="2076137419"/>
            <ac:spMk id="14" creationId="{2CFD7BA5-D23D-432E-82AB-924595318BCC}"/>
          </ac:spMkLst>
        </pc:spChg>
        <pc:spChg chg="add mod">
          <ac:chgData name="Amilcar Jose Rodriguez Barrios" userId="efa7753a-59bf-44f0-ad53-c3388f48cff0" providerId="ADAL" clId="{ECC100FD-023F-4E10-9A7E-BC0C9D78DF98}" dt="2021-03-01T11:57:16.491" v="4570" actId="14100"/>
          <ac:spMkLst>
            <pc:docMk/>
            <pc:sldMk cId="3958265035" sldId="2076137419"/>
            <ac:spMk id="15" creationId="{BB286AD1-B183-4CAE-9EE5-A6A17BE76F60}"/>
          </ac:spMkLst>
        </pc:spChg>
        <pc:spChg chg="add mod">
          <ac:chgData name="Amilcar Jose Rodriguez Barrios" userId="efa7753a-59bf-44f0-ad53-c3388f48cff0" providerId="ADAL" clId="{ECC100FD-023F-4E10-9A7E-BC0C9D78DF98}" dt="2021-03-01T11:57:28.487" v="4572" actId="1076"/>
          <ac:spMkLst>
            <pc:docMk/>
            <pc:sldMk cId="3958265035" sldId="2076137419"/>
            <ac:spMk id="16" creationId="{E2A72B17-8060-44BC-BCFC-81FE7B298432}"/>
          </ac:spMkLst>
        </pc:spChg>
      </pc:sldChg>
      <pc:sldChg chg="addSp delSp modSp add mod ord modAnim">
        <pc:chgData name="Amilcar Jose Rodriguez Barrios" userId="efa7753a-59bf-44f0-ad53-c3388f48cff0" providerId="ADAL" clId="{ECC100FD-023F-4E10-9A7E-BC0C9D78DF98}" dt="2021-03-03T02:06:47.428" v="5324" actId="1076"/>
        <pc:sldMkLst>
          <pc:docMk/>
          <pc:sldMk cId="85653594" sldId="2076137420"/>
        </pc:sldMkLst>
        <pc:spChg chg="add mod">
          <ac:chgData name="Amilcar Jose Rodriguez Barrios" userId="efa7753a-59bf-44f0-ad53-c3388f48cff0" providerId="ADAL" clId="{ECC100FD-023F-4E10-9A7E-BC0C9D78DF98}" dt="2021-03-03T02:06:43.866" v="5313" actId="1076"/>
          <ac:spMkLst>
            <pc:docMk/>
            <pc:sldMk cId="85653594" sldId="2076137420"/>
            <ac:spMk id="13" creationId="{6CC071E2-CAD9-4044-98B3-3C43B13C72EA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5" creationId="{990040A6-6C40-46C2-A40E-6F58A117BE6A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6" creationId="{19DA381A-FB22-4A84-A4E3-F572601B17BA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7" creationId="{A39B4E0A-9F35-4D75-A198-6816299CC041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8" creationId="{48DFA63A-D223-4C85-BFF7-EE0AD59836C2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9" creationId="{9494339B-CC9B-4599-BD59-4D4C681B2B0C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0" creationId="{F04E29D5-66C0-4331-A756-4109C98EE44A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1" creationId="{74B1F2FC-FC3D-4917-B425-DF0620AC67C1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2" creationId="{DB33A693-5E04-4B57-9CFE-7DCAA563FB3D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3" creationId="{74477A6D-3FA2-4EDA-A74F-3041B56834FB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4" creationId="{2983F57E-0A84-4109-B222-6DF6166350A8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5" creationId="{0D1FF674-C7EF-4FAB-9A45-BB293F7A9EC5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6" creationId="{E9B6F2E5-4466-4518-903B-7AA842B759B1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7" creationId="{DB845ADE-B164-4813-A67D-9F67AFA10231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8" creationId="{797DDD44-5ECA-4532-80E6-30B9DC660524}"/>
          </ac:spMkLst>
        </pc:spChg>
        <pc:spChg chg="add del mod">
          <ac:chgData name="Amilcar Jose Rodriguez Barrios" userId="efa7753a-59bf-44f0-ad53-c3388f48cff0" providerId="ADAL" clId="{ECC100FD-023F-4E10-9A7E-BC0C9D78DF98}" dt="2021-03-01T11:57:49.340" v="4591" actId="478"/>
          <ac:spMkLst>
            <pc:docMk/>
            <pc:sldMk cId="85653594" sldId="2076137420"/>
            <ac:spMk id="29" creationId="{474F01E6-089A-4815-83DB-0071692323DB}"/>
          </ac:spMkLst>
        </pc:spChg>
        <pc:picChg chg="add mod modCrop">
          <ac:chgData name="Amilcar Jose Rodriguez Barrios" userId="efa7753a-59bf-44f0-ad53-c3388f48cff0" providerId="ADAL" clId="{ECC100FD-023F-4E10-9A7E-BC0C9D78DF98}" dt="2021-03-03T02:06:47.018" v="5323" actId="1076"/>
          <ac:picMkLst>
            <pc:docMk/>
            <pc:sldMk cId="85653594" sldId="2076137420"/>
            <ac:picMk id="12" creationId="{ACBECE98-3B35-4CEE-B105-2977150CEE77}"/>
          </ac:picMkLst>
        </pc:picChg>
        <pc:picChg chg="add mod">
          <ac:chgData name="Amilcar Jose Rodriguez Barrios" userId="efa7753a-59bf-44f0-ad53-c3388f48cff0" providerId="ADAL" clId="{ECC100FD-023F-4E10-9A7E-BC0C9D78DF98}" dt="2021-03-03T02:06:47.428" v="5324" actId="1076"/>
          <ac:picMkLst>
            <pc:docMk/>
            <pc:sldMk cId="85653594" sldId="2076137420"/>
            <ac:picMk id="14" creationId="{2D371D41-673D-454C-BED0-4B0A6A539C5B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1T11:59:31.268" v="4631" actId="255"/>
        <pc:sldMkLst>
          <pc:docMk/>
          <pc:sldMk cId="1886272389" sldId="2076137421"/>
        </pc:sldMkLst>
        <pc:spChg chg="add mod">
          <ac:chgData name="Amilcar Jose Rodriguez Barrios" userId="efa7753a-59bf-44f0-ad53-c3388f48cff0" providerId="ADAL" clId="{ECC100FD-023F-4E10-9A7E-BC0C9D78DF98}" dt="2021-03-01T11:58:53.990" v="4626" actId="1076"/>
          <ac:spMkLst>
            <pc:docMk/>
            <pc:sldMk cId="1886272389" sldId="2076137421"/>
            <ac:spMk id="13" creationId="{EE5BC1A7-656C-4181-814A-2C12F777EC8A}"/>
          </ac:spMkLst>
        </pc:spChg>
        <pc:spChg chg="add mod">
          <ac:chgData name="Amilcar Jose Rodriguez Barrios" userId="efa7753a-59bf-44f0-ad53-c3388f48cff0" providerId="ADAL" clId="{ECC100FD-023F-4E10-9A7E-BC0C9D78DF98}" dt="2021-03-01T11:58:44.027" v="4622" actId="1038"/>
          <ac:spMkLst>
            <pc:docMk/>
            <pc:sldMk cId="1886272389" sldId="2076137421"/>
            <ac:spMk id="14" creationId="{AB8E5606-7D81-46ED-8CBF-D0A57551DF45}"/>
          </ac:spMkLst>
        </pc:spChg>
        <pc:spChg chg="add mod">
          <ac:chgData name="Amilcar Jose Rodriguez Barrios" userId="efa7753a-59bf-44f0-ad53-c3388f48cff0" providerId="ADAL" clId="{ECC100FD-023F-4E10-9A7E-BC0C9D78DF98}" dt="2021-03-01T11:59:23.581" v="4629" actId="14100"/>
          <ac:spMkLst>
            <pc:docMk/>
            <pc:sldMk cId="1886272389" sldId="2076137421"/>
            <ac:spMk id="15" creationId="{E217EC4B-2EBE-4E12-B672-18CB8D9432B9}"/>
          </ac:spMkLst>
        </pc:spChg>
        <pc:spChg chg="add mod">
          <ac:chgData name="Amilcar Jose Rodriguez Barrios" userId="efa7753a-59bf-44f0-ad53-c3388f48cff0" providerId="ADAL" clId="{ECC100FD-023F-4E10-9A7E-BC0C9D78DF98}" dt="2021-03-01T11:59:31.268" v="4631" actId="255"/>
          <ac:spMkLst>
            <pc:docMk/>
            <pc:sldMk cId="1886272389" sldId="2076137421"/>
            <ac:spMk id="16" creationId="{6B9D1CE7-43A6-41F6-8764-14FC85A8F9CC}"/>
          </ac:spMkLst>
        </pc:spChg>
        <pc:picChg chg="add mod">
          <ac:chgData name="Amilcar Jose Rodriguez Barrios" userId="efa7753a-59bf-44f0-ad53-c3388f48cff0" providerId="ADAL" clId="{ECC100FD-023F-4E10-9A7E-BC0C9D78DF98}" dt="2021-03-01T11:58:44.027" v="4622" actId="1038"/>
          <ac:picMkLst>
            <pc:docMk/>
            <pc:sldMk cId="1886272389" sldId="2076137421"/>
            <ac:picMk id="12" creationId="{CB9D93B6-ACA9-4958-9B22-FADE53DA428B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1T12:00:17.452" v="4681" actId="1076"/>
        <pc:sldMkLst>
          <pc:docMk/>
          <pc:sldMk cId="2586553935" sldId="2076137422"/>
        </pc:sldMkLst>
        <pc:spChg chg="add mod">
          <ac:chgData name="Amilcar Jose Rodriguez Barrios" userId="efa7753a-59bf-44f0-ad53-c3388f48cff0" providerId="ADAL" clId="{ECC100FD-023F-4E10-9A7E-BC0C9D78DF98}" dt="2021-03-01T12:00:17.452" v="4681" actId="1076"/>
          <ac:spMkLst>
            <pc:docMk/>
            <pc:sldMk cId="2586553935" sldId="2076137422"/>
            <ac:spMk id="12" creationId="{9D48FE87-49D3-4497-BDF9-DDB820758E23}"/>
          </ac:spMkLst>
        </pc:spChg>
        <pc:spChg chg="mod">
          <ac:chgData name="Amilcar Jose Rodriguez Barrios" userId="efa7753a-59bf-44f0-ad53-c3388f48cff0" providerId="ADAL" clId="{ECC100FD-023F-4E10-9A7E-BC0C9D78DF98}" dt="2021-03-01T12:00:00.355" v="4644"/>
          <ac:spMkLst>
            <pc:docMk/>
            <pc:sldMk cId="2586553935" sldId="2076137422"/>
            <ac:spMk id="15" creationId="{775BAFC6-0335-4DB7-A8AB-2FC35978AD77}"/>
          </ac:spMkLst>
        </pc:spChg>
        <pc:spChg chg="mod">
          <ac:chgData name="Amilcar Jose Rodriguez Barrios" userId="efa7753a-59bf-44f0-ad53-c3388f48cff0" providerId="ADAL" clId="{ECC100FD-023F-4E10-9A7E-BC0C9D78DF98}" dt="2021-03-01T12:00:00.355" v="4644"/>
          <ac:spMkLst>
            <pc:docMk/>
            <pc:sldMk cId="2586553935" sldId="2076137422"/>
            <ac:spMk id="16" creationId="{8D6CC181-8696-403C-815F-2C101E62FEFD}"/>
          </ac:spMkLst>
        </pc:spChg>
        <pc:spChg chg="add mod">
          <ac:chgData name="Amilcar Jose Rodriguez Barrios" userId="efa7753a-59bf-44f0-ad53-c3388f48cff0" providerId="ADAL" clId="{ECC100FD-023F-4E10-9A7E-BC0C9D78DF98}" dt="2021-03-01T12:00:03.338" v="4679" actId="1038"/>
          <ac:spMkLst>
            <pc:docMk/>
            <pc:sldMk cId="2586553935" sldId="2076137422"/>
            <ac:spMk id="17" creationId="{C01FADF3-5EFC-4584-B953-A99E800D9162}"/>
          </ac:spMkLst>
        </pc:spChg>
        <pc:spChg chg="add mod">
          <ac:chgData name="Amilcar Jose Rodriguez Barrios" userId="efa7753a-59bf-44f0-ad53-c3388f48cff0" providerId="ADAL" clId="{ECC100FD-023F-4E10-9A7E-BC0C9D78DF98}" dt="2021-03-01T12:00:03.338" v="4679" actId="1038"/>
          <ac:spMkLst>
            <pc:docMk/>
            <pc:sldMk cId="2586553935" sldId="2076137422"/>
            <ac:spMk id="18" creationId="{1A2CE9BD-3C2B-4E31-8EBE-51BA6B009C60}"/>
          </ac:spMkLst>
        </pc:spChg>
        <pc:grpChg chg="add mod">
          <ac:chgData name="Amilcar Jose Rodriguez Barrios" userId="efa7753a-59bf-44f0-ad53-c3388f48cff0" providerId="ADAL" clId="{ECC100FD-023F-4E10-9A7E-BC0C9D78DF98}" dt="2021-03-01T12:00:03.338" v="4679" actId="1038"/>
          <ac:grpSpMkLst>
            <pc:docMk/>
            <pc:sldMk cId="2586553935" sldId="2076137422"/>
            <ac:grpSpMk id="14" creationId="{0977C1D9-0904-4C03-A245-9118116BF164}"/>
          </ac:grpSpMkLst>
        </pc:grpChg>
        <pc:picChg chg="add mod">
          <ac:chgData name="Amilcar Jose Rodriguez Barrios" userId="efa7753a-59bf-44f0-ad53-c3388f48cff0" providerId="ADAL" clId="{ECC100FD-023F-4E10-9A7E-BC0C9D78DF98}" dt="2021-03-01T12:00:03.338" v="4679" actId="1038"/>
          <ac:picMkLst>
            <pc:docMk/>
            <pc:sldMk cId="2586553935" sldId="2076137422"/>
            <ac:picMk id="13" creationId="{8E3409C9-39F8-46DA-9805-981B5A674E34}"/>
          </ac:picMkLst>
        </pc:picChg>
      </pc:sldChg>
      <pc:sldChg chg="addSp delSp modSp add mod modAnim">
        <pc:chgData name="Amilcar Jose Rodriguez Barrios" userId="efa7753a-59bf-44f0-ad53-c3388f48cff0" providerId="ADAL" clId="{ECC100FD-023F-4E10-9A7E-BC0C9D78DF98}" dt="2021-03-03T01:50:05.607" v="4819" actId="1076"/>
        <pc:sldMkLst>
          <pc:docMk/>
          <pc:sldMk cId="2558248133" sldId="2076137423"/>
        </pc:sldMkLst>
        <pc:spChg chg="add mod">
          <ac:chgData name="Amilcar Jose Rodriguez Barrios" userId="efa7753a-59bf-44f0-ad53-c3388f48cff0" providerId="ADAL" clId="{ECC100FD-023F-4E10-9A7E-BC0C9D78DF98}" dt="2021-03-03T01:50:05.607" v="4819" actId="1076"/>
          <ac:spMkLst>
            <pc:docMk/>
            <pc:sldMk cId="2558248133" sldId="2076137423"/>
            <ac:spMk id="13" creationId="{D4F0ACB5-6572-4B74-AAD9-9418AF7BC7F3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4" creationId="{6366B094-80D9-4367-8459-168E0A89B917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5" creationId="{E1401D1F-E3BA-41A3-A048-1ADDB1A665BB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6" creationId="{2A772ACA-72CE-4F3D-AD22-152A28732706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7" creationId="{4F4B2827-54B3-47E1-9FCD-6DA846250A67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8" creationId="{78C171EF-E861-497D-B3CC-B9DEDA02C851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9" creationId="{C6737A59-E7BC-4E71-B826-9EC4C8D87444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0" creationId="{EA681662-C3B0-4376-8B06-80E1B1E04ED4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1" creationId="{19A6FD88-BFE7-4F42-932E-72F740C06B95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2" creationId="{BBCA8C3D-0EC3-4685-9AAE-11EFAE57F681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3" creationId="{444CF35B-B4E8-4912-817A-7E189B29B015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4" creationId="{32E0C642-E5D7-446E-B85B-9CB3547E80C5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5" creationId="{CBAA9502-F714-4B5D-BBFF-24D60D21AA30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6" creationId="{49C35E30-13AC-4B45-A340-731D6D42D574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7" creationId="{161C9102-C50D-4396-85A3-EE7FC570CFD2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8" creationId="{3D2FE63F-B4FC-4F89-B9F4-A537E4945C88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9" creationId="{80505D55-3B00-412D-89D7-E55C31E39403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30" creationId="{0A7763E0-63DC-47F2-A2AD-7F3229E1F191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31" creationId="{1FE35CDC-19B9-4E09-8054-58D78FDD54C4}"/>
          </ac:spMkLst>
        </pc:spChg>
        <pc:spChg chg="mod">
          <ac:chgData name="Amilcar Jose Rodriguez Barrios" userId="efa7753a-59bf-44f0-ad53-c3388f48cff0" providerId="ADAL" clId="{ECC100FD-023F-4E10-9A7E-BC0C9D78DF98}" dt="2021-03-01T12:00:59.965" v="4725"/>
          <ac:spMkLst>
            <pc:docMk/>
            <pc:sldMk cId="2558248133" sldId="2076137423"/>
            <ac:spMk id="34" creationId="{ADCC33DD-7F4F-425E-B489-AA84C6737663}"/>
          </ac:spMkLst>
        </pc:spChg>
        <pc:spChg chg="mod">
          <ac:chgData name="Amilcar Jose Rodriguez Barrios" userId="efa7753a-59bf-44f0-ad53-c3388f48cff0" providerId="ADAL" clId="{ECC100FD-023F-4E10-9A7E-BC0C9D78DF98}" dt="2021-03-01T12:00:59.965" v="4725"/>
          <ac:spMkLst>
            <pc:docMk/>
            <pc:sldMk cId="2558248133" sldId="2076137423"/>
            <ac:spMk id="36" creationId="{8071B3B4-430D-495A-BBAA-94AE08742789}"/>
          </ac:spMkLst>
        </pc:spChg>
        <pc:spChg chg="mod">
          <ac:chgData name="Amilcar Jose Rodriguez Barrios" userId="efa7753a-59bf-44f0-ad53-c3388f48cff0" providerId="ADAL" clId="{ECC100FD-023F-4E10-9A7E-BC0C9D78DF98}" dt="2021-03-01T12:00:59.965" v="4725"/>
          <ac:spMkLst>
            <pc:docMk/>
            <pc:sldMk cId="2558248133" sldId="2076137423"/>
            <ac:spMk id="39" creationId="{3CFF3268-A15C-496F-AB0C-4C2F1E5E3266}"/>
          </ac:spMkLst>
        </pc:spChg>
        <pc:spChg chg="mod">
          <ac:chgData name="Amilcar Jose Rodriguez Barrios" userId="efa7753a-59bf-44f0-ad53-c3388f48cff0" providerId="ADAL" clId="{ECC100FD-023F-4E10-9A7E-BC0C9D78DF98}" dt="2021-03-01T12:00:59.965" v="4725"/>
          <ac:spMkLst>
            <pc:docMk/>
            <pc:sldMk cId="2558248133" sldId="2076137423"/>
            <ac:spMk id="40" creationId="{515078B5-EF9A-4983-B28B-D2F96920C648}"/>
          </ac:spMkLst>
        </pc:spChg>
        <pc:grpChg chg="del">
          <ac:chgData name="Amilcar Jose Rodriguez Barrios" userId="efa7753a-59bf-44f0-ad53-c3388f48cff0" providerId="ADAL" clId="{ECC100FD-023F-4E10-9A7E-BC0C9D78DF98}" dt="2021-03-01T12:00:36.342" v="4684" actId="478"/>
          <ac:grpSpMkLst>
            <pc:docMk/>
            <pc:sldMk cId="2558248133" sldId="2076137423"/>
            <ac:grpSpMk id="3" creationId="{D89C8076-A0FD-4412-8FAF-473D2592115C}"/>
          </ac:grpSpMkLst>
        </pc:grpChg>
        <pc:grpChg chg="del">
          <ac:chgData name="Amilcar Jose Rodriguez Barrios" userId="efa7753a-59bf-44f0-ad53-c3388f48cff0" providerId="ADAL" clId="{ECC100FD-023F-4E10-9A7E-BC0C9D78DF98}" dt="2021-03-01T12:00:34.984" v="4683" actId="478"/>
          <ac:grpSpMkLst>
            <pc:docMk/>
            <pc:sldMk cId="2558248133" sldId="2076137423"/>
            <ac:grpSpMk id="6" creationId="{8C8488A8-D8ED-4271-980E-D9B9B30B80D7}"/>
          </ac:grpSpMkLst>
        </pc:grpChg>
        <pc:grpChg chg="del">
          <ac:chgData name="Amilcar Jose Rodriguez Barrios" userId="efa7753a-59bf-44f0-ad53-c3388f48cff0" providerId="ADAL" clId="{ECC100FD-023F-4E10-9A7E-BC0C9D78DF98}" dt="2021-03-01T12:00:34.193" v="4682" actId="478"/>
          <ac:grpSpMkLst>
            <pc:docMk/>
            <pc:sldMk cId="2558248133" sldId="2076137423"/>
            <ac:grpSpMk id="9" creationId="{30975812-B3AA-456A-9FCF-5FE3F21BD168}"/>
          </ac:grpSpMkLst>
        </pc:grpChg>
        <pc:grpChg chg="add mod">
          <ac:chgData name="Amilcar Jose Rodriguez Barrios" userId="efa7753a-59bf-44f0-ad53-c3388f48cff0" providerId="ADAL" clId="{ECC100FD-023F-4E10-9A7E-BC0C9D78DF98}" dt="2021-03-01T12:00:59.965" v="4725"/>
          <ac:grpSpMkLst>
            <pc:docMk/>
            <pc:sldMk cId="2558248133" sldId="2076137423"/>
            <ac:grpSpMk id="32" creationId="{521335E7-E5A3-4D37-80E6-FC98977C597E}"/>
          </ac:grpSpMkLst>
        </pc:grpChg>
        <pc:grpChg chg="add mod">
          <ac:chgData name="Amilcar Jose Rodriguez Barrios" userId="efa7753a-59bf-44f0-ad53-c3388f48cff0" providerId="ADAL" clId="{ECC100FD-023F-4E10-9A7E-BC0C9D78DF98}" dt="2021-03-01T12:00:59.965" v="4725"/>
          <ac:grpSpMkLst>
            <pc:docMk/>
            <pc:sldMk cId="2558248133" sldId="2076137423"/>
            <ac:grpSpMk id="35" creationId="{905AB0FF-B407-464E-970C-6DA6C954E23E}"/>
          </ac:grpSpMkLst>
        </pc:grpChg>
        <pc:grpChg chg="add mod">
          <ac:chgData name="Amilcar Jose Rodriguez Barrios" userId="efa7753a-59bf-44f0-ad53-c3388f48cff0" providerId="ADAL" clId="{ECC100FD-023F-4E10-9A7E-BC0C9D78DF98}" dt="2021-03-01T12:00:59.965" v="4725"/>
          <ac:grpSpMkLst>
            <pc:docMk/>
            <pc:sldMk cId="2558248133" sldId="2076137423"/>
            <ac:grpSpMk id="38" creationId="{11E30003-A024-4999-9F97-02E5D8625647}"/>
          </ac:grpSpMkLst>
        </pc:grpChg>
        <pc:picChg chg="add mod">
          <ac:chgData name="Amilcar Jose Rodriguez Barrios" userId="efa7753a-59bf-44f0-ad53-c3388f48cff0" providerId="ADAL" clId="{ECC100FD-023F-4E10-9A7E-BC0C9D78DF98}" dt="2021-03-01T12:00:43.693" v="4724" actId="1035"/>
          <ac:picMkLst>
            <pc:docMk/>
            <pc:sldMk cId="2558248133" sldId="2076137423"/>
            <ac:picMk id="12" creationId="{E62A375E-2E42-46FC-888F-E4E631D3A45C}"/>
          </ac:picMkLst>
        </pc:picChg>
        <pc:picChg chg="mod">
          <ac:chgData name="Amilcar Jose Rodriguez Barrios" userId="efa7753a-59bf-44f0-ad53-c3388f48cff0" providerId="ADAL" clId="{ECC100FD-023F-4E10-9A7E-BC0C9D78DF98}" dt="2021-03-01T12:00:59.965" v="4725"/>
          <ac:picMkLst>
            <pc:docMk/>
            <pc:sldMk cId="2558248133" sldId="2076137423"/>
            <ac:picMk id="37" creationId="{E5DA915E-5F43-4A33-9D04-16815E2E5703}"/>
          </ac:picMkLst>
        </pc:picChg>
        <pc:cxnChg chg="mod">
          <ac:chgData name="Amilcar Jose Rodriguez Barrios" userId="efa7753a-59bf-44f0-ad53-c3388f48cff0" providerId="ADAL" clId="{ECC100FD-023F-4E10-9A7E-BC0C9D78DF98}" dt="2021-03-01T12:00:59.965" v="4725"/>
          <ac:cxnSpMkLst>
            <pc:docMk/>
            <pc:sldMk cId="2558248133" sldId="2076137423"/>
            <ac:cxnSpMk id="33" creationId="{FAF4E3C7-4811-4377-98CF-69A933B85071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1T11:59:51.166" v="4643" actId="20577"/>
        <pc:sldMkLst>
          <pc:docMk/>
          <pc:sldMk cId="1640216162" sldId="2076137424"/>
        </pc:sldMkLst>
        <pc:spChg chg="mod">
          <ac:chgData name="Amilcar Jose Rodriguez Barrios" userId="efa7753a-59bf-44f0-ad53-c3388f48cff0" providerId="ADAL" clId="{ECC100FD-023F-4E10-9A7E-BC0C9D78DF98}" dt="2021-03-01T11:59:51.166" v="4643" actId="20577"/>
          <ac:spMkLst>
            <pc:docMk/>
            <pc:sldMk cId="1640216162" sldId="2076137424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1T12:05:01.009" v="4768"/>
        <pc:sldMkLst>
          <pc:docMk/>
          <pc:sldMk cId="3036078534" sldId="2076137425"/>
        </pc:sldMkLst>
        <pc:spChg chg="del">
          <ac:chgData name="Amilcar Jose Rodriguez Barrios" userId="efa7753a-59bf-44f0-ad53-c3388f48cff0" providerId="ADAL" clId="{ECC100FD-023F-4E10-9A7E-BC0C9D78DF98}" dt="2021-03-01T12:04:31.450" v="4727" actId="478"/>
          <ac:spMkLst>
            <pc:docMk/>
            <pc:sldMk cId="3036078534" sldId="2076137425"/>
            <ac:spMk id="2" creationId="{6E4EFA6D-C43E-45A9-BD7A-F1A4ED2902A3}"/>
          </ac:spMkLst>
        </pc:spChg>
        <pc:spChg chg="add mod">
          <ac:chgData name="Amilcar Jose Rodriguez Barrios" userId="efa7753a-59bf-44f0-ad53-c3388f48cff0" providerId="ADAL" clId="{ECC100FD-023F-4E10-9A7E-BC0C9D78DF98}" dt="2021-03-01T12:04:55.171" v="4767" actId="1076"/>
          <ac:spMkLst>
            <pc:docMk/>
            <pc:sldMk cId="3036078534" sldId="2076137425"/>
            <ac:spMk id="3" creationId="{A0678FAF-192C-4E17-B119-767B05842530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5" creationId="{D05A6363-C9EC-4527-85F5-DB1C496BC9AD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6" creationId="{3443A5F8-E6B0-42D4-AC59-916D4FCF09E9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8" creationId="{5D9DA614-1765-457A-8DA4-D582D98E0C95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9" creationId="{CF3FC2E7-1DD8-4615-8104-863A23C6BDE1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11" creationId="{18309A0D-1D9B-442D-AA3E-704FF0180CCC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12" creationId="{0829B91B-0B0F-4CE4-ABCC-7CEB95CF35BB}"/>
          </ac:spMkLst>
        </pc:spChg>
        <pc:spChg chg="mod">
          <ac:chgData name="Amilcar Jose Rodriguez Barrios" userId="efa7753a-59bf-44f0-ad53-c3388f48cff0" providerId="ADAL" clId="{ECC100FD-023F-4E10-9A7E-BC0C9D78DF98}" dt="2021-03-01T12:05:01.009" v="4768"/>
          <ac:spMkLst>
            <pc:docMk/>
            <pc:sldMk cId="3036078534" sldId="2076137425"/>
            <ac:spMk id="15" creationId="{9DFA131C-83B8-4CFA-91F8-439237C49299}"/>
          </ac:spMkLst>
        </pc:spChg>
        <pc:spChg chg="mod">
          <ac:chgData name="Amilcar Jose Rodriguez Barrios" userId="efa7753a-59bf-44f0-ad53-c3388f48cff0" providerId="ADAL" clId="{ECC100FD-023F-4E10-9A7E-BC0C9D78DF98}" dt="2021-03-01T12:05:01.009" v="4768"/>
          <ac:spMkLst>
            <pc:docMk/>
            <pc:sldMk cId="3036078534" sldId="2076137425"/>
            <ac:spMk id="17" creationId="{CE60B3E0-D833-4E34-93E2-842E2B7FAD5C}"/>
          </ac:spMkLst>
        </pc:spChg>
        <pc:spChg chg="mod">
          <ac:chgData name="Amilcar Jose Rodriguez Barrios" userId="efa7753a-59bf-44f0-ad53-c3388f48cff0" providerId="ADAL" clId="{ECC100FD-023F-4E10-9A7E-BC0C9D78DF98}" dt="2021-03-01T12:05:01.009" v="4768"/>
          <ac:spMkLst>
            <pc:docMk/>
            <pc:sldMk cId="3036078534" sldId="2076137425"/>
            <ac:spMk id="20" creationId="{E16E5C8F-08BA-491B-94F6-BB3334050F8E}"/>
          </ac:spMkLst>
        </pc:spChg>
        <pc:spChg chg="mod">
          <ac:chgData name="Amilcar Jose Rodriguez Barrios" userId="efa7753a-59bf-44f0-ad53-c3388f48cff0" providerId="ADAL" clId="{ECC100FD-023F-4E10-9A7E-BC0C9D78DF98}" dt="2021-03-01T12:05:01.009" v="4768"/>
          <ac:spMkLst>
            <pc:docMk/>
            <pc:sldMk cId="3036078534" sldId="2076137425"/>
            <ac:spMk id="21" creationId="{100A4B69-5202-4D24-BED8-E3E43951113E}"/>
          </ac:spMkLst>
        </pc:spChg>
        <pc:grpChg chg="add mod">
          <ac:chgData name="Amilcar Jose Rodriguez Barrios" userId="efa7753a-59bf-44f0-ad53-c3388f48cff0" providerId="ADAL" clId="{ECC100FD-023F-4E10-9A7E-BC0C9D78DF98}" dt="2021-03-01T12:04:44.711" v="4764" actId="1038"/>
          <ac:grpSpMkLst>
            <pc:docMk/>
            <pc:sldMk cId="3036078534" sldId="2076137425"/>
            <ac:grpSpMk id="4" creationId="{5AF3D659-E251-43E3-8462-6E29BCF4928C}"/>
          </ac:grpSpMkLst>
        </pc:grpChg>
        <pc:grpChg chg="add mod">
          <ac:chgData name="Amilcar Jose Rodriguez Barrios" userId="efa7753a-59bf-44f0-ad53-c3388f48cff0" providerId="ADAL" clId="{ECC100FD-023F-4E10-9A7E-BC0C9D78DF98}" dt="2021-03-01T12:04:44.711" v="4764" actId="1038"/>
          <ac:grpSpMkLst>
            <pc:docMk/>
            <pc:sldMk cId="3036078534" sldId="2076137425"/>
            <ac:grpSpMk id="7" creationId="{830AF5A4-2E4E-4DE3-8799-3462F047F1A6}"/>
          </ac:grpSpMkLst>
        </pc:grpChg>
        <pc:grpChg chg="add mod">
          <ac:chgData name="Amilcar Jose Rodriguez Barrios" userId="efa7753a-59bf-44f0-ad53-c3388f48cff0" providerId="ADAL" clId="{ECC100FD-023F-4E10-9A7E-BC0C9D78DF98}" dt="2021-03-01T12:04:44.711" v="4764" actId="1038"/>
          <ac:grpSpMkLst>
            <pc:docMk/>
            <pc:sldMk cId="3036078534" sldId="2076137425"/>
            <ac:grpSpMk id="10" creationId="{B6685854-A8F7-4E96-BC65-4B7A3EAAF0E9}"/>
          </ac:grpSpMkLst>
        </pc:grpChg>
        <pc:grpChg chg="add mod">
          <ac:chgData name="Amilcar Jose Rodriguez Barrios" userId="efa7753a-59bf-44f0-ad53-c3388f48cff0" providerId="ADAL" clId="{ECC100FD-023F-4E10-9A7E-BC0C9D78DF98}" dt="2021-03-01T12:05:01.009" v="4768"/>
          <ac:grpSpMkLst>
            <pc:docMk/>
            <pc:sldMk cId="3036078534" sldId="2076137425"/>
            <ac:grpSpMk id="13" creationId="{D241CBBA-C4A6-4ABC-974E-8822EA2FC565}"/>
          </ac:grpSpMkLst>
        </pc:grpChg>
        <pc:grpChg chg="add mod">
          <ac:chgData name="Amilcar Jose Rodriguez Barrios" userId="efa7753a-59bf-44f0-ad53-c3388f48cff0" providerId="ADAL" clId="{ECC100FD-023F-4E10-9A7E-BC0C9D78DF98}" dt="2021-03-01T12:05:01.009" v="4768"/>
          <ac:grpSpMkLst>
            <pc:docMk/>
            <pc:sldMk cId="3036078534" sldId="2076137425"/>
            <ac:grpSpMk id="16" creationId="{12BBC06E-458E-4469-A817-7AA0F0024485}"/>
          </ac:grpSpMkLst>
        </pc:grpChg>
        <pc:grpChg chg="add mod">
          <ac:chgData name="Amilcar Jose Rodriguez Barrios" userId="efa7753a-59bf-44f0-ad53-c3388f48cff0" providerId="ADAL" clId="{ECC100FD-023F-4E10-9A7E-BC0C9D78DF98}" dt="2021-03-01T12:05:01.009" v="4768"/>
          <ac:grpSpMkLst>
            <pc:docMk/>
            <pc:sldMk cId="3036078534" sldId="2076137425"/>
            <ac:grpSpMk id="19" creationId="{D7E481F3-F0D8-4BCD-8E87-6860790BA242}"/>
          </ac:grpSpMkLst>
        </pc:grpChg>
        <pc:picChg chg="mod">
          <ac:chgData name="Amilcar Jose Rodriguez Barrios" userId="efa7753a-59bf-44f0-ad53-c3388f48cff0" providerId="ADAL" clId="{ECC100FD-023F-4E10-9A7E-BC0C9D78DF98}" dt="2021-03-01T12:05:01.009" v="4768"/>
          <ac:picMkLst>
            <pc:docMk/>
            <pc:sldMk cId="3036078534" sldId="2076137425"/>
            <ac:picMk id="18" creationId="{782290A8-74EB-4304-8320-FD7B641A0143}"/>
          </ac:picMkLst>
        </pc:picChg>
        <pc:cxnChg chg="mod">
          <ac:chgData name="Amilcar Jose Rodriguez Barrios" userId="efa7753a-59bf-44f0-ad53-c3388f48cff0" providerId="ADAL" clId="{ECC100FD-023F-4E10-9A7E-BC0C9D78DF98}" dt="2021-03-01T12:05:01.009" v="4768"/>
          <ac:cxnSpMkLst>
            <pc:docMk/>
            <pc:sldMk cId="3036078534" sldId="2076137425"/>
            <ac:cxnSpMk id="14" creationId="{81E41481-4F00-4733-9028-F373B4681570}"/>
          </ac:cxnSpMkLst>
        </pc:cxnChg>
      </pc:sldChg>
      <pc:sldChg chg="addSp delSp modSp new del mod modAnim">
        <pc:chgData name="Amilcar Jose Rodriguez Barrios" userId="efa7753a-59bf-44f0-ad53-c3388f48cff0" providerId="ADAL" clId="{ECC100FD-023F-4E10-9A7E-BC0C9D78DF98}" dt="2021-03-03T02:20:26.914" v="5325" actId="47"/>
        <pc:sldMkLst>
          <pc:docMk/>
          <pc:sldMk cId="809665942" sldId="2076137426"/>
        </pc:sldMkLst>
        <pc:spChg chg="del">
          <ac:chgData name="Amilcar Jose Rodriguez Barrios" userId="efa7753a-59bf-44f0-ad53-c3388f48cff0" providerId="ADAL" clId="{ECC100FD-023F-4E10-9A7E-BC0C9D78DF98}" dt="2021-03-03T01:43:07.916" v="4781" actId="478"/>
          <ac:spMkLst>
            <pc:docMk/>
            <pc:sldMk cId="809665942" sldId="2076137426"/>
            <ac:spMk id="2" creationId="{00BFB1C7-D283-4AA1-94B1-DCB1E30079EA}"/>
          </ac:spMkLst>
        </pc:spChg>
        <pc:spChg chg="mod">
          <ac:chgData name="Amilcar Jose Rodriguez Barrios" userId="efa7753a-59bf-44f0-ad53-c3388f48cff0" providerId="ADAL" clId="{ECC100FD-023F-4E10-9A7E-BC0C9D78DF98}" dt="2021-03-03T01:43:06.357" v="4780"/>
          <ac:spMkLst>
            <pc:docMk/>
            <pc:sldMk cId="809665942" sldId="2076137426"/>
            <ac:spMk id="5" creationId="{BC9F53A7-82AE-4622-A58F-A6432B2ECDEF}"/>
          </ac:spMkLst>
        </pc:spChg>
        <pc:spChg chg="mod">
          <ac:chgData name="Amilcar Jose Rodriguez Barrios" userId="efa7753a-59bf-44f0-ad53-c3388f48cff0" providerId="ADAL" clId="{ECC100FD-023F-4E10-9A7E-BC0C9D78DF98}" dt="2021-03-03T01:43:06.357" v="4780"/>
          <ac:spMkLst>
            <pc:docMk/>
            <pc:sldMk cId="809665942" sldId="2076137426"/>
            <ac:spMk id="7" creationId="{84CFB913-23E3-4362-97D5-E0A85FB63836}"/>
          </ac:spMkLst>
        </pc:spChg>
        <pc:spChg chg="mod">
          <ac:chgData name="Amilcar Jose Rodriguez Barrios" userId="efa7753a-59bf-44f0-ad53-c3388f48cff0" providerId="ADAL" clId="{ECC100FD-023F-4E10-9A7E-BC0C9D78DF98}" dt="2021-03-03T01:43:06.357" v="4780"/>
          <ac:spMkLst>
            <pc:docMk/>
            <pc:sldMk cId="809665942" sldId="2076137426"/>
            <ac:spMk id="10" creationId="{4B41B2BB-6CF9-4E0B-8453-E1758C4DE378}"/>
          </ac:spMkLst>
        </pc:spChg>
        <pc:spChg chg="mod">
          <ac:chgData name="Amilcar Jose Rodriguez Barrios" userId="efa7753a-59bf-44f0-ad53-c3388f48cff0" providerId="ADAL" clId="{ECC100FD-023F-4E10-9A7E-BC0C9D78DF98}" dt="2021-03-03T01:43:06.357" v="4780"/>
          <ac:spMkLst>
            <pc:docMk/>
            <pc:sldMk cId="809665942" sldId="2076137426"/>
            <ac:spMk id="11" creationId="{55F86E12-ADEB-416C-AA70-43A19AE6FD9B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3" creationId="{7900650A-CDEC-40C2-8FA2-2FF7C535A324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4" creationId="{AA84ECEF-DD61-4585-AC71-A3C34BE49A88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6" creationId="{ADBD7D01-739A-49E2-9782-4B5FB46AF75C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7" creationId="{F1E67A58-79C1-461C-BBA1-1324F70DF5D9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9" creationId="{94F3AF6D-DDB1-4569-96A0-DC238C9B7382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20" creationId="{D70E09CF-B347-45AD-955B-DB4610E4B2F2}"/>
          </ac:spMkLst>
        </pc:spChg>
        <pc:spChg chg="mod">
          <ac:chgData name="Amilcar Jose Rodriguez Barrios" userId="efa7753a-59bf-44f0-ad53-c3388f48cff0" providerId="ADAL" clId="{ECC100FD-023F-4E10-9A7E-BC0C9D78DF98}" dt="2021-03-03T01:50:24.238" v="4823" actId="571"/>
          <ac:spMkLst>
            <pc:docMk/>
            <pc:sldMk cId="809665942" sldId="2076137426"/>
            <ac:spMk id="22" creationId="{F607E0B7-7175-4AF0-9D45-317506B67360}"/>
          </ac:spMkLst>
        </pc:spChg>
        <pc:spChg chg="mod">
          <ac:chgData name="Amilcar Jose Rodriguez Barrios" userId="efa7753a-59bf-44f0-ad53-c3388f48cff0" providerId="ADAL" clId="{ECC100FD-023F-4E10-9A7E-BC0C9D78DF98}" dt="2021-03-03T01:50:24.238" v="4823" actId="571"/>
          <ac:spMkLst>
            <pc:docMk/>
            <pc:sldMk cId="809665942" sldId="2076137426"/>
            <ac:spMk id="25" creationId="{27290E67-BCC0-4BED-9788-026911AF5564}"/>
          </ac:spMkLst>
        </pc:spChg>
        <pc:spChg chg="mod">
          <ac:chgData name="Amilcar Jose Rodriguez Barrios" userId="efa7753a-59bf-44f0-ad53-c3388f48cff0" providerId="ADAL" clId="{ECC100FD-023F-4E10-9A7E-BC0C9D78DF98}" dt="2021-03-03T01:50:24.238" v="4823" actId="571"/>
          <ac:spMkLst>
            <pc:docMk/>
            <pc:sldMk cId="809665942" sldId="2076137426"/>
            <ac:spMk id="26" creationId="{3C3DA7F2-0A24-4F54-87FE-CE0D0233EC27}"/>
          </ac:spMkLst>
        </pc:spChg>
        <pc:grpChg chg="add mod">
          <ac:chgData name="Amilcar Jose Rodriguez Barrios" userId="efa7753a-59bf-44f0-ad53-c3388f48cff0" providerId="ADAL" clId="{ECC100FD-023F-4E10-9A7E-BC0C9D78DF98}" dt="2021-03-03T01:43:06.357" v="4780"/>
          <ac:grpSpMkLst>
            <pc:docMk/>
            <pc:sldMk cId="809665942" sldId="2076137426"/>
            <ac:grpSpMk id="3" creationId="{445D3F8D-3816-4281-B0CC-73ECC49AED89}"/>
          </ac:grpSpMkLst>
        </pc:grpChg>
        <pc:grpChg chg="add mod">
          <ac:chgData name="Amilcar Jose Rodriguez Barrios" userId="efa7753a-59bf-44f0-ad53-c3388f48cff0" providerId="ADAL" clId="{ECC100FD-023F-4E10-9A7E-BC0C9D78DF98}" dt="2021-03-03T01:43:06.357" v="4780"/>
          <ac:grpSpMkLst>
            <pc:docMk/>
            <pc:sldMk cId="809665942" sldId="2076137426"/>
            <ac:grpSpMk id="6" creationId="{ED30997F-3806-4811-B7EA-75F298A23C4B}"/>
          </ac:grpSpMkLst>
        </pc:grpChg>
        <pc:grpChg chg="add mod">
          <ac:chgData name="Amilcar Jose Rodriguez Barrios" userId="efa7753a-59bf-44f0-ad53-c3388f48cff0" providerId="ADAL" clId="{ECC100FD-023F-4E10-9A7E-BC0C9D78DF98}" dt="2021-03-03T01:43:06.357" v="4780"/>
          <ac:grpSpMkLst>
            <pc:docMk/>
            <pc:sldMk cId="809665942" sldId="2076137426"/>
            <ac:grpSpMk id="9" creationId="{72C009F5-ECE2-4E79-91DC-8869AE7AD15E}"/>
          </ac:grpSpMkLst>
        </pc:grpChg>
        <pc:grpChg chg="add mod">
          <ac:chgData name="Amilcar Jose Rodriguez Barrios" userId="efa7753a-59bf-44f0-ad53-c3388f48cff0" providerId="ADAL" clId="{ECC100FD-023F-4E10-9A7E-BC0C9D78DF98}" dt="2021-03-03T01:43:19.340" v="4783" actId="1076"/>
          <ac:grpSpMkLst>
            <pc:docMk/>
            <pc:sldMk cId="809665942" sldId="2076137426"/>
            <ac:grpSpMk id="12" creationId="{F9442BBD-2AF3-4EC1-BD94-47F4E4663D07}"/>
          </ac:grpSpMkLst>
        </pc:grpChg>
        <pc:grpChg chg="add mod">
          <ac:chgData name="Amilcar Jose Rodriguez Barrios" userId="efa7753a-59bf-44f0-ad53-c3388f48cff0" providerId="ADAL" clId="{ECC100FD-023F-4E10-9A7E-BC0C9D78DF98}" dt="2021-03-03T01:43:19.340" v="4783" actId="1076"/>
          <ac:grpSpMkLst>
            <pc:docMk/>
            <pc:sldMk cId="809665942" sldId="2076137426"/>
            <ac:grpSpMk id="15" creationId="{6651E7BB-A21A-4E55-871C-99AB1E48DBB5}"/>
          </ac:grpSpMkLst>
        </pc:grpChg>
        <pc:grpChg chg="add mod">
          <ac:chgData name="Amilcar Jose Rodriguez Barrios" userId="efa7753a-59bf-44f0-ad53-c3388f48cff0" providerId="ADAL" clId="{ECC100FD-023F-4E10-9A7E-BC0C9D78DF98}" dt="2021-03-03T01:43:19.340" v="4783" actId="1076"/>
          <ac:grpSpMkLst>
            <pc:docMk/>
            <pc:sldMk cId="809665942" sldId="2076137426"/>
            <ac:grpSpMk id="18" creationId="{DECE9A3A-A0A2-424E-A1E2-4C05B6C9E649}"/>
          </ac:grpSpMkLst>
        </pc:grpChg>
        <pc:grpChg chg="add mod">
          <ac:chgData name="Amilcar Jose Rodriguez Barrios" userId="efa7753a-59bf-44f0-ad53-c3388f48cff0" providerId="ADAL" clId="{ECC100FD-023F-4E10-9A7E-BC0C9D78DF98}" dt="2021-03-03T01:50:24.238" v="4823" actId="571"/>
          <ac:grpSpMkLst>
            <pc:docMk/>
            <pc:sldMk cId="809665942" sldId="2076137426"/>
            <ac:grpSpMk id="21" creationId="{64772447-B36C-4BC0-A6D7-4E68C19A0543}"/>
          </ac:grpSpMkLst>
        </pc:grpChg>
        <pc:grpChg chg="add mod">
          <ac:chgData name="Amilcar Jose Rodriguez Barrios" userId="efa7753a-59bf-44f0-ad53-c3388f48cff0" providerId="ADAL" clId="{ECC100FD-023F-4E10-9A7E-BC0C9D78DF98}" dt="2021-03-03T01:50:24.238" v="4823" actId="571"/>
          <ac:grpSpMkLst>
            <pc:docMk/>
            <pc:sldMk cId="809665942" sldId="2076137426"/>
            <ac:grpSpMk id="24" creationId="{60A9FB06-EE87-4822-BE87-E0FCDAC0887F}"/>
          </ac:grpSpMkLst>
        </pc:grpChg>
        <pc:picChg chg="mod">
          <ac:chgData name="Amilcar Jose Rodriguez Barrios" userId="efa7753a-59bf-44f0-ad53-c3388f48cff0" providerId="ADAL" clId="{ECC100FD-023F-4E10-9A7E-BC0C9D78DF98}" dt="2021-03-03T01:43:06.357" v="4780"/>
          <ac:picMkLst>
            <pc:docMk/>
            <pc:sldMk cId="809665942" sldId="2076137426"/>
            <ac:picMk id="8" creationId="{5A095898-DDA9-40C2-AF0E-854050C75179}"/>
          </ac:picMkLst>
        </pc:picChg>
        <pc:picChg chg="mod">
          <ac:chgData name="Amilcar Jose Rodriguez Barrios" userId="efa7753a-59bf-44f0-ad53-c3388f48cff0" providerId="ADAL" clId="{ECC100FD-023F-4E10-9A7E-BC0C9D78DF98}" dt="2021-03-03T01:50:24.238" v="4823" actId="571"/>
          <ac:picMkLst>
            <pc:docMk/>
            <pc:sldMk cId="809665942" sldId="2076137426"/>
            <ac:picMk id="23" creationId="{9E0DAE1B-C663-4ECB-93B1-72C28223F45E}"/>
          </ac:picMkLst>
        </pc:picChg>
        <pc:cxnChg chg="mod">
          <ac:chgData name="Amilcar Jose Rodriguez Barrios" userId="efa7753a-59bf-44f0-ad53-c3388f48cff0" providerId="ADAL" clId="{ECC100FD-023F-4E10-9A7E-BC0C9D78DF98}" dt="2021-03-03T01:43:06.357" v="4780"/>
          <ac:cxnSpMkLst>
            <pc:docMk/>
            <pc:sldMk cId="809665942" sldId="2076137426"/>
            <ac:cxnSpMk id="4" creationId="{893124A4-2D89-4D6A-8522-5B395952E0C3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3T01:44:37.480" v="4813" actId="20577"/>
        <pc:sldMkLst>
          <pc:docMk/>
          <pc:sldMk cId="2064948987" sldId="2076137427"/>
        </pc:sldMkLst>
        <pc:spChg chg="mod">
          <ac:chgData name="Amilcar Jose Rodriguez Barrios" userId="efa7753a-59bf-44f0-ad53-c3388f48cff0" providerId="ADAL" clId="{ECC100FD-023F-4E10-9A7E-BC0C9D78DF98}" dt="2021-03-03T01:43:56.156" v="4786" actId="20577"/>
          <ac:spMkLst>
            <pc:docMk/>
            <pc:sldMk cId="2064948987" sldId="2076137427"/>
            <ac:spMk id="12" creationId="{88158898-4C10-4600-8E25-8D34F902C9CC}"/>
          </ac:spMkLst>
        </pc:spChg>
        <pc:spChg chg="mod">
          <ac:chgData name="Amilcar Jose Rodriguez Barrios" userId="efa7753a-59bf-44f0-ad53-c3388f48cff0" providerId="ADAL" clId="{ECC100FD-023F-4E10-9A7E-BC0C9D78DF98}" dt="2021-03-03T01:44:37.480" v="4813" actId="20577"/>
          <ac:spMkLst>
            <pc:docMk/>
            <pc:sldMk cId="2064948987" sldId="2076137427"/>
            <ac:spMk id="15" creationId="{BB286AD1-B183-4CAE-9EE5-A6A17BE76F60}"/>
          </ac:spMkLst>
        </pc:spChg>
        <pc:spChg chg="mod">
          <ac:chgData name="Amilcar Jose Rodriguez Barrios" userId="efa7753a-59bf-44f0-ad53-c3388f48cff0" providerId="ADAL" clId="{ECC100FD-023F-4E10-9A7E-BC0C9D78DF98}" dt="2021-03-03T01:44:04.540" v="4787"/>
          <ac:spMkLst>
            <pc:docMk/>
            <pc:sldMk cId="2064948987" sldId="2076137427"/>
            <ac:spMk id="16" creationId="{E2A72B17-8060-44BC-BCFC-81FE7B298432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3T01:53:34.884" v="4915" actId="1076"/>
        <pc:sldMkLst>
          <pc:docMk/>
          <pc:sldMk cId="1698962710" sldId="2076137428"/>
        </pc:sldMkLst>
        <pc:spChg chg="del">
          <ac:chgData name="Amilcar Jose Rodriguez Barrios" userId="efa7753a-59bf-44f0-ad53-c3388f48cff0" providerId="ADAL" clId="{ECC100FD-023F-4E10-9A7E-BC0C9D78DF98}" dt="2021-03-03T01:49:46.389" v="4815" actId="478"/>
          <ac:spMkLst>
            <pc:docMk/>
            <pc:sldMk cId="1698962710" sldId="2076137428"/>
            <ac:spMk id="2" creationId="{6CAD5A47-8C85-4513-90A0-0CC4F0133E77}"/>
          </ac:spMkLst>
        </pc:spChg>
        <pc:spChg chg="add mod">
          <ac:chgData name="Amilcar Jose Rodriguez Barrios" userId="efa7753a-59bf-44f0-ad53-c3388f48cff0" providerId="ADAL" clId="{ECC100FD-023F-4E10-9A7E-BC0C9D78DF98}" dt="2021-03-03T01:53:34.884" v="4915" actId="1076"/>
          <ac:spMkLst>
            <pc:docMk/>
            <pc:sldMk cId="1698962710" sldId="2076137428"/>
            <ac:spMk id="3" creationId="{C5E06940-5C6E-47B7-9279-88ECC9BAC74C}"/>
          </ac:spMkLst>
        </pc:spChg>
        <pc:spChg chg="mod">
          <ac:chgData name="Amilcar Jose Rodriguez Barrios" userId="efa7753a-59bf-44f0-ad53-c3388f48cff0" providerId="ADAL" clId="{ECC100FD-023F-4E10-9A7E-BC0C9D78DF98}" dt="2021-03-03T01:49:54.281" v="4816"/>
          <ac:spMkLst>
            <pc:docMk/>
            <pc:sldMk cId="1698962710" sldId="2076137428"/>
            <ac:spMk id="6" creationId="{B74B7FB4-B6B8-4B0D-AE3B-7C8460B29AD6}"/>
          </ac:spMkLst>
        </pc:spChg>
        <pc:spChg chg="mod">
          <ac:chgData name="Amilcar Jose Rodriguez Barrios" userId="efa7753a-59bf-44f0-ad53-c3388f48cff0" providerId="ADAL" clId="{ECC100FD-023F-4E10-9A7E-BC0C9D78DF98}" dt="2021-03-03T01:49:54.281" v="4816"/>
          <ac:spMkLst>
            <pc:docMk/>
            <pc:sldMk cId="1698962710" sldId="2076137428"/>
            <ac:spMk id="7" creationId="{82DEB16C-6ADE-4585-9D94-BA642FA5B6A8}"/>
          </ac:spMkLst>
        </pc:spChg>
        <pc:spChg chg="add mod">
          <ac:chgData name="Amilcar Jose Rodriguez Barrios" userId="efa7753a-59bf-44f0-ad53-c3388f48cff0" providerId="ADAL" clId="{ECC100FD-023F-4E10-9A7E-BC0C9D78DF98}" dt="2021-03-03T01:50:31.987" v="4842" actId="1036"/>
          <ac:spMkLst>
            <pc:docMk/>
            <pc:sldMk cId="1698962710" sldId="2076137428"/>
            <ac:spMk id="8" creationId="{CD5394A2-EEEE-4226-911D-EF8EE9FD5FCB}"/>
          </ac:spMkLst>
        </pc:spChg>
        <pc:spChg chg="add mod">
          <ac:chgData name="Amilcar Jose Rodriguez Barrios" userId="efa7753a-59bf-44f0-ad53-c3388f48cff0" providerId="ADAL" clId="{ECC100FD-023F-4E10-9A7E-BC0C9D78DF98}" dt="2021-03-03T01:49:56.357" v="4817" actId="1076"/>
          <ac:spMkLst>
            <pc:docMk/>
            <pc:sldMk cId="1698962710" sldId="2076137428"/>
            <ac:spMk id="9" creationId="{E6D0BF7B-333C-42E5-AF0A-FB4753F08C94}"/>
          </ac:spMkLst>
        </pc:spChg>
        <pc:spChg chg="mod">
          <ac:chgData name="Amilcar Jose Rodriguez Barrios" userId="efa7753a-59bf-44f0-ad53-c3388f48cff0" providerId="ADAL" clId="{ECC100FD-023F-4E10-9A7E-BC0C9D78DF98}" dt="2021-03-03T01:50:26.698" v="4824"/>
          <ac:spMkLst>
            <pc:docMk/>
            <pc:sldMk cId="1698962710" sldId="2076137428"/>
            <ac:spMk id="12" creationId="{6F092A35-BB9C-4ACE-9CA0-436E70F9515A}"/>
          </ac:spMkLst>
        </pc:spChg>
        <pc:spChg chg="mod">
          <ac:chgData name="Amilcar Jose Rodriguez Barrios" userId="efa7753a-59bf-44f0-ad53-c3388f48cff0" providerId="ADAL" clId="{ECC100FD-023F-4E10-9A7E-BC0C9D78DF98}" dt="2021-03-03T01:50:26.698" v="4824"/>
          <ac:spMkLst>
            <pc:docMk/>
            <pc:sldMk cId="1698962710" sldId="2076137428"/>
            <ac:spMk id="14" creationId="{2409B80F-1D36-49AF-A973-B773B39DD5E3}"/>
          </ac:spMkLst>
        </pc:spChg>
        <pc:spChg chg="mod">
          <ac:chgData name="Amilcar Jose Rodriguez Barrios" userId="efa7753a-59bf-44f0-ad53-c3388f48cff0" providerId="ADAL" clId="{ECC100FD-023F-4E10-9A7E-BC0C9D78DF98}" dt="2021-03-03T01:50:26.698" v="4824"/>
          <ac:spMkLst>
            <pc:docMk/>
            <pc:sldMk cId="1698962710" sldId="2076137428"/>
            <ac:spMk id="17" creationId="{057CEAD8-9F48-4E59-A978-027E3A7E4BC4}"/>
          </ac:spMkLst>
        </pc:spChg>
        <pc:spChg chg="mod">
          <ac:chgData name="Amilcar Jose Rodriguez Barrios" userId="efa7753a-59bf-44f0-ad53-c3388f48cff0" providerId="ADAL" clId="{ECC100FD-023F-4E10-9A7E-BC0C9D78DF98}" dt="2021-03-03T01:50:26.698" v="4824"/>
          <ac:spMkLst>
            <pc:docMk/>
            <pc:sldMk cId="1698962710" sldId="2076137428"/>
            <ac:spMk id="18" creationId="{CE5D97F0-A5CF-4872-815D-E855FF3E34AC}"/>
          </ac:spMkLst>
        </pc:spChg>
        <pc:grpChg chg="add mod">
          <ac:chgData name="Amilcar Jose Rodriguez Barrios" userId="efa7753a-59bf-44f0-ad53-c3388f48cff0" providerId="ADAL" clId="{ECC100FD-023F-4E10-9A7E-BC0C9D78DF98}" dt="2021-03-03T01:49:56.357" v="4817" actId="1076"/>
          <ac:grpSpMkLst>
            <pc:docMk/>
            <pc:sldMk cId="1698962710" sldId="2076137428"/>
            <ac:grpSpMk id="5" creationId="{16001D7B-38EE-46E2-8BC3-3A71831CA84A}"/>
          </ac:grpSpMkLst>
        </pc:grpChg>
        <pc:grpChg chg="add mod">
          <ac:chgData name="Amilcar Jose Rodriguez Barrios" userId="efa7753a-59bf-44f0-ad53-c3388f48cff0" providerId="ADAL" clId="{ECC100FD-023F-4E10-9A7E-BC0C9D78DF98}" dt="2021-03-03T01:50:26.698" v="4824"/>
          <ac:grpSpMkLst>
            <pc:docMk/>
            <pc:sldMk cId="1698962710" sldId="2076137428"/>
            <ac:grpSpMk id="10" creationId="{8E755954-E3AF-462C-AA3A-8B3F5E5456C8}"/>
          </ac:grpSpMkLst>
        </pc:grpChg>
        <pc:grpChg chg="add mod">
          <ac:chgData name="Amilcar Jose Rodriguez Barrios" userId="efa7753a-59bf-44f0-ad53-c3388f48cff0" providerId="ADAL" clId="{ECC100FD-023F-4E10-9A7E-BC0C9D78DF98}" dt="2021-03-03T01:50:26.698" v="4824"/>
          <ac:grpSpMkLst>
            <pc:docMk/>
            <pc:sldMk cId="1698962710" sldId="2076137428"/>
            <ac:grpSpMk id="13" creationId="{0BD7760A-DA0F-4319-B1E2-1D472A736BAD}"/>
          </ac:grpSpMkLst>
        </pc:grpChg>
        <pc:grpChg chg="add mod">
          <ac:chgData name="Amilcar Jose Rodriguez Barrios" userId="efa7753a-59bf-44f0-ad53-c3388f48cff0" providerId="ADAL" clId="{ECC100FD-023F-4E10-9A7E-BC0C9D78DF98}" dt="2021-03-03T01:50:26.698" v="4824"/>
          <ac:grpSpMkLst>
            <pc:docMk/>
            <pc:sldMk cId="1698962710" sldId="2076137428"/>
            <ac:grpSpMk id="16" creationId="{A43E68F4-5A74-4047-872E-C53A4A577149}"/>
          </ac:grpSpMkLst>
        </pc:grpChg>
        <pc:picChg chg="add mod">
          <ac:chgData name="Amilcar Jose Rodriguez Barrios" userId="efa7753a-59bf-44f0-ad53-c3388f48cff0" providerId="ADAL" clId="{ECC100FD-023F-4E10-9A7E-BC0C9D78DF98}" dt="2021-03-03T01:50:31.987" v="4842" actId="1036"/>
          <ac:picMkLst>
            <pc:docMk/>
            <pc:sldMk cId="1698962710" sldId="2076137428"/>
            <ac:picMk id="4" creationId="{1E8ECE35-2BEB-4DD2-B465-E4BD8299E293}"/>
          </ac:picMkLst>
        </pc:picChg>
        <pc:picChg chg="mod">
          <ac:chgData name="Amilcar Jose Rodriguez Barrios" userId="efa7753a-59bf-44f0-ad53-c3388f48cff0" providerId="ADAL" clId="{ECC100FD-023F-4E10-9A7E-BC0C9D78DF98}" dt="2021-03-03T01:50:26.698" v="4824"/>
          <ac:picMkLst>
            <pc:docMk/>
            <pc:sldMk cId="1698962710" sldId="2076137428"/>
            <ac:picMk id="15" creationId="{3CDB1BE5-9398-44E8-9FCC-58F33AA9C019}"/>
          </ac:picMkLst>
        </pc:picChg>
        <pc:cxnChg chg="mod">
          <ac:chgData name="Amilcar Jose Rodriguez Barrios" userId="efa7753a-59bf-44f0-ad53-c3388f48cff0" providerId="ADAL" clId="{ECC100FD-023F-4E10-9A7E-BC0C9D78DF98}" dt="2021-03-03T01:50:26.698" v="4824"/>
          <ac:cxnSpMkLst>
            <pc:docMk/>
            <pc:sldMk cId="1698962710" sldId="2076137428"/>
            <ac:cxnSpMk id="11" creationId="{2871DB5E-C22E-4015-AE3B-AF69C888BF71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3T01:51:26.796" v="4882"/>
        <pc:sldMkLst>
          <pc:docMk/>
          <pc:sldMk cId="1315036951" sldId="2076137429"/>
        </pc:sldMkLst>
        <pc:spChg chg="del">
          <ac:chgData name="Amilcar Jose Rodriguez Barrios" userId="efa7753a-59bf-44f0-ad53-c3388f48cff0" providerId="ADAL" clId="{ECC100FD-023F-4E10-9A7E-BC0C9D78DF98}" dt="2021-03-03T01:50:48.625" v="4844" actId="478"/>
          <ac:spMkLst>
            <pc:docMk/>
            <pc:sldMk cId="1315036951" sldId="2076137429"/>
            <ac:spMk id="2" creationId="{9C3D89AF-8032-433D-A141-CE2664651463}"/>
          </ac:spMkLst>
        </pc:spChg>
        <pc:spChg chg="mod">
          <ac:chgData name="Amilcar Jose Rodriguez Barrios" userId="efa7753a-59bf-44f0-ad53-c3388f48cff0" providerId="ADAL" clId="{ECC100FD-023F-4E10-9A7E-BC0C9D78DF98}" dt="2021-03-03T01:50:52.672" v="4845"/>
          <ac:spMkLst>
            <pc:docMk/>
            <pc:sldMk cId="1315036951" sldId="2076137429"/>
            <ac:spMk id="5" creationId="{DC75F60A-83F3-4649-866A-FE16829D5ED9}"/>
          </ac:spMkLst>
        </pc:spChg>
        <pc:spChg chg="mod">
          <ac:chgData name="Amilcar Jose Rodriguez Barrios" userId="efa7753a-59bf-44f0-ad53-c3388f48cff0" providerId="ADAL" clId="{ECC100FD-023F-4E10-9A7E-BC0C9D78DF98}" dt="2021-03-03T01:50:52.672" v="4845"/>
          <ac:spMkLst>
            <pc:docMk/>
            <pc:sldMk cId="1315036951" sldId="2076137429"/>
            <ac:spMk id="7" creationId="{BAAD6C7B-1E2E-4D73-AE1B-3E5A4E767688}"/>
          </ac:spMkLst>
        </pc:spChg>
        <pc:spChg chg="mod">
          <ac:chgData name="Amilcar Jose Rodriguez Barrios" userId="efa7753a-59bf-44f0-ad53-c3388f48cff0" providerId="ADAL" clId="{ECC100FD-023F-4E10-9A7E-BC0C9D78DF98}" dt="2021-03-03T01:50:52.672" v="4845"/>
          <ac:spMkLst>
            <pc:docMk/>
            <pc:sldMk cId="1315036951" sldId="2076137429"/>
            <ac:spMk id="10" creationId="{863FA732-20BB-43A1-93A5-337C398B2CBD}"/>
          </ac:spMkLst>
        </pc:spChg>
        <pc:spChg chg="mod">
          <ac:chgData name="Amilcar Jose Rodriguez Barrios" userId="efa7753a-59bf-44f0-ad53-c3388f48cff0" providerId="ADAL" clId="{ECC100FD-023F-4E10-9A7E-BC0C9D78DF98}" dt="2021-03-03T01:50:52.672" v="4845"/>
          <ac:spMkLst>
            <pc:docMk/>
            <pc:sldMk cId="1315036951" sldId="2076137429"/>
            <ac:spMk id="11" creationId="{0FA3250E-7519-443F-91CF-C57E20573F1E}"/>
          </ac:spMkLst>
        </pc:spChg>
        <pc:spChg chg="add mod">
          <ac:chgData name="Amilcar Jose Rodriguez Barrios" userId="efa7753a-59bf-44f0-ad53-c3388f48cff0" providerId="ADAL" clId="{ECC100FD-023F-4E10-9A7E-BC0C9D78DF98}" dt="2021-03-03T01:51:04.167" v="4848" actId="20577"/>
          <ac:spMkLst>
            <pc:docMk/>
            <pc:sldMk cId="1315036951" sldId="2076137429"/>
            <ac:spMk id="12" creationId="{96FB492C-2895-4D68-8390-5D369D081E16}"/>
          </ac:spMkLst>
        </pc:spChg>
        <pc:spChg chg="add mod">
          <ac:chgData name="Amilcar Jose Rodriguez Barrios" userId="efa7753a-59bf-44f0-ad53-c3388f48cff0" providerId="ADAL" clId="{ECC100FD-023F-4E10-9A7E-BC0C9D78DF98}" dt="2021-03-03T01:51:02.477" v="4846"/>
          <ac:spMkLst>
            <pc:docMk/>
            <pc:sldMk cId="1315036951" sldId="2076137429"/>
            <ac:spMk id="13" creationId="{F7A13295-F17E-4125-B9D1-113C19CA3BEA}"/>
          </ac:spMkLst>
        </pc:spChg>
        <pc:spChg chg="add mod">
          <ac:chgData name="Amilcar Jose Rodriguez Barrios" userId="efa7753a-59bf-44f0-ad53-c3388f48cff0" providerId="ADAL" clId="{ECC100FD-023F-4E10-9A7E-BC0C9D78DF98}" dt="2021-03-03T01:51:02.477" v="4846"/>
          <ac:spMkLst>
            <pc:docMk/>
            <pc:sldMk cId="1315036951" sldId="2076137429"/>
            <ac:spMk id="14" creationId="{7CB50B8D-8F7A-405E-972C-B4613D7AD87C}"/>
          </ac:spMkLst>
        </pc:spChg>
        <pc:spChg chg="add mod">
          <ac:chgData name="Amilcar Jose Rodriguez Barrios" userId="efa7753a-59bf-44f0-ad53-c3388f48cff0" providerId="ADAL" clId="{ECC100FD-023F-4E10-9A7E-BC0C9D78DF98}" dt="2021-03-03T01:51:22.996" v="4881" actId="20577"/>
          <ac:spMkLst>
            <pc:docMk/>
            <pc:sldMk cId="1315036951" sldId="2076137429"/>
            <ac:spMk id="15" creationId="{1CB56135-A443-4FAA-B55C-B14CB3DCE95B}"/>
          </ac:spMkLst>
        </pc:spChg>
        <pc:spChg chg="add mod">
          <ac:chgData name="Amilcar Jose Rodriguez Barrios" userId="efa7753a-59bf-44f0-ad53-c3388f48cff0" providerId="ADAL" clId="{ECC100FD-023F-4E10-9A7E-BC0C9D78DF98}" dt="2021-03-03T01:51:26.796" v="4882"/>
          <ac:spMkLst>
            <pc:docMk/>
            <pc:sldMk cId="1315036951" sldId="2076137429"/>
            <ac:spMk id="16" creationId="{3B5EABE6-5B30-488F-9E00-AC130FC9E34E}"/>
          </ac:spMkLst>
        </pc:spChg>
        <pc:grpChg chg="add mod">
          <ac:chgData name="Amilcar Jose Rodriguez Barrios" userId="efa7753a-59bf-44f0-ad53-c3388f48cff0" providerId="ADAL" clId="{ECC100FD-023F-4E10-9A7E-BC0C9D78DF98}" dt="2021-03-03T01:50:52.672" v="4845"/>
          <ac:grpSpMkLst>
            <pc:docMk/>
            <pc:sldMk cId="1315036951" sldId="2076137429"/>
            <ac:grpSpMk id="3" creationId="{5D966381-B354-4B7D-A211-D564DBF649FC}"/>
          </ac:grpSpMkLst>
        </pc:grpChg>
        <pc:grpChg chg="add mod">
          <ac:chgData name="Amilcar Jose Rodriguez Barrios" userId="efa7753a-59bf-44f0-ad53-c3388f48cff0" providerId="ADAL" clId="{ECC100FD-023F-4E10-9A7E-BC0C9D78DF98}" dt="2021-03-03T01:50:52.672" v="4845"/>
          <ac:grpSpMkLst>
            <pc:docMk/>
            <pc:sldMk cId="1315036951" sldId="2076137429"/>
            <ac:grpSpMk id="6" creationId="{085D57F1-3082-4BA2-BAF4-1734F3F28745}"/>
          </ac:grpSpMkLst>
        </pc:grpChg>
        <pc:grpChg chg="add mod">
          <ac:chgData name="Amilcar Jose Rodriguez Barrios" userId="efa7753a-59bf-44f0-ad53-c3388f48cff0" providerId="ADAL" clId="{ECC100FD-023F-4E10-9A7E-BC0C9D78DF98}" dt="2021-03-03T01:50:52.672" v="4845"/>
          <ac:grpSpMkLst>
            <pc:docMk/>
            <pc:sldMk cId="1315036951" sldId="2076137429"/>
            <ac:grpSpMk id="9" creationId="{7FBAF91D-8526-4AC9-A96A-B944FC9F975F}"/>
          </ac:grpSpMkLst>
        </pc:grpChg>
        <pc:picChg chg="mod">
          <ac:chgData name="Amilcar Jose Rodriguez Barrios" userId="efa7753a-59bf-44f0-ad53-c3388f48cff0" providerId="ADAL" clId="{ECC100FD-023F-4E10-9A7E-BC0C9D78DF98}" dt="2021-03-03T01:50:52.672" v="4845"/>
          <ac:picMkLst>
            <pc:docMk/>
            <pc:sldMk cId="1315036951" sldId="2076137429"/>
            <ac:picMk id="8" creationId="{75A6FC4D-0A99-4A9D-A3D1-EEDD2BEF1F3F}"/>
          </ac:picMkLst>
        </pc:picChg>
        <pc:cxnChg chg="mod">
          <ac:chgData name="Amilcar Jose Rodriguez Barrios" userId="efa7753a-59bf-44f0-ad53-c3388f48cff0" providerId="ADAL" clId="{ECC100FD-023F-4E10-9A7E-BC0C9D78DF98}" dt="2021-03-03T01:50:52.672" v="4845"/>
          <ac:cxnSpMkLst>
            <pc:docMk/>
            <pc:sldMk cId="1315036951" sldId="2076137429"/>
            <ac:cxnSpMk id="4" creationId="{D7932157-01F2-42E7-AFB6-9370A0F54924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3T01:57:52.138" v="5037" actId="1076"/>
        <pc:sldMkLst>
          <pc:docMk/>
          <pc:sldMk cId="2435984354" sldId="2076137430"/>
        </pc:sldMkLst>
        <pc:spChg chg="del">
          <ac:chgData name="Amilcar Jose Rodriguez Barrios" userId="efa7753a-59bf-44f0-ad53-c3388f48cff0" providerId="ADAL" clId="{ECC100FD-023F-4E10-9A7E-BC0C9D78DF98}" dt="2021-03-03T01:51:53.905" v="4884" actId="478"/>
          <ac:spMkLst>
            <pc:docMk/>
            <pc:sldMk cId="2435984354" sldId="2076137430"/>
            <ac:spMk id="2" creationId="{FE623711-5A4F-4870-997D-710488774177}"/>
          </ac:spMkLst>
        </pc:spChg>
        <pc:spChg chg="mod">
          <ac:chgData name="Amilcar Jose Rodriguez Barrios" userId="efa7753a-59bf-44f0-ad53-c3388f48cff0" providerId="ADAL" clId="{ECC100FD-023F-4E10-9A7E-BC0C9D78DF98}" dt="2021-03-03T01:52:17.133" v="4885"/>
          <ac:spMkLst>
            <pc:docMk/>
            <pc:sldMk cId="2435984354" sldId="2076137430"/>
            <ac:spMk id="5" creationId="{78C055EB-80AF-45E7-9389-1C67B809A8F5}"/>
          </ac:spMkLst>
        </pc:spChg>
        <pc:spChg chg="mod">
          <ac:chgData name="Amilcar Jose Rodriguez Barrios" userId="efa7753a-59bf-44f0-ad53-c3388f48cff0" providerId="ADAL" clId="{ECC100FD-023F-4E10-9A7E-BC0C9D78DF98}" dt="2021-03-03T01:52:17.133" v="4885"/>
          <ac:spMkLst>
            <pc:docMk/>
            <pc:sldMk cId="2435984354" sldId="2076137430"/>
            <ac:spMk id="7" creationId="{7B625F3A-4DBA-4F02-B7FD-8CAA10C39E04}"/>
          </ac:spMkLst>
        </pc:spChg>
        <pc:spChg chg="mod">
          <ac:chgData name="Amilcar Jose Rodriguez Barrios" userId="efa7753a-59bf-44f0-ad53-c3388f48cff0" providerId="ADAL" clId="{ECC100FD-023F-4E10-9A7E-BC0C9D78DF98}" dt="2021-03-03T01:52:17.133" v="4885"/>
          <ac:spMkLst>
            <pc:docMk/>
            <pc:sldMk cId="2435984354" sldId="2076137430"/>
            <ac:spMk id="10" creationId="{B19905EF-FB6A-4E86-BC49-6ABA000511BB}"/>
          </ac:spMkLst>
        </pc:spChg>
        <pc:spChg chg="mod">
          <ac:chgData name="Amilcar Jose Rodriguez Barrios" userId="efa7753a-59bf-44f0-ad53-c3388f48cff0" providerId="ADAL" clId="{ECC100FD-023F-4E10-9A7E-BC0C9D78DF98}" dt="2021-03-03T01:52:17.133" v="4885"/>
          <ac:spMkLst>
            <pc:docMk/>
            <pc:sldMk cId="2435984354" sldId="2076137430"/>
            <ac:spMk id="11" creationId="{0769F545-8386-48CF-B1BF-666152926B7E}"/>
          </ac:spMkLst>
        </pc:spChg>
        <pc:spChg chg="add mod">
          <ac:chgData name="Amilcar Jose Rodriguez Barrios" userId="efa7753a-59bf-44f0-ad53-c3388f48cff0" providerId="ADAL" clId="{ECC100FD-023F-4E10-9A7E-BC0C9D78DF98}" dt="2021-03-03T01:57:52.138" v="5037" actId="1076"/>
          <ac:spMkLst>
            <pc:docMk/>
            <pc:sldMk cId="2435984354" sldId="2076137430"/>
            <ac:spMk id="12" creationId="{2270134D-0B9F-43C9-AA02-E9FDA929F26A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14" creationId="{DC7D60BD-12EC-498E-8DC2-F5A24A3845D0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15" creationId="{3C768683-2CF6-41AD-BDC2-29D220B1718B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17" creationId="{0FA68D4A-7D6F-4445-9364-E482E59621B8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18" creationId="{6E57ED13-B687-4D59-AFE1-7E91E72AD6B1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20" creationId="{3A7D378F-7074-42E9-8E99-4B5CB110A079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21" creationId="{6CCFCD47-10E5-44B5-BA63-864CF5D3BCEA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23" creationId="{C3693DD8-FE14-4B16-8E53-8E558011AC1C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24" creationId="{F23C3A5F-C291-41FB-A50E-994A01EAD748}"/>
          </ac:spMkLst>
        </pc:spChg>
        <pc:grpChg chg="add mod">
          <ac:chgData name="Amilcar Jose Rodriguez Barrios" userId="efa7753a-59bf-44f0-ad53-c3388f48cff0" providerId="ADAL" clId="{ECC100FD-023F-4E10-9A7E-BC0C9D78DF98}" dt="2021-03-03T01:52:17.133" v="4885"/>
          <ac:grpSpMkLst>
            <pc:docMk/>
            <pc:sldMk cId="2435984354" sldId="2076137430"/>
            <ac:grpSpMk id="3" creationId="{52D3E409-3810-44F5-AC41-B640471E1FA4}"/>
          </ac:grpSpMkLst>
        </pc:grpChg>
        <pc:grpChg chg="add mod">
          <ac:chgData name="Amilcar Jose Rodriguez Barrios" userId="efa7753a-59bf-44f0-ad53-c3388f48cff0" providerId="ADAL" clId="{ECC100FD-023F-4E10-9A7E-BC0C9D78DF98}" dt="2021-03-03T01:52:17.133" v="4885"/>
          <ac:grpSpMkLst>
            <pc:docMk/>
            <pc:sldMk cId="2435984354" sldId="2076137430"/>
            <ac:grpSpMk id="6" creationId="{7C1F2598-2919-4755-A284-43F76C5A73FE}"/>
          </ac:grpSpMkLst>
        </pc:grpChg>
        <pc:grpChg chg="add mod">
          <ac:chgData name="Amilcar Jose Rodriguez Barrios" userId="efa7753a-59bf-44f0-ad53-c3388f48cff0" providerId="ADAL" clId="{ECC100FD-023F-4E10-9A7E-BC0C9D78DF98}" dt="2021-03-03T01:52:17.133" v="4885"/>
          <ac:grpSpMkLst>
            <pc:docMk/>
            <pc:sldMk cId="2435984354" sldId="2076137430"/>
            <ac:grpSpMk id="9" creationId="{C1C9A005-D3C0-4D31-84A2-256426212C9C}"/>
          </ac:grpSpMkLst>
        </pc:grpChg>
        <pc:grpChg chg="add mod">
          <ac:chgData name="Amilcar Jose Rodriguez Barrios" userId="efa7753a-59bf-44f0-ad53-c3388f48cff0" providerId="ADAL" clId="{ECC100FD-023F-4E10-9A7E-BC0C9D78DF98}" dt="2021-03-03T01:57:49.623" v="5036" actId="1036"/>
          <ac:grpSpMkLst>
            <pc:docMk/>
            <pc:sldMk cId="2435984354" sldId="2076137430"/>
            <ac:grpSpMk id="13" creationId="{C8DDF026-E0FD-4AC0-A794-5E0E647F19F3}"/>
          </ac:grpSpMkLst>
        </pc:grpChg>
        <pc:grpChg chg="add mod">
          <ac:chgData name="Amilcar Jose Rodriguez Barrios" userId="efa7753a-59bf-44f0-ad53-c3388f48cff0" providerId="ADAL" clId="{ECC100FD-023F-4E10-9A7E-BC0C9D78DF98}" dt="2021-03-03T01:57:49.623" v="5036" actId="1036"/>
          <ac:grpSpMkLst>
            <pc:docMk/>
            <pc:sldMk cId="2435984354" sldId="2076137430"/>
            <ac:grpSpMk id="16" creationId="{343451F2-6FB9-4398-8AA2-C81337B5D6BB}"/>
          </ac:grpSpMkLst>
        </pc:grpChg>
        <pc:grpChg chg="add mod">
          <ac:chgData name="Amilcar Jose Rodriguez Barrios" userId="efa7753a-59bf-44f0-ad53-c3388f48cff0" providerId="ADAL" clId="{ECC100FD-023F-4E10-9A7E-BC0C9D78DF98}" dt="2021-03-03T01:57:49.623" v="5036" actId="1036"/>
          <ac:grpSpMkLst>
            <pc:docMk/>
            <pc:sldMk cId="2435984354" sldId="2076137430"/>
            <ac:grpSpMk id="19" creationId="{7F2EA1E8-B90B-4048-9263-DEC63124A45B}"/>
          </ac:grpSpMkLst>
        </pc:grpChg>
        <pc:grpChg chg="add mod">
          <ac:chgData name="Amilcar Jose Rodriguez Barrios" userId="efa7753a-59bf-44f0-ad53-c3388f48cff0" providerId="ADAL" clId="{ECC100FD-023F-4E10-9A7E-BC0C9D78DF98}" dt="2021-03-03T01:57:49.623" v="5036" actId="1036"/>
          <ac:grpSpMkLst>
            <pc:docMk/>
            <pc:sldMk cId="2435984354" sldId="2076137430"/>
            <ac:grpSpMk id="22" creationId="{369FEF71-0F0C-406D-9F73-1EF4456F65B4}"/>
          </ac:grpSpMkLst>
        </pc:grpChg>
        <pc:picChg chg="mod">
          <ac:chgData name="Amilcar Jose Rodriguez Barrios" userId="efa7753a-59bf-44f0-ad53-c3388f48cff0" providerId="ADAL" clId="{ECC100FD-023F-4E10-9A7E-BC0C9D78DF98}" dt="2021-03-03T01:52:17.133" v="4885"/>
          <ac:picMkLst>
            <pc:docMk/>
            <pc:sldMk cId="2435984354" sldId="2076137430"/>
            <ac:picMk id="8" creationId="{1BD75301-7332-4747-AEC0-F88617C59C4A}"/>
          </ac:picMkLst>
        </pc:picChg>
        <pc:cxnChg chg="mod">
          <ac:chgData name="Amilcar Jose Rodriguez Barrios" userId="efa7753a-59bf-44f0-ad53-c3388f48cff0" providerId="ADAL" clId="{ECC100FD-023F-4E10-9A7E-BC0C9D78DF98}" dt="2021-03-03T01:52:17.133" v="4885"/>
          <ac:cxnSpMkLst>
            <pc:docMk/>
            <pc:sldMk cId="2435984354" sldId="2076137430"/>
            <ac:cxnSpMk id="4" creationId="{EB8BC3FB-58C1-4EB1-9C84-05C9D820DBB2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3T01:52:25.750" v="4905" actId="20577"/>
        <pc:sldMkLst>
          <pc:docMk/>
          <pc:sldMk cId="3392601636" sldId="2076137431"/>
        </pc:sldMkLst>
        <pc:spChg chg="mod">
          <ac:chgData name="Amilcar Jose Rodriguez Barrios" userId="efa7753a-59bf-44f0-ad53-c3388f48cff0" providerId="ADAL" clId="{ECC100FD-023F-4E10-9A7E-BC0C9D78DF98}" dt="2021-03-03T01:52:25.750" v="4905" actId="20577"/>
          <ac:spMkLst>
            <pc:docMk/>
            <pc:sldMk cId="3392601636" sldId="2076137431"/>
            <ac:spMk id="9" creationId="{E7731D0A-BED0-4C7D-80D9-145621B03A73}"/>
          </ac:spMkLst>
        </pc:spChg>
      </pc:sldChg>
      <pc:sldChg chg="addSp modSp add mod modAnim">
        <pc:chgData name="Amilcar Jose Rodriguez Barrios" userId="efa7753a-59bf-44f0-ad53-c3388f48cff0" providerId="ADAL" clId="{ECC100FD-023F-4E10-9A7E-BC0C9D78DF98}" dt="2021-03-03T01:57:59.671" v="5039" actId="1076"/>
        <pc:sldMkLst>
          <pc:docMk/>
          <pc:sldMk cId="3649754988" sldId="2076137432"/>
        </pc:sldMkLst>
        <pc:spChg chg="add mod">
          <ac:chgData name="Amilcar Jose Rodriguez Barrios" userId="efa7753a-59bf-44f0-ad53-c3388f48cff0" providerId="ADAL" clId="{ECC100FD-023F-4E10-9A7E-BC0C9D78DF98}" dt="2021-03-03T01:57:59.671" v="5039" actId="1076"/>
          <ac:spMkLst>
            <pc:docMk/>
            <pc:sldMk cId="3649754988" sldId="2076137432"/>
            <ac:spMk id="12" creationId="{A255276C-7C02-4406-9233-A80A383256B9}"/>
          </ac:spMkLst>
        </pc:spChg>
        <pc:spChg chg="mod">
          <ac:chgData name="Amilcar Jose Rodriguez Barrios" userId="efa7753a-59bf-44f0-ad53-c3388f48cff0" providerId="ADAL" clId="{ECC100FD-023F-4E10-9A7E-BC0C9D78DF98}" dt="2021-03-03T01:57:30.957" v="5008"/>
          <ac:spMkLst>
            <pc:docMk/>
            <pc:sldMk cId="3649754988" sldId="2076137432"/>
            <ac:spMk id="15" creationId="{7E16E1D3-1546-4D9C-961A-A2F3AF6F5895}"/>
          </ac:spMkLst>
        </pc:spChg>
        <pc:spChg chg="mod">
          <ac:chgData name="Amilcar Jose Rodriguez Barrios" userId="efa7753a-59bf-44f0-ad53-c3388f48cff0" providerId="ADAL" clId="{ECC100FD-023F-4E10-9A7E-BC0C9D78DF98}" dt="2021-03-03T01:57:30.957" v="5008"/>
          <ac:spMkLst>
            <pc:docMk/>
            <pc:sldMk cId="3649754988" sldId="2076137432"/>
            <ac:spMk id="16" creationId="{1610A205-2059-4AEB-8F2C-2EF5EBA0369A}"/>
          </ac:spMkLst>
        </pc:spChg>
        <pc:spChg chg="add mod">
          <ac:chgData name="Amilcar Jose Rodriguez Barrios" userId="efa7753a-59bf-44f0-ad53-c3388f48cff0" providerId="ADAL" clId="{ECC100FD-023F-4E10-9A7E-BC0C9D78DF98}" dt="2021-03-03T01:57:32.981" v="5009" actId="1076"/>
          <ac:spMkLst>
            <pc:docMk/>
            <pc:sldMk cId="3649754988" sldId="2076137432"/>
            <ac:spMk id="17" creationId="{456683AF-CE70-4794-804E-025BE2AFFBA7}"/>
          </ac:spMkLst>
        </pc:spChg>
        <pc:spChg chg="add mod">
          <ac:chgData name="Amilcar Jose Rodriguez Barrios" userId="efa7753a-59bf-44f0-ad53-c3388f48cff0" providerId="ADAL" clId="{ECC100FD-023F-4E10-9A7E-BC0C9D78DF98}" dt="2021-03-03T01:57:32.981" v="5009" actId="1076"/>
          <ac:spMkLst>
            <pc:docMk/>
            <pc:sldMk cId="3649754988" sldId="2076137432"/>
            <ac:spMk id="18" creationId="{F8D97147-040D-4991-A8A1-8CD1336B529D}"/>
          </ac:spMkLst>
        </pc:spChg>
        <pc:grpChg chg="add mod">
          <ac:chgData name="Amilcar Jose Rodriguez Barrios" userId="efa7753a-59bf-44f0-ad53-c3388f48cff0" providerId="ADAL" clId="{ECC100FD-023F-4E10-9A7E-BC0C9D78DF98}" dt="2021-03-03T01:57:32.981" v="5009" actId="1076"/>
          <ac:grpSpMkLst>
            <pc:docMk/>
            <pc:sldMk cId="3649754988" sldId="2076137432"/>
            <ac:grpSpMk id="14" creationId="{739DECA8-42D7-4623-8BDC-3503286A5A17}"/>
          </ac:grpSpMkLst>
        </pc:grpChg>
        <pc:picChg chg="add mod">
          <ac:chgData name="Amilcar Jose Rodriguez Barrios" userId="efa7753a-59bf-44f0-ad53-c3388f48cff0" providerId="ADAL" clId="{ECC100FD-023F-4E10-9A7E-BC0C9D78DF98}" dt="2021-03-03T01:57:32.981" v="5009" actId="1076"/>
          <ac:picMkLst>
            <pc:docMk/>
            <pc:sldMk cId="3649754988" sldId="2076137432"/>
            <ac:picMk id="13" creationId="{556069BE-0894-4BCA-AC89-63FC214A382F}"/>
          </ac:picMkLst>
        </pc:picChg>
      </pc:sldChg>
      <pc:sldChg chg="addSp modSp add del">
        <pc:chgData name="Amilcar Jose Rodriguez Barrios" userId="efa7753a-59bf-44f0-ad53-c3388f48cff0" providerId="ADAL" clId="{ECC100FD-023F-4E10-9A7E-BC0C9D78DF98}" dt="2021-03-03T01:59:47.885" v="5079" actId="47"/>
        <pc:sldMkLst>
          <pc:docMk/>
          <pc:sldMk cId="2021827136" sldId="2076137433"/>
        </pc:sldMkLst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2" creationId="{6473C748-B220-49B4-AA36-D61ACC9DFD17}"/>
          </ac:spMkLst>
        </pc:spChg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3" creationId="{27AB4072-F42A-4690-9540-EB58F5033ABB}"/>
          </ac:spMkLst>
        </pc:spChg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4" creationId="{34C79D9C-FBB6-458C-A293-7186340F4447}"/>
          </ac:spMkLst>
        </pc:spChg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5" creationId="{08543E35-9299-441F-B489-43203CE36284}"/>
          </ac:spMkLst>
        </pc:spChg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6" creationId="{F5FC6237-FAE8-4AAE-880E-99BB14C28ECC}"/>
          </ac:spMkLst>
        </pc:spChg>
      </pc:sldChg>
      <pc:sldChg chg="addSp modSp add mod">
        <pc:chgData name="Amilcar Jose Rodriguez Barrios" userId="efa7753a-59bf-44f0-ad53-c3388f48cff0" providerId="ADAL" clId="{ECC100FD-023F-4E10-9A7E-BC0C9D78DF98}" dt="2021-03-03T01:59:45.077" v="5078"/>
        <pc:sldMkLst>
          <pc:docMk/>
          <pc:sldMk cId="300365912" sldId="2076137434"/>
        </pc:sldMkLst>
        <pc:spChg chg="add mod">
          <ac:chgData name="Amilcar Jose Rodriguez Barrios" userId="efa7753a-59bf-44f0-ad53-c3388f48cff0" providerId="ADAL" clId="{ECC100FD-023F-4E10-9A7E-BC0C9D78DF98}" dt="2021-03-03T01:58:34.347" v="5044" actId="20577"/>
          <ac:spMkLst>
            <pc:docMk/>
            <pc:sldMk cId="300365912" sldId="2076137434"/>
            <ac:spMk id="12" creationId="{BEB3271B-3EC3-4B8D-AF3F-163A289B0F6A}"/>
          </ac:spMkLst>
        </pc:spChg>
        <pc:spChg chg="add mod">
          <ac:chgData name="Amilcar Jose Rodriguez Barrios" userId="efa7753a-59bf-44f0-ad53-c3388f48cff0" providerId="ADAL" clId="{ECC100FD-023F-4E10-9A7E-BC0C9D78DF98}" dt="2021-03-03T01:58:32.471" v="5042"/>
          <ac:spMkLst>
            <pc:docMk/>
            <pc:sldMk cId="300365912" sldId="2076137434"/>
            <ac:spMk id="13" creationId="{A76507E3-1CEF-4E57-9D28-844FDB3933A2}"/>
          </ac:spMkLst>
        </pc:spChg>
        <pc:spChg chg="add mod">
          <ac:chgData name="Amilcar Jose Rodriguez Barrios" userId="efa7753a-59bf-44f0-ad53-c3388f48cff0" providerId="ADAL" clId="{ECC100FD-023F-4E10-9A7E-BC0C9D78DF98}" dt="2021-03-03T01:58:32.471" v="5042"/>
          <ac:spMkLst>
            <pc:docMk/>
            <pc:sldMk cId="300365912" sldId="2076137434"/>
            <ac:spMk id="14" creationId="{E48C0C87-743D-4C2D-8640-BDE78D23BBC5}"/>
          </ac:spMkLst>
        </pc:spChg>
        <pc:spChg chg="add mod">
          <ac:chgData name="Amilcar Jose Rodriguez Barrios" userId="efa7753a-59bf-44f0-ad53-c3388f48cff0" providerId="ADAL" clId="{ECC100FD-023F-4E10-9A7E-BC0C9D78DF98}" dt="2021-03-03T01:58:42.275" v="5074" actId="20577"/>
          <ac:spMkLst>
            <pc:docMk/>
            <pc:sldMk cId="300365912" sldId="2076137434"/>
            <ac:spMk id="15" creationId="{482873F6-841A-4E70-88E2-0C84B112EFB3}"/>
          </ac:spMkLst>
        </pc:spChg>
        <pc:spChg chg="add mod">
          <ac:chgData name="Amilcar Jose Rodriguez Barrios" userId="efa7753a-59bf-44f0-ad53-c3388f48cff0" providerId="ADAL" clId="{ECC100FD-023F-4E10-9A7E-BC0C9D78DF98}" dt="2021-03-03T01:59:45.077" v="5078"/>
          <ac:spMkLst>
            <pc:docMk/>
            <pc:sldMk cId="300365912" sldId="2076137434"/>
            <ac:spMk id="16" creationId="{8DCBFFFB-67C2-40B3-AA97-D280504F46F6}"/>
          </ac:spMkLst>
        </pc:spChg>
      </pc:sldChg>
      <pc:sldChg chg="addSp modSp add mod ord modAnim">
        <pc:chgData name="Amilcar Jose Rodriguez Barrios" userId="efa7753a-59bf-44f0-ad53-c3388f48cff0" providerId="ADAL" clId="{ECC100FD-023F-4E10-9A7E-BC0C9D78DF98}" dt="2021-03-03T01:55:40.274" v="4937"/>
        <pc:sldMkLst>
          <pc:docMk/>
          <pc:sldMk cId="3855053386" sldId="2076137435"/>
        </pc:sldMkLst>
        <pc:spChg chg="add mod">
          <ac:chgData name="Amilcar Jose Rodriguez Barrios" userId="efa7753a-59bf-44f0-ad53-c3388f48cff0" providerId="ADAL" clId="{ECC100FD-023F-4E10-9A7E-BC0C9D78DF98}" dt="2021-03-03T01:53:38.729" v="4917" actId="1076"/>
          <ac:spMkLst>
            <pc:docMk/>
            <pc:sldMk cId="3855053386" sldId="2076137435"/>
            <ac:spMk id="12" creationId="{B8299C4E-4D09-495C-A667-10CAECC146D0}"/>
          </ac:spMkLst>
        </pc:spChg>
        <pc:spChg chg="mod">
          <ac:chgData name="Amilcar Jose Rodriguez Barrios" userId="efa7753a-59bf-44f0-ad53-c3388f48cff0" providerId="ADAL" clId="{ECC100FD-023F-4E10-9A7E-BC0C9D78DF98}" dt="2021-03-03T01:52:48.463" v="4910"/>
          <ac:spMkLst>
            <pc:docMk/>
            <pc:sldMk cId="3855053386" sldId="2076137435"/>
            <ac:spMk id="14" creationId="{C74B509D-D2FA-46CA-8900-4A02DB992D14}"/>
          </ac:spMkLst>
        </pc:spChg>
        <pc:spChg chg="mod">
          <ac:chgData name="Amilcar Jose Rodriguez Barrios" userId="efa7753a-59bf-44f0-ad53-c3388f48cff0" providerId="ADAL" clId="{ECC100FD-023F-4E10-9A7E-BC0C9D78DF98}" dt="2021-03-03T01:52:48.463" v="4910"/>
          <ac:spMkLst>
            <pc:docMk/>
            <pc:sldMk cId="3855053386" sldId="2076137435"/>
            <ac:spMk id="17" creationId="{4F76A6EA-BABA-4FA5-8521-33F3B3E4A9FF}"/>
          </ac:spMkLst>
        </pc:spChg>
        <pc:spChg chg="add mod">
          <ac:chgData name="Amilcar Jose Rodriguez Barrios" userId="efa7753a-59bf-44f0-ad53-c3388f48cff0" providerId="ADAL" clId="{ECC100FD-023F-4E10-9A7E-BC0C9D78DF98}" dt="2021-03-03T01:52:50.711" v="4911" actId="1076"/>
          <ac:spMkLst>
            <pc:docMk/>
            <pc:sldMk cId="3855053386" sldId="2076137435"/>
            <ac:spMk id="19" creationId="{A0D1F4DA-43BA-4FD3-90C3-65DD0F6FCFBD}"/>
          </ac:spMkLst>
        </pc:spChg>
        <pc:spChg chg="add mod">
          <ac:chgData name="Amilcar Jose Rodriguez Barrios" userId="efa7753a-59bf-44f0-ad53-c3388f48cff0" providerId="ADAL" clId="{ECC100FD-023F-4E10-9A7E-BC0C9D78DF98}" dt="2021-03-03T01:53:54.554" v="4928" actId="14100"/>
          <ac:spMkLst>
            <pc:docMk/>
            <pc:sldMk cId="3855053386" sldId="2076137435"/>
            <ac:spMk id="20" creationId="{E8676FA8-D5A9-407F-BBB0-2E0F9A214EDC}"/>
          </ac:spMkLst>
        </pc:spChg>
        <pc:spChg chg="add mod">
          <ac:chgData name="Amilcar Jose Rodriguez Barrios" userId="efa7753a-59bf-44f0-ad53-c3388f48cff0" providerId="ADAL" clId="{ECC100FD-023F-4E10-9A7E-BC0C9D78DF98}" dt="2021-03-03T01:53:57.737" v="4930" actId="1076"/>
          <ac:spMkLst>
            <pc:docMk/>
            <pc:sldMk cId="3855053386" sldId="2076137435"/>
            <ac:spMk id="22" creationId="{4815FAA7-1546-426B-9C14-D7A752F65775}"/>
          </ac:spMkLst>
        </pc:spChg>
        <pc:spChg chg="add mod">
          <ac:chgData name="Amilcar Jose Rodriguez Barrios" userId="efa7753a-59bf-44f0-ad53-c3388f48cff0" providerId="ADAL" clId="{ECC100FD-023F-4E10-9A7E-BC0C9D78DF98}" dt="2021-03-03T01:53:50.863" v="4926" actId="1076"/>
          <ac:spMkLst>
            <pc:docMk/>
            <pc:sldMk cId="3855053386" sldId="2076137435"/>
            <ac:spMk id="23" creationId="{F4A474EE-995A-4330-B246-964B081EC440}"/>
          </ac:spMkLst>
        </pc:spChg>
        <pc:grpChg chg="add mod">
          <ac:chgData name="Amilcar Jose Rodriguez Barrios" userId="efa7753a-59bf-44f0-ad53-c3388f48cff0" providerId="ADAL" clId="{ECC100FD-023F-4E10-9A7E-BC0C9D78DF98}" dt="2021-03-03T01:52:50.711" v="4911" actId="1076"/>
          <ac:grpSpMkLst>
            <pc:docMk/>
            <pc:sldMk cId="3855053386" sldId="2076137435"/>
            <ac:grpSpMk id="13" creationId="{8C747155-AC46-4BCE-8EAA-1C1D5C3E0EA6}"/>
          </ac:grpSpMkLst>
        </pc:grpChg>
        <pc:picChg chg="add mod">
          <ac:chgData name="Amilcar Jose Rodriguez Barrios" userId="efa7753a-59bf-44f0-ad53-c3388f48cff0" providerId="ADAL" clId="{ECC100FD-023F-4E10-9A7E-BC0C9D78DF98}" dt="2021-03-03T01:53:55.787" v="4929" actId="1076"/>
          <ac:picMkLst>
            <pc:docMk/>
            <pc:sldMk cId="3855053386" sldId="2076137435"/>
            <ac:picMk id="18" creationId="{1F740D8E-1036-46E1-A3DC-9CF253CEBD63}"/>
          </ac:picMkLst>
        </pc:picChg>
        <pc:picChg chg="add mod">
          <ac:chgData name="Amilcar Jose Rodriguez Barrios" userId="efa7753a-59bf-44f0-ad53-c3388f48cff0" providerId="ADAL" clId="{ECC100FD-023F-4E10-9A7E-BC0C9D78DF98}" dt="2021-03-03T01:53:43.577" v="4921" actId="14100"/>
          <ac:picMkLst>
            <pc:docMk/>
            <pc:sldMk cId="3855053386" sldId="2076137435"/>
            <ac:picMk id="21" creationId="{F6D95A78-BB37-4575-9556-0D4B96087F33}"/>
          </ac:picMkLst>
        </pc:picChg>
        <pc:cxnChg chg="mod">
          <ac:chgData name="Amilcar Jose Rodriguez Barrios" userId="efa7753a-59bf-44f0-ad53-c3388f48cff0" providerId="ADAL" clId="{ECC100FD-023F-4E10-9A7E-BC0C9D78DF98}" dt="2021-03-03T01:52:48.463" v="4910"/>
          <ac:cxnSpMkLst>
            <pc:docMk/>
            <pc:sldMk cId="3855053386" sldId="2076137435"/>
            <ac:cxnSpMk id="15" creationId="{6DE74C3B-3EE5-4AA9-8319-01CBFDE96A6E}"/>
          </ac:cxnSpMkLst>
        </pc:cxnChg>
        <pc:cxnChg chg="mod">
          <ac:chgData name="Amilcar Jose Rodriguez Barrios" userId="efa7753a-59bf-44f0-ad53-c3388f48cff0" providerId="ADAL" clId="{ECC100FD-023F-4E10-9A7E-BC0C9D78DF98}" dt="2021-03-03T01:52:48.463" v="4910"/>
          <ac:cxnSpMkLst>
            <pc:docMk/>
            <pc:sldMk cId="3855053386" sldId="2076137435"/>
            <ac:cxnSpMk id="16" creationId="{89A03242-9533-4ADF-A273-FC4DB5E433CC}"/>
          </ac:cxnSpMkLst>
        </pc:cxnChg>
        <pc:cxnChg chg="add mod">
          <ac:chgData name="Amilcar Jose Rodriguez Barrios" userId="efa7753a-59bf-44f0-ad53-c3388f48cff0" providerId="ADAL" clId="{ECC100FD-023F-4E10-9A7E-BC0C9D78DF98}" dt="2021-03-03T01:54:19.073" v="4932" actId="1076"/>
          <ac:cxnSpMkLst>
            <pc:docMk/>
            <pc:sldMk cId="3855053386" sldId="2076137435"/>
            <ac:cxnSpMk id="24" creationId="{1AA7AB42-69BC-4915-8C07-56ADFF3D2F51}"/>
          </ac:cxnSpMkLst>
        </pc:cxnChg>
        <pc:cxnChg chg="add mod">
          <ac:chgData name="Amilcar Jose Rodriguez Barrios" userId="efa7753a-59bf-44f0-ad53-c3388f48cff0" providerId="ADAL" clId="{ECC100FD-023F-4E10-9A7E-BC0C9D78DF98}" dt="2021-03-03T01:54:19.073" v="4932" actId="1076"/>
          <ac:cxnSpMkLst>
            <pc:docMk/>
            <pc:sldMk cId="3855053386" sldId="2076137435"/>
            <ac:cxnSpMk id="25" creationId="{A7149505-C1A8-4906-A914-793312744134}"/>
          </ac:cxnSpMkLst>
        </pc:cxnChg>
      </pc:sldChg>
      <pc:sldChg chg="addSp delSp modSp new mod ord">
        <pc:chgData name="Amilcar Jose Rodriguez Barrios" userId="efa7753a-59bf-44f0-ad53-c3388f48cff0" providerId="ADAL" clId="{ECC100FD-023F-4E10-9A7E-BC0C9D78DF98}" dt="2021-03-03T01:58:15.528" v="5040"/>
        <pc:sldMkLst>
          <pc:docMk/>
          <pc:sldMk cId="2604784421" sldId="2076137436"/>
        </pc:sldMkLst>
        <pc:spChg chg="del">
          <ac:chgData name="Amilcar Jose Rodriguez Barrios" userId="efa7753a-59bf-44f0-ad53-c3388f48cff0" providerId="ADAL" clId="{ECC100FD-023F-4E10-9A7E-BC0C9D78DF98}" dt="2021-03-03T01:55:21.108" v="4934" actId="478"/>
          <ac:spMkLst>
            <pc:docMk/>
            <pc:sldMk cId="2604784421" sldId="2076137436"/>
            <ac:spMk id="2" creationId="{C099A90A-5EB7-44D7-8214-D39033E727A6}"/>
          </ac:spMkLst>
        </pc:spChg>
        <pc:spChg chg="add mod">
          <ac:chgData name="Amilcar Jose Rodriguez Barrios" userId="efa7753a-59bf-44f0-ad53-c3388f48cff0" providerId="ADAL" clId="{ECC100FD-023F-4E10-9A7E-BC0C9D78DF98}" dt="2021-03-03T01:55:49.091" v="4941" actId="20577"/>
          <ac:spMkLst>
            <pc:docMk/>
            <pc:sldMk cId="2604784421" sldId="2076137436"/>
            <ac:spMk id="3" creationId="{316A38C2-1416-4224-9BC8-DD83E0E8979A}"/>
          </ac:spMkLst>
        </pc:spChg>
        <pc:spChg chg="add mod">
          <ac:chgData name="Amilcar Jose Rodriguez Barrios" userId="efa7753a-59bf-44f0-ad53-c3388f48cff0" providerId="ADAL" clId="{ECC100FD-023F-4E10-9A7E-BC0C9D78DF98}" dt="2021-03-03T01:55:25.394" v="4935"/>
          <ac:spMkLst>
            <pc:docMk/>
            <pc:sldMk cId="2604784421" sldId="2076137436"/>
            <ac:spMk id="4" creationId="{1A464E60-A29D-4BF3-9153-C6CBE82F4A29}"/>
          </ac:spMkLst>
        </pc:spChg>
        <pc:spChg chg="add mod">
          <ac:chgData name="Amilcar Jose Rodriguez Barrios" userId="efa7753a-59bf-44f0-ad53-c3388f48cff0" providerId="ADAL" clId="{ECC100FD-023F-4E10-9A7E-BC0C9D78DF98}" dt="2021-03-03T01:55:25.394" v="4935"/>
          <ac:spMkLst>
            <pc:docMk/>
            <pc:sldMk cId="2604784421" sldId="2076137436"/>
            <ac:spMk id="5" creationId="{35B2C682-76E4-4607-AC06-6C824A3CD66C}"/>
          </ac:spMkLst>
        </pc:spChg>
        <pc:spChg chg="add mod">
          <ac:chgData name="Amilcar Jose Rodriguez Barrios" userId="efa7753a-59bf-44f0-ad53-c3388f48cff0" providerId="ADAL" clId="{ECC100FD-023F-4E10-9A7E-BC0C9D78DF98}" dt="2021-03-03T01:55:59.488" v="4973" actId="20577"/>
          <ac:spMkLst>
            <pc:docMk/>
            <pc:sldMk cId="2604784421" sldId="2076137436"/>
            <ac:spMk id="6" creationId="{798E3CE9-2BF2-4C0B-80E0-F281252F566A}"/>
          </ac:spMkLst>
        </pc:spChg>
        <pc:spChg chg="add mod">
          <ac:chgData name="Amilcar Jose Rodriguez Barrios" userId="efa7753a-59bf-44f0-ad53-c3388f48cff0" providerId="ADAL" clId="{ECC100FD-023F-4E10-9A7E-BC0C9D78DF98}" dt="2021-03-03T01:56:03.862" v="4974"/>
          <ac:spMkLst>
            <pc:docMk/>
            <pc:sldMk cId="2604784421" sldId="2076137436"/>
            <ac:spMk id="7" creationId="{EE16E2A3-FE9E-486B-8310-45ECC5BF76CC}"/>
          </ac:spMkLst>
        </pc:spChg>
        <pc:spChg chg="mod">
          <ac:chgData name="Amilcar Jose Rodriguez Barrios" userId="efa7753a-59bf-44f0-ad53-c3388f48cff0" providerId="ADAL" clId="{ECC100FD-023F-4E10-9A7E-BC0C9D78DF98}" dt="2021-03-03T01:58:15.528" v="5040"/>
          <ac:spMkLst>
            <pc:docMk/>
            <pc:sldMk cId="2604784421" sldId="2076137436"/>
            <ac:spMk id="10" creationId="{25BF6FE7-8697-4499-BEE9-08DF87AE37DA}"/>
          </ac:spMkLst>
        </pc:spChg>
        <pc:spChg chg="mod">
          <ac:chgData name="Amilcar Jose Rodriguez Barrios" userId="efa7753a-59bf-44f0-ad53-c3388f48cff0" providerId="ADAL" clId="{ECC100FD-023F-4E10-9A7E-BC0C9D78DF98}" dt="2021-03-03T01:58:15.528" v="5040"/>
          <ac:spMkLst>
            <pc:docMk/>
            <pc:sldMk cId="2604784421" sldId="2076137436"/>
            <ac:spMk id="12" creationId="{BE1BFE90-CDE2-42D2-AD53-87CCD35AB6C7}"/>
          </ac:spMkLst>
        </pc:spChg>
        <pc:spChg chg="mod">
          <ac:chgData name="Amilcar Jose Rodriguez Barrios" userId="efa7753a-59bf-44f0-ad53-c3388f48cff0" providerId="ADAL" clId="{ECC100FD-023F-4E10-9A7E-BC0C9D78DF98}" dt="2021-03-03T01:58:15.528" v="5040"/>
          <ac:spMkLst>
            <pc:docMk/>
            <pc:sldMk cId="2604784421" sldId="2076137436"/>
            <ac:spMk id="15" creationId="{3C552F41-1988-4C90-8CE1-8FE238493E9F}"/>
          </ac:spMkLst>
        </pc:spChg>
        <pc:spChg chg="mod">
          <ac:chgData name="Amilcar Jose Rodriguez Barrios" userId="efa7753a-59bf-44f0-ad53-c3388f48cff0" providerId="ADAL" clId="{ECC100FD-023F-4E10-9A7E-BC0C9D78DF98}" dt="2021-03-03T01:58:15.528" v="5040"/>
          <ac:spMkLst>
            <pc:docMk/>
            <pc:sldMk cId="2604784421" sldId="2076137436"/>
            <ac:spMk id="16" creationId="{2E95ED78-6157-43B7-BFAA-956223910EA1}"/>
          </ac:spMkLst>
        </pc:spChg>
        <pc:grpChg chg="add mod">
          <ac:chgData name="Amilcar Jose Rodriguez Barrios" userId="efa7753a-59bf-44f0-ad53-c3388f48cff0" providerId="ADAL" clId="{ECC100FD-023F-4E10-9A7E-BC0C9D78DF98}" dt="2021-03-03T01:58:15.528" v="5040"/>
          <ac:grpSpMkLst>
            <pc:docMk/>
            <pc:sldMk cId="2604784421" sldId="2076137436"/>
            <ac:grpSpMk id="8" creationId="{0EA1D775-AD8A-49D9-A3A4-A7032EFB9C94}"/>
          </ac:grpSpMkLst>
        </pc:grpChg>
        <pc:grpChg chg="add mod">
          <ac:chgData name="Amilcar Jose Rodriguez Barrios" userId="efa7753a-59bf-44f0-ad53-c3388f48cff0" providerId="ADAL" clId="{ECC100FD-023F-4E10-9A7E-BC0C9D78DF98}" dt="2021-03-03T01:58:15.528" v="5040"/>
          <ac:grpSpMkLst>
            <pc:docMk/>
            <pc:sldMk cId="2604784421" sldId="2076137436"/>
            <ac:grpSpMk id="11" creationId="{B6F6893A-01AD-4A38-AEE3-48952F57FB9B}"/>
          </ac:grpSpMkLst>
        </pc:grpChg>
        <pc:grpChg chg="add mod">
          <ac:chgData name="Amilcar Jose Rodriguez Barrios" userId="efa7753a-59bf-44f0-ad53-c3388f48cff0" providerId="ADAL" clId="{ECC100FD-023F-4E10-9A7E-BC0C9D78DF98}" dt="2021-03-03T01:58:15.528" v="5040"/>
          <ac:grpSpMkLst>
            <pc:docMk/>
            <pc:sldMk cId="2604784421" sldId="2076137436"/>
            <ac:grpSpMk id="14" creationId="{6D1B34E9-DD61-46F3-BE65-8C61B11A3AA7}"/>
          </ac:grpSpMkLst>
        </pc:grpChg>
        <pc:picChg chg="mod">
          <ac:chgData name="Amilcar Jose Rodriguez Barrios" userId="efa7753a-59bf-44f0-ad53-c3388f48cff0" providerId="ADAL" clId="{ECC100FD-023F-4E10-9A7E-BC0C9D78DF98}" dt="2021-03-03T01:58:15.528" v="5040"/>
          <ac:picMkLst>
            <pc:docMk/>
            <pc:sldMk cId="2604784421" sldId="2076137436"/>
            <ac:picMk id="13" creationId="{543832FF-0F59-45D3-8532-AA48C8EBF615}"/>
          </ac:picMkLst>
        </pc:picChg>
        <pc:cxnChg chg="mod">
          <ac:chgData name="Amilcar Jose Rodriguez Barrios" userId="efa7753a-59bf-44f0-ad53-c3388f48cff0" providerId="ADAL" clId="{ECC100FD-023F-4E10-9A7E-BC0C9D78DF98}" dt="2021-03-03T01:58:15.528" v="5040"/>
          <ac:cxnSpMkLst>
            <pc:docMk/>
            <pc:sldMk cId="2604784421" sldId="2076137436"/>
            <ac:cxnSpMk id="9" creationId="{57A97BF5-ABDD-4453-86A7-340153A80FEC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3T01:56:20.203" v="4988" actId="20577"/>
        <pc:sldMkLst>
          <pc:docMk/>
          <pc:sldMk cId="331173404" sldId="2076137437"/>
        </pc:sldMkLst>
        <pc:spChg chg="mod">
          <ac:chgData name="Amilcar Jose Rodriguez Barrios" userId="efa7753a-59bf-44f0-ad53-c3388f48cff0" providerId="ADAL" clId="{ECC100FD-023F-4E10-9A7E-BC0C9D78DF98}" dt="2021-03-03T01:56:20.203" v="4988" actId="20577"/>
          <ac:spMkLst>
            <pc:docMk/>
            <pc:sldMk cId="331173404" sldId="2076137437"/>
            <ac:spMk id="9" creationId="{E7731D0A-BED0-4C7D-80D9-145621B03A73}"/>
          </ac:spMkLst>
        </pc:spChg>
      </pc:sldChg>
      <pc:sldChg chg="add del">
        <pc:chgData name="Amilcar Jose Rodriguez Barrios" userId="efa7753a-59bf-44f0-ad53-c3388f48cff0" providerId="ADAL" clId="{ECC100FD-023F-4E10-9A7E-BC0C9D78DF98}" dt="2021-03-03T01:56:15.035" v="4976"/>
        <pc:sldMkLst>
          <pc:docMk/>
          <pc:sldMk cId="3640858676" sldId="2076137437"/>
        </pc:sldMkLst>
      </pc:sldChg>
      <pc:sldChg chg="new del">
        <pc:chgData name="Amilcar Jose Rodriguez Barrios" userId="efa7753a-59bf-44f0-ad53-c3388f48cff0" providerId="ADAL" clId="{ECC100FD-023F-4E10-9A7E-BC0C9D78DF98}" dt="2021-03-03T01:59:18.149" v="5076" actId="680"/>
        <pc:sldMkLst>
          <pc:docMk/>
          <pc:sldMk cId="381897193" sldId="2076137438"/>
        </pc:sldMkLst>
      </pc:sldChg>
      <pc:sldChg chg="new del">
        <pc:chgData name="Amilcar Jose Rodriguez Barrios" userId="efa7753a-59bf-44f0-ad53-c3388f48cff0" providerId="ADAL" clId="{ECC100FD-023F-4E10-9A7E-BC0C9D78DF98}" dt="2021-03-03T01:56:26.036" v="4990" actId="680"/>
        <pc:sldMkLst>
          <pc:docMk/>
          <pc:sldMk cId="839288889" sldId="2076137438"/>
        </pc:sldMkLst>
      </pc:sldChg>
      <pc:sldChg chg="new del">
        <pc:chgData name="Amilcar Jose Rodriguez Barrios" userId="efa7753a-59bf-44f0-ad53-c3388f48cff0" providerId="ADAL" clId="{ECC100FD-023F-4E10-9A7E-BC0C9D78DF98}" dt="2021-03-03T01:57:22.012" v="5007" actId="680"/>
        <pc:sldMkLst>
          <pc:docMk/>
          <pc:sldMk cId="1568609923" sldId="2076137438"/>
        </pc:sldMkLst>
      </pc:sldChg>
      <pc:sldChg chg="modSp add mod">
        <pc:chgData name="Amilcar Jose Rodriguez Barrios" userId="efa7753a-59bf-44f0-ad53-c3388f48cff0" providerId="ADAL" clId="{ECC100FD-023F-4E10-9A7E-BC0C9D78DF98}" dt="2021-03-03T02:00:46.157" v="5114" actId="20577"/>
        <pc:sldMkLst>
          <pc:docMk/>
          <pc:sldMk cId="2894375940" sldId="2076137438"/>
        </pc:sldMkLst>
        <pc:spChg chg="mod">
          <ac:chgData name="Amilcar Jose Rodriguez Barrios" userId="efa7753a-59bf-44f0-ad53-c3388f48cff0" providerId="ADAL" clId="{ECC100FD-023F-4E10-9A7E-BC0C9D78DF98}" dt="2021-03-03T02:00:46.157" v="5114" actId="20577"/>
          <ac:spMkLst>
            <pc:docMk/>
            <pc:sldMk cId="2894375940" sldId="2076137438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3-03T02:01:32.079" v="5137" actId="1036"/>
        <pc:sldMkLst>
          <pc:docMk/>
          <pc:sldMk cId="1743021863" sldId="2076137439"/>
        </pc:sldMkLst>
        <pc:spChg chg="del">
          <ac:chgData name="Amilcar Jose Rodriguez Barrios" userId="efa7753a-59bf-44f0-ad53-c3388f48cff0" providerId="ADAL" clId="{ECC100FD-023F-4E10-9A7E-BC0C9D78DF98}" dt="2021-03-03T02:00:58.824" v="5116" actId="478"/>
          <ac:spMkLst>
            <pc:docMk/>
            <pc:sldMk cId="1743021863" sldId="2076137439"/>
            <ac:spMk id="2" creationId="{438A25E0-B07B-42BA-99A2-37599CE48DE3}"/>
          </ac:spMkLst>
        </pc:spChg>
        <pc:spChg chg="mod">
          <ac:chgData name="Amilcar Jose Rodriguez Barrios" userId="efa7753a-59bf-44f0-ad53-c3388f48cff0" providerId="ADAL" clId="{ECC100FD-023F-4E10-9A7E-BC0C9D78DF98}" dt="2021-03-03T02:01:03.650" v="5117"/>
          <ac:spMkLst>
            <pc:docMk/>
            <pc:sldMk cId="1743021863" sldId="2076137439"/>
            <ac:spMk id="5" creationId="{1385571A-BDB4-4B46-B233-87764D833EC6}"/>
          </ac:spMkLst>
        </pc:spChg>
        <pc:spChg chg="mod">
          <ac:chgData name="Amilcar Jose Rodriguez Barrios" userId="efa7753a-59bf-44f0-ad53-c3388f48cff0" providerId="ADAL" clId="{ECC100FD-023F-4E10-9A7E-BC0C9D78DF98}" dt="2021-03-03T02:01:03.650" v="5117"/>
          <ac:spMkLst>
            <pc:docMk/>
            <pc:sldMk cId="1743021863" sldId="2076137439"/>
            <ac:spMk id="7" creationId="{5B825547-6786-49D1-BEF6-7C7F1AC9FB74}"/>
          </ac:spMkLst>
        </pc:spChg>
        <pc:spChg chg="mod">
          <ac:chgData name="Amilcar Jose Rodriguez Barrios" userId="efa7753a-59bf-44f0-ad53-c3388f48cff0" providerId="ADAL" clId="{ECC100FD-023F-4E10-9A7E-BC0C9D78DF98}" dt="2021-03-03T02:01:03.650" v="5117"/>
          <ac:spMkLst>
            <pc:docMk/>
            <pc:sldMk cId="1743021863" sldId="2076137439"/>
            <ac:spMk id="10" creationId="{BC9709CF-376F-450A-8355-BD01FEEED533}"/>
          </ac:spMkLst>
        </pc:spChg>
        <pc:spChg chg="mod">
          <ac:chgData name="Amilcar Jose Rodriguez Barrios" userId="efa7753a-59bf-44f0-ad53-c3388f48cff0" providerId="ADAL" clId="{ECC100FD-023F-4E10-9A7E-BC0C9D78DF98}" dt="2021-03-03T02:01:03.650" v="5117"/>
          <ac:spMkLst>
            <pc:docMk/>
            <pc:sldMk cId="1743021863" sldId="2076137439"/>
            <ac:spMk id="11" creationId="{6CAC272A-6FAF-46D2-8921-59B1282F2DE3}"/>
          </ac:spMkLst>
        </pc:spChg>
        <pc:spChg chg="add mod">
          <ac:chgData name="Amilcar Jose Rodriguez Barrios" userId="efa7753a-59bf-44f0-ad53-c3388f48cff0" providerId="ADAL" clId="{ECC100FD-023F-4E10-9A7E-BC0C9D78DF98}" dt="2021-03-03T02:01:24.093" v="5122" actId="1076"/>
          <ac:spMkLst>
            <pc:docMk/>
            <pc:sldMk cId="1743021863" sldId="2076137439"/>
            <ac:spMk id="12" creationId="{3A5C9AD6-17F7-456B-87C4-0456BB6A0CB1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14" creationId="{3BD4E361-4662-43E4-A769-4317A954FE10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15" creationId="{59550502-B6F3-46BC-A7A1-9462C373588C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17" creationId="{89CB8015-C8DE-4D3C-AE33-69FDF697BF84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18" creationId="{5AC4402B-2F43-483A-BB02-66D2C9022014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20" creationId="{818CDDF6-5277-411D-A6A3-7A7E2724F0F0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21" creationId="{7E1DBFB2-241B-490E-838B-3357FABA57F1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23" creationId="{0A75C3AA-A90B-4B50-BE03-1B0832B56606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24" creationId="{6DF2B30C-647B-4CF8-9C38-5078F5DD9C85}"/>
          </ac:spMkLst>
        </pc:spChg>
        <pc:spChg chg="add mod">
          <ac:chgData name="Amilcar Jose Rodriguez Barrios" userId="efa7753a-59bf-44f0-ad53-c3388f48cff0" providerId="ADAL" clId="{ECC100FD-023F-4E10-9A7E-BC0C9D78DF98}" dt="2021-03-03T02:01:28.244" v="5123" actId="1076"/>
          <ac:spMkLst>
            <pc:docMk/>
            <pc:sldMk cId="1743021863" sldId="2076137439"/>
            <ac:spMk id="25" creationId="{E115BDDF-0778-469D-B29B-989A0D648CA7}"/>
          </ac:spMkLst>
        </pc:spChg>
        <pc:grpChg chg="add mod">
          <ac:chgData name="Amilcar Jose Rodriguez Barrios" userId="efa7753a-59bf-44f0-ad53-c3388f48cff0" providerId="ADAL" clId="{ECC100FD-023F-4E10-9A7E-BC0C9D78DF98}" dt="2021-03-03T02:01:03.650" v="5117"/>
          <ac:grpSpMkLst>
            <pc:docMk/>
            <pc:sldMk cId="1743021863" sldId="2076137439"/>
            <ac:grpSpMk id="3" creationId="{6566448F-66C0-49CC-85A7-83F33FB5C5F8}"/>
          </ac:grpSpMkLst>
        </pc:grpChg>
        <pc:grpChg chg="add mod">
          <ac:chgData name="Amilcar Jose Rodriguez Barrios" userId="efa7753a-59bf-44f0-ad53-c3388f48cff0" providerId="ADAL" clId="{ECC100FD-023F-4E10-9A7E-BC0C9D78DF98}" dt="2021-03-03T02:01:03.650" v="5117"/>
          <ac:grpSpMkLst>
            <pc:docMk/>
            <pc:sldMk cId="1743021863" sldId="2076137439"/>
            <ac:grpSpMk id="6" creationId="{E1870014-1449-4D03-BC7C-C69CCC852E95}"/>
          </ac:grpSpMkLst>
        </pc:grpChg>
        <pc:grpChg chg="add mod">
          <ac:chgData name="Amilcar Jose Rodriguez Barrios" userId="efa7753a-59bf-44f0-ad53-c3388f48cff0" providerId="ADAL" clId="{ECC100FD-023F-4E10-9A7E-BC0C9D78DF98}" dt="2021-03-03T02:01:03.650" v="5117"/>
          <ac:grpSpMkLst>
            <pc:docMk/>
            <pc:sldMk cId="1743021863" sldId="2076137439"/>
            <ac:grpSpMk id="9" creationId="{3C744C11-FB9D-4367-B372-EC68F0397B95}"/>
          </ac:grpSpMkLst>
        </pc:grpChg>
        <pc:grpChg chg="add mod">
          <ac:chgData name="Amilcar Jose Rodriguez Barrios" userId="efa7753a-59bf-44f0-ad53-c3388f48cff0" providerId="ADAL" clId="{ECC100FD-023F-4E10-9A7E-BC0C9D78DF98}" dt="2021-03-03T02:01:32.079" v="5137" actId="1036"/>
          <ac:grpSpMkLst>
            <pc:docMk/>
            <pc:sldMk cId="1743021863" sldId="2076137439"/>
            <ac:grpSpMk id="13" creationId="{C816AF24-060D-4395-A35F-E68958DF8489}"/>
          </ac:grpSpMkLst>
        </pc:grpChg>
        <pc:grpChg chg="add mod">
          <ac:chgData name="Amilcar Jose Rodriguez Barrios" userId="efa7753a-59bf-44f0-ad53-c3388f48cff0" providerId="ADAL" clId="{ECC100FD-023F-4E10-9A7E-BC0C9D78DF98}" dt="2021-03-03T02:01:32.079" v="5137" actId="1036"/>
          <ac:grpSpMkLst>
            <pc:docMk/>
            <pc:sldMk cId="1743021863" sldId="2076137439"/>
            <ac:grpSpMk id="16" creationId="{EFD10657-09E0-4CED-A472-61166B98E62E}"/>
          </ac:grpSpMkLst>
        </pc:grpChg>
        <pc:grpChg chg="add mod">
          <ac:chgData name="Amilcar Jose Rodriguez Barrios" userId="efa7753a-59bf-44f0-ad53-c3388f48cff0" providerId="ADAL" clId="{ECC100FD-023F-4E10-9A7E-BC0C9D78DF98}" dt="2021-03-03T02:01:32.079" v="5137" actId="1036"/>
          <ac:grpSpMkLst>
            <pc:docMk/>
            <pc:sldMk cId="1743021863" sldId="2076137439"/>
            <ac:grpSpMk id="19" creationId="{92912C41-4861-4FF7-AA54-05178968CD94}"/>
          </ac:grpSpMkLst>
        </pc:grpChg>
        <pc:grpChg chg="add mod">
          <ac:chgData name="Amilcar Jose Rodriguez Barrios" userId="efa7753a-59bf-44f0-ad53-c3388f48cff0" providerId="ADAL" clId="{ECC100FD-023F-4E10-9A7E-BC0C9D78DF98}" dt="2021-03-03T02:01:32.079" v="5137" actId="1036"/>
          <ac:grpSpMkLst>
            <pc:docMk/>
            <pc:sldMk cId="1743021863" sldId="2076137439"/>
            <ac:grpSpMk id="22" creationId="{5699FDD6-E18D-4DE9-936E-36ECAC5F8D74}"/>
          </ac:grpSpMkLst>
        </pc:grpChg>
        <pc:picChg chg="mod">
          <ac:chgData name="Amilcar Jose Rodriguez Barrios" userId="efa7753a-59bf-44f0-ad53-c3388f48cff0" providerId="ADAL" clId="{ECC100FD-023F-4E10-9A7E-BC0C9D78DF98}" dt="2021-03-03T02:01:03.650" v="5117"/>
          <ac:picMkLst>
            <pc:docMk/>
            <pc:sldMk cId="1743021863" sldId="2076137439"/>
            <ac:picMk id="8" creationId="{FFC47F2D-CF6E-47CB-BE18-CCD398365309}"/>
          </ac:picMkLst>
        </pc:picChg>
        <pc:cxnChg chg="mod">
          <ac:chgData name="Amilcar Jose Rodriguez Barrios" userId="efa7753a-59bf-44f0-ad53-c3388f48cff0" providerId="ADAL" clId="{ECC100FD-023F-4E10-9A7E-BC0C9D78DF98}" dt="2021-03-03T02:01:03.650" v="5117"/>
          <ac:cxnSpMkLst>
            <pc:docMk/>
            <pc:sldMk cId="1743021863" sldId="2076137439"/>
            <ac:cxnSpMk id="4" creationId="{EC6D7D08-39C9-445B-92E1-29CD7C8D27AD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09:48.224" v="5391" actId="313"/>
        <pc:sldMkLst>
          <pc:docMk/>
          <pc:sldMk cId="825499758" sldId="2076137440"/>
        </pc:sldMkLst>
        <pc:spChg chg="mod">
          <ac:chgData name="Amilcar Jose Rodriguez Barrios" userId="efa7753a-59bf-44f0-ad53-c3388f48cff0" providerId="ADAL" clId="{ECC100FD-023F-4E10-9A7E-BC0C9D78DF98}" dt="2021-03-03T02:02:29.961" v="5140" actId="20577"/>
          <ac:spMkLst>
            <pc:docMk/>
            <pc:sldMk cId="825499758" sldId="2076137440"/>
            <ac:spMk id="12" creationId="{BEB3271B-3EC3-4B8D-AF3F-163A289B0F6A}"/>
          </ac:spMkLst>
        </pc:spChg>
        <pc:spChg chg="mod">
          <ac:chgData name="Amilcar Jose Rodriguez Barrios" userId="efa7753a-59bf-44f0-ad53-c3388f48cff0" providerId="ADAL" clId="{ECC100FD-023F-4E10-9A7E-BC0C9D78DF98}" dt="2021-03-03T02:02:39.272" v="5179" actId="20577"/>
          <ac:spMkLst>
            <pc:docMk/>
            <pc:sldMk cId="825499758" sldId="2076137440"/>
            <ac:spMk id="15" creationId="{482873F6-841A-4E70-88E2-0C84B112EFB3}"/>
          </ac:spMkLst>
        </pc:spChg>
        <pc:spChg chg="mod">
          <ac:chgData name="Amilcar Jose Rodriguez Barrios" userId="efa7753a-59bf-44f0-ad53-c3388f48cff0" providerId="ADAL" clId="{ECC100FD-023F-4E10-9A7E-BC0C9D78DF98}" dt="2021-03-04T18:09:48.224" v="5391" actId="313"/>
          <ac:spMkLst>
            <pc:docMk/>
            <pc:sldMk cId="825499758" sldId="2076137440"/>
            <ac:spMk id="16" creationId="{8DCBFFFB-67C2-40B3-AA97-D280504F46F6}"/>
          </ac:spMkLst>
        </pc:spChg>
      </pc:sldChg>
      <pc:sldChg chg="modSp add mod ord">
        <pc:chgData name="Amilcar Jose Rodriguez Barrios" userId="efa7753a-59bf-44f0-ad53-c3388f48cff0" providerId="ADAL" clId="{ECC100FD-023F-4E10-9A7E-BC0C9D78DF98}" dt="2021-03-03T02:03:31.171" v="5290"/>
        <pc:sldMkLst>
          <pc:docMk/>
          <pc:sldMk cId="1047033202" sldId="2076137441"/>
        </pc:sldMkLst>
        <pc:spChg chg="mod">
          <ac:chgData name="Amilcar Jose Rodriguez Barrios" userId="efa7753a-59bf-44f0-ad53-c3388f48cff0" providerId="ADAL" clId="{ECC100FD-023F-4E10-9A7E-BC0C9D78DF98}" dt="2021-03-03T02:03:09.454" v="5285" actId="20577"/>
          <ac:spMkLst>
            <pc:docMk/>
            <pc:sldMk cId="1047033202" sldId="2076137441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3-03T14:12:01.553" v="5335" actId="20577"/>
        <pc:sldMkLst>
          <pc:docMk/>
          <pc:sldMk cId="1938902395" sldId="2076137442"/>
        </pc:sldMkLst>
        <pc:spChg chg="del">
          <ac:chgData name="Amilcar Jose Rodriguez Barrios" userId="efa7753a-59bf-44f0-ad53-c3388f48cff0" providerId="ADAL" clId="{ECC100FD-023F-4E10-9A7E-BC0C9D78DF98}" dt="2021-03-03T02:03:19.047" v="5287" actId="478"/>
          <ac:spMkLst>
            <pc:docMk/>
            <pc:sldMk cId="1938902395" sldId="2076137442"/>
            <ac:spMk id="2" creationId="{8D01FD41-E97C-4C34-85E1-C0C8AF5D199C}"/>
          </ac:spMkLst>
        </pc:spChg>
        <pc:spChg chg="mod">
          <ac:chgData name="Amilcar Jose Rodriguez Barrios" userId="efa7753a-59bf-44f0-ad53-c3388f48cff0" providerId="ADAL" clId="{ECC100FD-023F-4E10-9A7E-BC0C9D78DF98}" dt="2021-03-03T02:03:22.962" v="5288"/>
          <ac:spMkLst>
            <pc:docMk/>
            <pc:sldMk cId="1938902395" sldId="2076137442"/>
            <ac:spMk id="5" creationId="{FF247E35-CFB4-4331-8EF4-E3BA68825F6F}"/>
          </ac:spMkLst>
        </pc:spChg>
        <pc:spChg chg="mod">
          <ac:chgData name="Amilcar Jose Rodriguez Barrios" userId="efa7753a-59bf-44f0-ad53-c3388f48cff0" providerId="ADAL" clId="{ECC100FD-023F-4E10-9A7E-BC0C9D78DF98}" dt="2021-03-03T02:03:22.962" v="5288"/>
          <ac:spMkLst>
            <pc:docMk/>
            <pc:sldMk cId="1938902395" sldId="2076137442"/>
            <ac:spMk id="7" creationId="{B882DED8-A9FF-4A3B-B136-E75F47AFCEC2}"/>
          </ac:spMkLst>
        </pc:spChg>
        <pc:spChg chg="mod">
          <ac:chgData name="Amilcar Jose Rodriguez Barrios" userId="efa7753a-59bf-44f0-ad53-c3388f48cff0" providerId="ADAL" clId="{ECC100FD-023F-4E10-9A7E-BC0C9D78DF98}" dt="2021-03-03T02:03:22.962" v="5288"/>
          <ac:spMkLst>
            <pc:docMk/>
            <pc:sldMk cId="1938902395" sldId="2076137442"/>
            <ac:spMk id="10" creationId="{89298E81-19E9-42EF-B13D-CEDF08B17D12}"/>
          </ac:spMkLst>
        </pc:spChg>
        <pc:spChg chg="mod">
          <ac:chgData name="Amilcar Jose Rodriguez Barrios" userId="efa7753a-59bf-44f0-ad53-c3388f48cff0" providerId="ADAL" clId="{ECC100FD-023F-4E10-9A7E-BC0C9D78DF98}" dt="2021-03-03T02:03:22.962" v="5288"/>
          <ac:spMkLst>
            <pc:docMk/>
            <pc:sldMk cId="1938902395" sldId="2076137442"/>
            <ac:spMk id="11" creationId="{949EB1B3-28FC-49D9-BA86-B1058F57DF3E}"/>
          </ac:spMkLst>
        </pc:spChg>
        <pc:spChg chg="add mod">
          <ac:chgData name="Amilcar Jose Rodriguez Barrios" userId="efa7753a-59bf-44f0-ad53-c3388f48cff0" providerId="ADAL" clId="{ECC100FD-023F-4E10-9A7E-BC0C9D78DF98}" dt="2021-03-03T14:12:01.553" v="5335" actId="20577"/>
          <ac:spMkLst>
            <pc:docMk/>
            <pc:sldMk cId="1938902395" sldId="2076137442"/>
            <ac:spMk id="12" creationId="{4D2E1B1B-9D51-42BB-B922-1AA9DB598FC6}"/>
          </ac:spMkLst>
        </pc:spChg>
        <pc:spChg chg="add mod">
          <ac:chgData name="Amilcar Jose Rodriguez Barrios" userId="efa7753a-59bf-44f0-ad53-c3388f48cff0" providerId="ADAL" clId="{ECC100FD-023F-4E10-9A7E-BC0C9D78DF98}" dt="2021-03-03T14:11:54.179" v="5331" actId="14100"/>
          <ac:spMkLst>
            <pc:docMk/>
            <pc:sldMk cId="1938902395" sldId="2076137442"/>
            <ac:spMk id="13" creationId="{F69765C1-6353-4395-8757-4B0A5898FC75}"/>
          </ac:spMkLst>
        </pc:spChg>
        <pc:grpChg chg="add mod">
          <ac:chgData name="Amilcar Jose Rodriguez Barrios" userId="efa7753a-59bf-44f0-ad53-c3388f48cff0" providerId="ADAL" clId="{ECC100FD-023F-4E10-9A7E-BC0C9D78DF98}" dt="2021-03-03T02:03:22.962" v="5288"/>
          <ac:grpSpMkLst>
            <pc:docMk/>
            <pc:sldMk cId="1938902395" sldId="2076137442"/>
            <ac:grpSpMk id="3" creationId="{FE2B3933-313D-4DEE-8B66-809087A7F5DA}"/>
          </ac:grpSpMkLst>
        </pc:grpChg>
        <pc:grpChg chg="add mod">
          <ac:chgData name="Amilcar Jose Rodriguez Barrios" userId="efa7753a-59bf-44f0-ad53-c3388f48cff0" providerId="ADAL" clId="{ECC100FD-023F-4E10-9A7E-BC0C9D78DF98}" dt="2021-03-03T02:03:22.962" v="5288"/>
          <ac:grpSpMkLst>
            <pc:docMk/>
            <pc:sldMk cId="1938902395" sldId="2076137442"/>
            <ac:grpSpMk id="6" creationId="{BC4B137E-732D-453D-B857-89EE8E3A6443}"/>
          </ac:grpSpMkLst>
        </pc:grpChg>
        <pc:grpChg chg="add mod">
          <ac:chgData name="Amilcar Jose Rodriguez Barrios" userId="efa7753a-59bf-44f0-ad53-c3388f48cff0" providerId="ADAL" clId="{ECC100FD-023F-4E10-9A7E-BC0C9D78DF98}" dt="2021-03-03T02:03:22.962" v="5288"/>
          <ac:grpSpMkLst>
            <pc:docMk/>
            <pc:sldMk cId="1938902395" sldId="2076137442"/>
            <ac:grpSpMk id="9" creationId="{52CE3B71-304A-48EE-A558-FE2AAFD5AC49}"/>
          </ac:grpSpMkLst>
        </pc:grpChg>
        <pc:picChg chg="mod">
          <ac:chgData name="Amilcar Jose Rodriguez Barrios" userId="efa7753a-59bf-44f0-ad53-c3388f48cff0" providerId="ADAL" clId="{ECC100FD-023F-4E10-9A7E-BC0C9D78DF98}" dt="2021-03-03T02:03:22.962" v="5288"/>
          <ac:picMkLst>
            <pc:docMk/>
            <pc:sldMk cId="1938902395" sldId="2076137442"/>
            <ac:picMk id="8" creationId="{F328820D-2E84-4E99-A454-BDBE50FAA1B4}"/>
          </ac:picMkLst>
        </pc:picChg>
        <pc:cxnChg chg="mod">
          <ac:chgData name="Amilcar Jose Rodriguez Barrios" userId="efa7753a-59bf-44f0-ad53-c3388f48cff0" providerId="ADAL" clId="{ECC100FD-023F-4E10-9A7E-BC0C9D78DF98}" dt="2021-03-03T02:03:22.962" v="5288"/>
          <ac:cxnSpMkLst>
            <pc:docMk/>
            <pc:sldMk cId="1938902395" sldId="2076137442"/>
            <ac:cxnSpMk id="4" creationId="{AFFB7724-7345-4B28-9850-49C30F79C8BC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3T14:13:59.985" v="5364" actId="571"/>
        <pc:sldMkLst>
          <pc:docMk/>
          <pc:sldMk cId="3418919389" sldId="2076137443"/>
        </pc:sldMkLst>
        <pc:spChg chg="del">
          <ac:chgData name="Amilcar Jose Rodriguez Barrios" userId="efa7753a-59bf-44f0-ad53-c3388f48cff0" providerId="ADAL" clId="{ECC100FD-023F-4E10-9A7E-BC0C9D78DF98}" dt="2021-03-03T14:12:10.202" v="5337" actId="478"/>
          <ac:spMkLst>
            <pc:docMk/>
            <pc:sldMk cId="3418919389" sldId="2076137443"/>
            <ac:spMk id="2" creationId="{18B73A2A-A4AE-417E-BA72-93552F4ABA29}"/>
          </ac:spMkLst>
        </pc:spChg>
        <pc:spChg chg="add del mod">
          <ac:chgData name="Amilcar Jose Rodriguez Barrios" userId="efa7753a-59bf-44f0-ad53-c3388f48cff0" providerId="ADAL" clId="{ECC100FD-023F-4E10-9A7E-BC0C9D78DF98}" dt="2021-03-03T14:12:17.494" v="5339"/>
          <ac:spMkLst>
            <pc:docMk/>
            <pc:sldMk cId="3418919389" sldId="2076137443"/>
            <ac:spMk id="3" creationId="{A64A5412-0C17-4C90-AFEE-9352D328D5B9}"/>
          </ac:spMkLst>
        </pc:spChg>
        <pc:spChg chg="mod">
          <ac:chgData name="Amilcar Jose Rodriguez Barrios" userId="efa7753a-59bf-44f0-ad53-c3388f48cff0" providerId="ADAL" clId="{ECC100FD-023F-4E10-9A7E-BC0C9D78DF98}" dt="2021-03-03T14:12:22.417" v="5340"/>
          <ac:spMkLst>
            <pc:docMk/>
            <pc:sldMk cId="3418919389" sldId="2076137443"/>
            <ac:spMk id="6" creationId="{6690F95B-D6C3-4524-8BED-FAD28BCFC678}"/>
          </ac:spMkLst>
        </pc:spChg>
        <pc:spChg chg="mod">
          <ac:chgData name="Amilcar Jose Rodriguez Barrios" userId="efa7753a-59bf-44f0-ad53-c3388f48cff0" providerId="ADAL" clId="{ECC100FD-023F-4E10-9A7E-BC0C9D78DF98}" dt="2021-03-03T14:12:22.417" v="5340"/>
          <ac:spMkLst>
            <pc:docMk/>
            <pc:sldMk cId="3418919389" sldId="2076137443"/>
            <ac:spMk id="8" creationId="{07709918-D58E-4322-95D0-8FA81E21F032}"/>
          </ac:spMkLst>
        </pc:spChg>
        <pc:spChg chg="mod">
          <ac:chgData name="Amilcar Jose Rodriguez Barrios" userId="efa7753a-59bf-44f0-ad53-c3388f48cff0" providerId="ADAL" clId="{ECC100FD-023F-4E10-9A7E-BC0C9D78DF98}" dt="2021-03-03T14:12:22.417" v="5340"/>
          <ac:spMkLst>
            <pc:docMk/>
            <pc:sldMk cId="3418919389" sldId="2076137443"/>
            <ac:spMk id="11" creationId="{9D6CB1A0-5B64-49D4-92B0-642B88EDCF51}"/>
          </ac:spMkLst>
        </pc:spChg>
        <pc:spChg chg="mod">
          <ac:chgData name="Amilcar Jose Rodriguez Barrios" userId="efa7753a-59bf-44f0-ad53-c3388f48cff0" providerId="ADAL" clId="{ECC100FD-023F-4E10-9A7E-BC0C9D78DF98}" dt="2021-03-03T14:12:22.417" v="5340"/>
          <ac:spMkLst>
            <pc:docMk/>
            <pc:sldMk cId="3418919389" sldId="2076137443"/>
            <ac:spMk id="12" creationId="{3689D789-3322-4C52-8E2A-36C07F200929}"/>
          </ac:spMkLst>
        </pc:spChg>
        <pc:spChg chg="add mod">
          <ac:chgData name="Amilcar Jose Rodriguez Barrios" userId="efa7753a-59bf-44f0-ad53-c3388f48cff0" providerId="ADAL" clId="{ECC100FD-023F-4E10-9A7E-BC0C9D78DF98}" dt="2021-03-03T14:12:27.191" v="5342" actId="1076"/>
          <ac:spMkLst>
            <pc:docMk/>
            <pc:sldMk cId="3418919389" sldId="2076137443"/>
            <ac:spMk id="13" creationId="{B31BEE6F-D79E-4619-B958-F240DDA5FE7F}"/>
          </ac:spMkLst>
        </pc:spChg>
        <pc:spChg chg="add mod">
          <ac:chgData name="Amilcar Jose Rodriguez Barrios" userId="efa7753a-59bf-44f0-ad53-c3388f48cff0" providerId="ADAL" clId="{ECC100FD-023F-4E10-9A7E-BC0C9D78DF98}" dt="2021-03-03T14:13:00.420" v="5351" actId="1076"/>
          <ac:spMkLst>
            <pc:docMk/>
            <pc:sldMk cId="3418919389" sldId="2076137443"/>
            <ac:spMk id="14" creationId="{0B373219-F1B1-4DC7-BA10-BD295B706DDA}"/>
          </ac:spMkLst>
        </pc:spChg>
        <pc:spChg chg="mod">
          <ac:chgData name="Amilcar Jose Rodriguez Barrios" userId="efa7753a-59bf-44f0-ad53-c3388f48cff0" providerId="ADAL" clId="{ECC100FD-023F-4E10-9A7E-BC0C9D78DF98}" dt="2021-03-03T14:13:59.985" v="5364" actId="571"/>
          <ac:spMkLst>
            <pc:docMk/>
            <pc:sldMk cId="3418919389" sldId="2076137443"/>
            <ac:spMk id="16" creationId="{90947A81-9C51-4A4B-8F3A-BFB3E224EB71}"/>
          </ac:spMkLst>
        </pc:spChg>
        <pc:spChg chg="mod">
          <ac:chgData name="Amilcar Jose Rodriguez Barrios" userId="efa7753a-59bf-44f0-ad53-c3388f48cff0" providerId="ADAL" clId="{ECC100FD-023F-4E10-9A7E-BC0C9D78DF98}" dt="2021-03-03T14:13:59.985" v="5364" actId="571"/>
          <ac:spMkLst>
            <pc:docMk/>
            <pc:sldMk cId="3418919389" sldId="2076137443"/>
            <ac:spMk id="19" creationId="{DA3315A4-B3F5-41F1-AD3B-870699315EDB}"/>
          </ac:spMkLst>
        </pc:spChg>
        <pc:spChg chg="mod">
          <ac:chgData name="Amilcar Jose Rodriguez Barrios" userId="efa7753a-59bf-44f0-ad53-c3388f48cff0" providerId="ADAL" clId="{ECC100FD-023F-4E10-9A7E-BC0C9D78DF98}" dt="2021-03-03T14:13:59.985" v="5364" actId="571"/>
          <ac:spMkLst>
            <pc:docMk/>
            <pc:sldMk cId="3418919389" sldId="2076137443"/>
            <ac:spMk id="20" creationId="{9105B4F2-4141-43FE-BEC4-08BC20E1DA42}"/>
          </ac:spMkLst>
        </pc:spChg>
        <pc:grpChg chg="add mod">
          <ac:chgData name="Amilcar Jose Rodriguez Barrios" userId="efa7753a-59bf-44f0-ad53-c3388f48cff0" providerId="ADAL" clId="{ECC100FD-023F-4E10-9A7E-BC0C9D78DF98}" dt="2021-03-03T14:12:22.417" v="5340"/>
          <ac:grpSpMkLst>
            <pc:docMk/>
            <pc:sldMk cId="3418919389" sldId="2076137443"/>
            <ac:grpSpMk id="4" creationId="{2215EAC5-EED2-472C-B197-B7495E45D109}"/>
          </ac:grpSpMkLst>
        </pc:grpChg>
        <pc:grpChg chg="add mod">
          <ac:chgData name="Amilcar Jose Rodriguez Barrios" userId="efa7753a-59bf-44f0-ad53-c3388f48cff0" providerId="ADAL" clId="{ECC100FD-023F-4E10-9A7E-BC0C9D78DF98}" dt="2021-03-03T14:12:22.417" v="5340"/>
          <ac:grpSpMkLst>
            <pc:docMk/>
            <pc:sldMk cId="3418919389" sldId="2076137443"/>
            <ac:grpSpMk id="7" creationId="{FE81BE74-2E6A-4CAC-9F2F-55F5B295273A}"/>
          </ac:grpSpMkLst>
        </pc:grpChg>
        <pc:grpChg chg="add mod">
          <ac:chgData name="Amilcar Jose Rodriguez Barrios" userId="efa7753a-59bf-44f0-ad53-c3388f48cff0" providerId="ADAL" clId="{ECC100FD-023F-4E10-9A7E-BC0C9D78DF98}" dt="2021-03-03T14:12:22.417" v="5340"/>
          <ac:grpSpMkLst>
            <pc:docMk/>
            <pc:sldMk cId="3418919389" sldId="2076137443"/>
            <ac:grpSpMk id="10" creationId="{9B50F2FC-554C-49B7-BCC2-66807D9DA6F6}"/>
          </ac:grpSpMkLst>
        </pc:grpChg>
        <pc:grpChg chg="add mod">
          <ac:chgData name="Amilcar Jose Rodriguez Barrios" userId="efa7753a-59bf-44f0-ad53-c3388f48cff0" providerId="ADAL" clId="{ECC100FD-023F-4E10-9A7E-BC0C9D78DF98}" dt="2021-03-03T14:13:59.985" v="5364" actId="571"/>
          <ac:grpSpMkLst>
            <pc:docMk/>
            <pc:sldMk cId="3418919389" sldId="2076137443"/>
            <ac:grpSpMk id="15" creationId="{76813C67-19E0-4BA5-AE7B-92375ECE3DDB}"/>
          </ac:grpSpMkLst>
        </pc:grpChg>
        <pc:grpChg chg="add mod">
          <ac:chgData name="Amilcar Jose Rodriguez Barrios" userId="efa7753a-59bf-44f0-ad53-c3388f48cff0" providerId="ADAL" clId="{ECC100FD-023F-4E10-9A7E-BC0C9D78DF98}" dt="2021-03-03T14:13:59.985" v="5364" actId="571"/>
          <ac:grpSpMkLst>
            <pc:docMk/>
            <pc:sldMk cId="3418919389" sldId="2076137443"/>
            <ac:grpSpMk id="18" creationId="{1BBFA002-4235-410E-92F7-BC785DC00249}"/>
          </ac:grpSpMkLst>
        </pc:grpChg>
        <pc:picChg chg="mod">
          <ac:chgData name="Amilcar Jose Rodriguez Barrios" userId="efa7753a-59bf-44f0-ad53-c3388f48cff0" providerId="ADAL" clId="{ECC100FD-023F-4E10-9A7E-BC0C9D78DF98}" dt="2021-03-03T14:12:22.417" v="5340"/>
          <ac:picMkLst>
            <pc:docMk/>
            <pc:sldMk cId="3418919389" sldId="2076137443"/>
            <ac:picMk id="9" creationId="{BA1DB3D9-EB2F-462C-9061-5665C5C34443}"/>
          </ac:picMkLst>
        </pc:picChg>
        <pc:picChg chg="mod">
          <ac:chgData name="Amilcar Jose Rodriguez Barrios" userId="efa7753a-59bf-44f0-ad53-c3388f48cff0" providerId="ADAL" clId="{ECC100FD-023F-4E10-9A7E-BC0C9D78DF98}" dt="2021-03-03T14:13:59.985" v="5364" actId="571"/>
          <ac:picMkLst>
            <pc:docMk/>
            <pc:sldMk cId="3418919389" sldId="2076137443"/>
            <ac:picMk id="17" creationId="{A2BD89C2-03E3-4A21-BE99-31CECCD71DAF}"/>
          </ac:picMkLst>
        </pc:picChg>
        <pc:cxnChg chg="mod">
          <ac:chgData name="Amilcar Jose Rodriguez Barrios" userId="efa7753a-59bf-44f0-ad53-c3388f48cff0" providerId="ADAL" clId="{ECC100FD-023F-4E10-9A7E-BC0C9D78DF98}" dt="2021-03-03T14:12:22.417" v="5340"/>
          <ac:cxnSpMkLst>
            <pc:docMk/>
            <pc:sldMk cId="3418919389" sldId="2076137443"/>
            <ac:cxnSpMk id="5" creationId="{59C92485-BB26-41B1-9AA5-32B61328B7DF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3T14:14:07.134" v="5366" actId="1076"/>
        <pc:sldMkLst>
          <pc:docMk/>
          <pc:sldMk cId="74334709" sldId="2076137444"/>
        </pc:sldMkLst>
        <pc:spChg chg="del">
          <ac:chgData name="Amilcar Jose Rodriguez Barrios" userId="efa7753a-59bf-44f0-ad53-c3388f48cff0" providerId="ADAL" clId="{ECC100FD-023F-4E10-9A7E-BC0C9D78DF98}" dt="2021-03-03T14:13:08.088" v="5353" actId="478"/>
          <ac:spMkLst>
            <pc:docMk/>
            <pc:sldMk cId="74334709" sldId="2076137444"/>
            <ac:spMk id="2" creationId="{E9F008E7-8A2F-45A6-B567-3FCB7EC333DF}"/>
          </ac:spMkLst>
        </pc:spChg>
        <pc:spChg chg="add mod">
          <ac:chgData name="Amilcar Jose Rodriguez Barrios" userId="efa7753a-59bf-44f0-ad53-c3388f48cff0" providerId="ADAL" clId="{ECC100FD-023F-4E10-9A7E-BC0C9D78DF98}" dt="2021-03-03T14:13:55.291" v="5362" actId="1076"/>
          <ac:spMkLst>
            <pc:docMk/>
            <pc:sldMk cId="74334709" sldId="2076137444"/>
            <ac:spMk id="3" creationId="{48F155A4-D61D-48D5-92F3-4121122AD745}"/>
          </ac:spMkLst>
        </pc:spChg>
        <pc:spChg chg="add mod">
          <ac:chgData name="Amilcar Jose Rodriguez Barrios" userId="efa7753a-59bf-44f0-ad53-c3388f48cff0" providerId="ADAL" clId="{ECC100FD-023F-4E10-9A7E-BC0C9D78DF98}" dt="2021-03-03T14:14:07.134" v="5366" actId="1076"/>
          <ac:spMkLst>
            <pc:docMk/>
            <pc:sldMk cId="74334709" sldId="2076137444"/>
            <ac:spMk id="4" creationId="{CB8F5C7D-2104-4E8B-A50B-901782F791A7}"/>
          </ac:spMkLst>
        </pc:spChg>
        <pc:spChg chg="mod">
          <ac:chgData name="Amilcar Jose Rodriguez Barrios" userId="efa7753a-59bf-44f0-ad53-c3388f48cff0" providerId="ADAL" clId="{ECC100FD-023F-4E10-9A7E-BC0C9D78DF98}" dt="2021-03-03T14:14:02.065" v="5365"/>
          <ac:spMkLst>
            <pc:docMk/>
            <pc:sldMk cId="74334709" sldId="2076137444"/>
            <ac:spMk id="7" creationId="{D2C4323D-2E01-4033-8A52-9C66300A2876}"/>
          </ac:spMkLst>
        </pc:spChg>
        <pc:spChg chg="mod">
          <ac:chgData name="Amilcar Jose Rodriguez Barrios" userId="efa7753a-59bf-44f0-ad53-c3388f48cff0" providerId="ADAL" clId="{ECC100FD-023F-4E10-9A7E-BC0C9D78DF98}" dt="2021-03-03T14:14:02.065" v="5365"/>
          <ac:spMkLst>
            <pc:docMk/>
            <pc:sldMk cId="74334709" sldId="2076137444"/>
            <ac:spMk id="9" creationId="{557B18BA-254C-452F-8CA4-55C5C07E9FED}"/>
          </ac:spMkLst>
        </pc:spChg>
        <pc:spChg chg="mod">
          <ac:chgData name="Amilcar Jose Rodriguez Barrios" userId="efa7753a-59bf-44f0-ad53-c3388f48cff0" providerId="ADAL" clId="{ECC100FD-023F-4E10-9A7E-BC0C9D78DF98}" dt="2021-03-03T14:14:02.065" v="5365"/>
          <ac:spMkLst>
            <pc:docMk/>
            <pc:sldMk cId="74334709" sldId="2076137444"/>
            <ac:spMk id="12" creationId="{D2C5C2C7-DDAE-448C-87ED-72B5B1A575B0}"/>
          </ac:spMkLst>
        </pc:spChg>
        <pc:spChg chg="mod">
          <ac:chgData name="Amilcar Jose Rodriguez Barrios" userId="efa7753a-59bf-44f0-ad53-c3388f48cff0" providerId="ADAL" clId="{ECC100FD-023F-4E10-9A7E-BC0C9D78DF98}" dt="2021-03-03T14:14:02.065" v="5365"/>
          <ac:spMkLst>
            <pc:docMk/>
            <pc:sldMk cId="74334709" sldId="2076137444"/>
            <ac:spMk id="13" creationId="{54F4771E-2A5D-4C52-92A3-13F6475396F1}"/>
          </ac:spMkLst>
        </pc:spChg>
        <pc:grpChg chg="add mod">
          <ac:chgData name="Amilcar Jose Rodriguez Barrios" userId="efa7753a-59bf-44f0-ad53-c3388f48cff0" providerId="ADAL" clId="{ECC100FD-023F-4E10-9A7E-BC0C9D78DF98}" dt="2021-03-03T14:14:02.065" v="5365"/>
          <ac:grpSpMkLst>
            <pc:docMk/>
            <pc:sldMk cId="74334709" sldId="2076137444"/>
            <ac:grpSpMk id="5" creationId="{61470AAE-4AB4-465C-82BE-49F2A61917AB}"/>
          </ac:grpSpMkLst>
        </pc:grpChg>
        <pc:grpChg chg="add mod">
          <ac:chgData name="Amilcar Jose Rodriguez Barrios" userId="efa7753a-59bf-44f0-ad53-c3388f48cff0" providerId="ADAL" clId="{ECC100FD-023F-4E10-9A7E-BC0C9D78DF98}" dt="2021-03-03T14:14:02.065" v="5365"/>
          <ac:grpSpMkLst>
            <pc:docMk/>
            <pc:sldMk cId="74334709" sldId="2076137444"/>
            <ac:grpSpMk id="8" creationId="{16370F89-276B-4616-93A2-7FF709EA56AB}"/>
          </ac:grpSpMkLst>
        </pc:grpChg>
        <pc:grpChg chg="add mod">
          <ac:chgData name="Amilcar Jose Rodriguez Barrios" userId="efa7753a-59bf-44f0-ad53-c3388f48cff0" providerId="ADAL" clId="{ECC100FD-023F-4E10-9A7E-BC0C9D78DF98}" dt="2021-03-03T14:14:02.065" v="5365"/>
          <ac:grpSpMkLst>
            <pc:docMk/>
            <pc:sldMk cId="74334709" sldId="2076137444"/>
            <ac:grpSpMk id="11" creationId="{98EFE3EF-6669-447B-95E5-2EC993D05229}"/>
          </ac:grpSpMkLst>
        </pc:grpChg>
        <pc:picChg chg="mod">
          <ac:chgData name="Amilcar Jose Rodriguez Barrios" userId="efa7753a-59bf-44f0-ad53-c3388f48cff0" providerId="ADAL" clId="{ECC100FD-023F-4E10-9A7E-BC0C9D78DF98}" dt="2021-03-03T14:14:02.065" v="5365"/>
          <ac:picMkLst>
            <pc:docMk/>
            <pc:sldMk cId="74334709" sldId="2076137444"/>
            <ac:picMk id="10" creationId="{525806D8-FE15-42A5-B965-D6CA5469C637}"/>
          </ac:picMkLst>
        </pc:picChg>
        <pc:cxnChg chg="mod">
          <ac:chgData name="Amilcar Jose Rodriguez Barrios" userId="efa7753a-59bf-44f0-ad53-c3388f48cff0" providerId="ADAL" clId="{ECC100FD-023F-4E10-9A7E-BC0C9D78DF98}" dt="2021-03-03T14:14:02.065" v="5365"/>
          <ac:cxnSpMkLst>
            <pc:docMk/>
            <pc:sldMk cId="74334709" sldId="2076137444"/>
            <ac:cxnSpMk id="6" creationId="{7625ABA0-9E73-4B48-BD1F-0BCC4E3C188D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4T18:26:57.667" v="5505" actId="14100"/>
        <pc:sldMkLst>
          <pc:docMk/>
          <pc:sldMk cId="4275117842" sldId="2076137445"/>
        </pc:sldMkLst>
        <pc:spChg chg="add mod">
          <ac:chgData name="Amilcar Jose Rodriguez Barrios" userId="efa7753a-59bf-44f0-ad53-c3388f48cff0" providerId="ADAL" clId="{ECC100FD-023F-4E10-9A7E-BC0C9D78DF98}" dt="2021-03-04T18:26:55.292" v="5504" actId="1076"/>
          <ac:spMkLst>
            <pc:docMk/>
            <pc:sldMk cId="4275117842" sldId="2076137445"/>
            <ac:spMk id="2" creationId="{E1B31AE9-D19A-4D57-8E9C-1E738CFC0A55}"/>
          </ac:spMkLst>
        </pc:spChg>
        <pc:spChg chg="del">
          <ac:chgData name="Amilcar Jose Rodriguez Barrios" userId="efa7753a-59bf-44f0-ad53-c3388f48cff0" providerId="ADAL" clId="{ECC100FD-023F-4E10-9A7E-BC0C9D78DF98}" dt="2021-03-03T14:14:43.759" v="5388" actId="478"/>
          <ac:spMkLst>
            <pc:docMk/>
            <pc:sldMk cId="4275117842" sldId="2076137445"/>
            <ac:spMk id="2" creationId="{F3F8B5C2-CF89-4DF7-B1EB-E831E9E85403}"/>
          </ac:spMkLst>
        </pc:spChg>
        <pc:spChg chg="add mod">
          <ac:chgData name="Amilcar Jose Rodriguez Barrios" userId="efa7753a-59bf-44f0-ad53-c3388f48cff0" providerId="ADAL" clId="{ECC100FD-023F-4E10-9A7E-BC0C9D78DF98}" dt="2021-03-04T18:26:57.667" v="5505" actId="14100"/>
          <ac:spMkLst>
            <pc:docMk/>
            <pc:sldMk cId="4275117842" sldId="2076137445"/>
            <ac:spMk id="3" creationId="{CCFE3E18-DF3D-4303-9993-1FA2ADE30A69}"/>
          </ac:spMkLst>
        </pc:spChg>
        <pc:spChg chg="mod">
          <ac:chgData name="Amilcar Jose Rodriguez Barrios" userId="efa7753a-59bf-44f0-ad53-c3388f48cff0" providerId="ADAL" clId="{ECC100FD-023F-4E10-9A7E-BC0C9D78DF98}" dt="2021-03-04T18:26:47.278" v="5501"/>
          <ac:spMkLst>
            <pc:docMk/>
            <pc:sldMk cId="4275117842" sldId="2076137445"/>
            <ac:spMk id="6" creationId="{72CDD308-0515-4A12-9445-570E942A09E8}"/>
          </ac:spMkLst>
        </pc:spChg>
        <pc:spChg chg="mod">
          <ac:chgData name="Amilcar Jose Rodriguez Barrios" userId="efa7753a-59bf-44f0-ad53-c3388f48cff0" providerId="ADAL" clId="{ECC100FD-023F-4E10-9A7E-BC0C9D78DF98}" dt="2021-03-04T18:26:47.278" v="5501"/>
          <ac:spMkLst>
            <pc:docMk/>
            <pc:sldMk cId="4275117842" sldId="2076137445"/>
            <ac:spMk id="8" creationId="{97332524-0A5D-4F9B-9CA1-1363447F8B7A}"/>
          </ac:spMkLst>
        </pc:spChg>
        <pc:spChg chg="mod">
          <ac:chgData name="Amilcar Jose Rodriguez Barrios" userId="efa7753a-59bf-44f0-ad53-c3388f48cff0" providerId="ADAL" clId="{ECC100FD-023F-4E10-9A7E-BC0C9D78DF98}" dt="2021-03-04T18:26:47.278" v="5501"/>
          <ac:spMkLst>
            <pc:docMk/>
            <pc:sldMk cId="4275117842" sldId="2076137445"/>
            <ac:spMk id="11" creationId="{28EEB1A6-DAA0-4449-BF23-A3D1B90C52DA}"/>
          </ac:spMkLst>
        </pc:spChg>
        <pc:spChg chg="mod">
          <ac:chgData name="Amilcar Jose Rodriguez Barrios" userId="efa7753a-59bf-44f0-ad53-c3388f48cff0" providerId="ADAL" clId="{ECC100FD-023F-4E10-9A7E-BC0C9D78DF98}" dt="2021-03-04T18:26:47.278" v="5501"/>
          <ac:spMkLst>
            <pc:docMk/>
            <pc:sldMk cId="4275117842" sldId="2076137445"/>
            <ac:spMk id="12" creationId="{00B3BA37-D787-45E9-A6D1-43EB33E0AAB4}"/>
          </ac:spMkLst>
        </pc:spChg>
        <pc:grpChg chg="add mod">
          <ac:chgData name="Amilcar Jose Rodriguez Barrios" userId="efa7753a-59bf-44f0-ad53-c3388f48cff0" providerId="ADAL" clId="{ECC100FD-023F-4E10-9A7E-BC0C9D78DF98}" dt="2021-03-04T18:26:47.278" v="5501"/>
          <ac:grpSpMkLst>
            <pc:docMk/>
            <pc:sldMk cId="4275117842" sldId="2076137445"/>
            <ac:grpSpMk id="4" creationId="{A9F94ACC-A7AE-4499-A5F5-14F29ACED438}"/>
          </ac:grpSpMkLst>
        </pc:grpChg>
        <pc:grpChg chg="add mod">
          <ac:chgData name="Amilcar Jose Rodriguez Barrios" userId="efa7753a-59bf-44f0-ad53-c3388f48cff0" providerId="ADAL" clId="{ECC100FD-023F-4E10-9A7E-BC0C9D78DF98}" dt="2021-03-04T18:26:47.278" v="5501"/>
          <ac:grpSpMkLst>
            <pc:docMk/>
            <pc:sldMk cId="4275117842" sldId="2076137445"/>
            <ac:grpSpMk id="7" creationId="{252537CA-769D-400C-9237-6AFF78F229C4}"/>
          </ac:grpSpMkLst>
        </pc:grpChg>
        <pc:grpChg chg="add mod">
          <ac:chgData name="Amilcar Jose Rodriguez Barrios" userId="efa7753a-59bf-44f0-ad53-c3388f48cff0" providerId="ADAL" clId="{ECC100FD-023F-4E10-9A7E-BC0C9D78DF98}" dt="2021-03-04T18:26:47.278" v="5501"/>
          <ac:grpSpMkLst>
            <pc:docMk/>
            <pc:sldMk cId="4275117842" sldId="2076137445"/>
            <ac:grpSpMk id="10" creationId="{2A4D6456-1927-4DF5-95B7-A8312C9EF169}"/>
          </ac:grpSpMkLst>
        </pc:grpChg>
        <pc:picChg chg="mod">
          <ac:chgData name="Amilcar Jose Rodriguez Barrios" userId="efa7753a-59bf-44f0-ad53-c3388f48cff0" providerId="ADAL" clId="{ECC100FD-023F-4E10-9A7E-BC0C9D78DF98}" dt="2021-03-04T18:26:47.278" v="5501"/>
          <ac:picMkLst>
            <pc:docMk/>
            <pc:sldMk cId="4275117842" sldId="2076137445"/>
            <ac:picMk id="9" creationId="{351CAA5A-9D61-4E68-829A-DD8EAA2F3157}"/>
          </ac:picMkLst>
        </pc:picChg>
        <pc:cxnChg chg="mod">
          <ac:chgData name="Amilcar Jose Rodriguez Barrios" userId="efa7753a-59bf-44f0-ad53-c3388f48cff0" providerId="ADAL" clId="{ECC100FD-023F-4E10-9A7E-BC0C9D78DF98}" dt="2021-03-04T18:26:47.278" v="5501"/>
          <ac:cxnSpMkLst>
            <pc:docMk/>
            <pc:sldMk cId="4275117842" sldId="2076137445"/>
            <ac:cxnSpMk id="5" creationId="{F690145E-3379-4BE9-A7A1-C34C391DA9E2}"/>
          </ac:cxnSpMkLst>
        </pc:cxnChg>
      </pc:sldChg>
      <pc:sldChg chg="addSp delSp modSp add mod modNotesTx">
        <pc:chgData name="Amilcar Jose Rodriguez Barrios" userId="efa7753a-59bf-44f0-ad53-c3388f48cff0" providerId="ADAL" clId="{ECC100FD-023F-4E10-9A7E-BC0C9D78DF98}" dt="2021-03-04T18:36:57.688" v="5814"/>
        <pc:sldMkLst>
          <pc:docMk/>
          <pc:sldMk cId="3175912799" sldId="2076137446"/>
        </pc:sldMkLst>
        <pc:spChg chg="mod">
          <ac:chgData name="Amilcar Jose Rodriguez Barrios" userId="efa7753a-59bf-44f0-ad53-c3388f48cff0" providerId="ADAL" clId="{ECC100FD-023F-4E10-9A7E-BC0C9D78DF98}" dt="2021-03-04T18:24:52.170" v="5492" actId="20577"/>
          <ac:spMkLst>
            <pc:docMk/>
            <pc:sldMk cId="3175912799" sldId="2076137446"/>
            <ac:spMk id="12" creationId="{BEB3271B-3EC3-4B8D-AF3F-163A289B0F6A}"/>
          </ac:spMkLst>
        </pc:spChg>
        <pc:spChg chg="mod">
          <ac:chgData name="Amilcar Jose Rodriguez Barrios" userId="efa7753a-59bf-44f0-ad53-c3388f48cff0" providerId="ADAL" clId="{ECC100FD-023F-4E10-9A7E-BC0C9D78DF98}" dt="2021-03-04T18:20:51.004" v="5490" actId="1076"/>
          <ac:spMkLst>
            <pc:docMk/>
            <pc:sldMk cId="3175912799" sldId="2076137446"/>
            <ac:spMk id="14" creationId="{E48C0C87-743D-4C2D-8640-BDE78D23BBC5}"/>
          </ac:spMkLst>
        </pc:spChg>
        <pc:spChg chg="mod">
          <ac:chgData name="Amilcar Jose Rodriguez Barrios" userId="efa7753a-59bf-44f0-ad53-c3388f48cff0" providerId="ADAL" clId="{ECC100FD-023F-4E10-9A7E-BC0C9D78DF98}" dt="2021-03-04T18:20:12.869" v="5428" actId="20577"/>
          <ac:spMkLst>
            <pc:docMk/>
            <pc:sldMk cId="3175912799" sldId="2076137446"/>
            <ac:spMk id="15" creationId="{482873F6-841A-4E70-88E2-0C84B112EFB3}"/>
          </ac:spMkLst>
        </pc:spChg>
        <pc:spChg chg="mod">
          <ac:chgData name="Amilcar Jose Rodriguez Barrios" userId="efa7753a-59bf-44f0-ad53-c3388f48cff0" providerId="ADAL" clId="{ECC100FD-023F-4E10-9A7E-BC0C9D78DF98}" dt="2021-03-04T18:20:27.856" v="5488" actId="14100"/>
          <ac:spMkLst>
            <pc:docMk/>
            <pc:sldMk cId="3175912799" sldId="2076137446"/>
            <ac:spMk id="16" creationId="{8DCBFFFB-67C2-40B3-AA97-D280504F46F6}"/>
          </ac:spMkLst>
        </pc:spChg>
        <pc:spChg chg="mod">
          <ac:chgData name="Amilcar Jose Rodriguez Barrios" userId="efa7753a-59bf-44f0-ad53-c3388f48cff0" providerId="ADAL" clId="{ECC100FD-023F-4E10-9A7E-BC0C9D78DF98}" dt="2021-03-04T18:36:57.688" v="5814"/>
          <ac:spMkLst>
            <pc:docMk/>
            <pc:sldMk cId="3175912799" sldId="2076137446"/>
            <ac:spMk id="18" creationId="{F35EB9B0-5455-45C9-AD3B-E716C354B0A2}"/>
          </ac:spMkLst>
        </pc:spChg>
        <pc:spChg chg="mod">
          <ac:chgData name="Amilcar Jose Rodriguez Barrios" userId="efa7753a-59bf-44f0-ad53-c3388f48cff0" providerId="ADAL" clId="{ECC100FD-023F-4E10-9A7E-BC0C9D78DF98}" dt="2021-03-04T18:36:57.688" v="5814"/>
          <ac:spMkLst>
            <pc:docMk/>
            <pc:sldMk cId="3175912799" sldId="2076137446"/>
            <ac:spMk id="19" creationId="{14898114-37A7-42AD-B30A-69DA81EBAAF8}"/>
          </ac:spMkLst>
        </pc:spChg>
        <pc:grpChg chg="del mod">
          <ac:chgData name="Amilcar Jose Rodriguez Barrios" userId="efa7753a-59bf-44f0-ad53-c3388f48cff0" providerId="ADAL" clId="{ECC100FD-023F-4E10-9A7E-BC0C9D78DF98}" dt="2021-03-04T18:36:57.456" v="5813" actId="478"/>
          <ac:grpSpMkLst>
            <pc:docMk/>
            <pc:sldMk cId="3175912799" sldId="2076137446"/>
            <ac:grpSpMk id="9" creationId="{C1C9A005-D3C0-4D31-84A2-256426212C9C}"/>
          </ac:grpSpMkLst>
        </pc:grpChg>
        <pc:grpChg chg="add mod">
          <ac:chgData name="Amilcar Jose Rodriguez Barrios" userId="efa7753a-59bf-44f0-ad53-c3388f48cff0" providerId="ADAL" clId="{ECC100FD-023F-4E10-9A7E-BC0C9D78DF98}" dt="2021-03-04T18:36:57.688" v="5814"/>
          <ac:grpSpMkLst>
            <pc:docMk/>
            <pc:sldMk cId="3175912799" sldId="2076137446"/>
            <ac:grpSpMk id="17" creationId="{A4EB7B23-0C21-43F5-923A-E54A8F1BD92F}"/>
          </ac:grpSpMkLst>
        </pc:grpChg>
      </pc:sldChg>
      <pc:sldChg chg="addSp delSp modSp new mod">
        <pc:chgData name="Amilcar Jose Rodriguez Barrios" userId="efa7753a-59bf-44f0-ad53-c3388f48cff0" providerId="ADAL" clId="{ECC100FD-023F-4E10-9A7E-BC0C9D78DF98}" dt="2021-03-04T18:37:06.975" v="5816"/>
        <pc:sldMkLst>
          <pc:docMk/>
          <pc:sldMk cId="341446664" sldId="2076137447"/>
        </pc:sldMkLst>
        <pc:spChg chg="del">
          <ac:chgData name="Amilcar Jose Rodriguez Barrios" userId="efa7753a-59bf-44f0-ad53-c3388f48cff0" providerId="ADAL" clId="{ECC100FD-023F-4E10-9A7E-BC0C9D78DF98}" dt="2021-03-04T18:28:01" v="5507" actId="478"/>
          <ac:spMkLst>
            <pc:docMk/>
            <pc:sldMk cId="341446664" sldId="2076137447"/>
            <ac:spMk id="2" creationId="{AEF2CE6A-047F-44F4-9CF3-9C39D9481505}"/>
          </ac:spMkLst>
        </pc:spChg>
        <pc:spChg chg="add mod">
          <ac:chgData name="Amilcar Jose Rodriguez Barrios" userId="efa7753a-59bf-44f0-ad53-c3388f48cff0" providerId="ADAL" clId="{ECC100FD-023F-4E10-9A7E-BC0C9D78DF98}" dt="2021-03-04T18:30:02.414" v="5510" actId="20577"/>
          <ac:spMkLst>
            <pc:docMk/>
            <pc:sldMk cId="341446664" sldId="2076137447"/>
            <ac:spMk id="3" creationId="{1EA77A25-93FF-4633-B3F1-112645B73253}"/>
          </ac:spMkLst>
        </pc:spChg>
        <pc:spChg chg="add mod">
          <ac:chgData name="Amilcar Jose Rodriguez Barrios" userId="efa7753a-59bf-44f0-ad53-c3388f48cff0" providerId="ADAL" clId="{ECC100FD-023F-4E10-9A7E-BC0C9D78DF98}" dt="2021-03-04T18:30:00.355" v="5508"/>
          <ac:spMkLst>
            <pc:docMk/>
            <pc:sldMk cId="341446664" sldId="2076137447"/>
            <ac:spMk id="4" creationId="{35358E62-CCA5-4CB8-BB7E-1CAF1765A012}"/>
          </ac:spMkLst>
        </pc:spChg>
        <pc:spChg chg="add mod">
          <ac:chgData name="Amilcar Jose Rodriguez Barrios" userId="efa7753a-59bf-44f0-ad53-c3388f48cff0" providerId="ADAL" clId="{ECC100FD-023F-4E10-9A7E-BC0C9D78DF98}" dt="2021-03-04T18:30:00.355" v="5508"/>
          <ac:spMkLst>
            <pc:docMk/>
            <pc:sldMk cId="341446664" sldId="2076137447"/>
            <ac:spMk id="5" creationId="{4514F829-1B22-4BAB-8933-75D7B42AD321}"/>
          </ac:spMkLst>
        </pc:spChg>
        <pc:spChg chg="add mod">
          <ac:chgData name="Amilcar Jose Rodriguez Barrios" userId="efa7753a-59bf-44f0-ad53-c3388f48cff0" providerId="ADAL" clId="{ECC100FD-023F-4E10-9A7E-BC0C9D78DF98}" dt="2021-03-04T18:30:10.263" v="5541" actId="20577"/>
          <ac:spMkLst>
            <pc:docMk/>
            <pc:sldMk cId="341446664" sldId="2076137447"/>
            <ac:spMk id="6" creationId="{794DDC6F-B097-4485-B9D2-835BA5BFD44B}"/>
          </ac:spMkLst>
        </pc:spChg>
        <pc:spChg chg="add mod">
          <ac:chgData name="Amilcar Jose Rodriguez Barrios" userId="efa7753a-59bf-44f0-ad53-c3388f48cff0" providerId="ADAL" clId="{ECC100FD-023F-4E10-9A7E-BC0C9D78DF98}" dt="2021-03-04T18:30:25.092" v="5544" actId="14100"/>
          <ac:spMkLst>
            <pc:docMk/>
            <pc:sldMk cId="341446664" sldId="2076137447"/>
            <ac:spMk id="7" creationId="{8BE176ED-C87E-4CAD-BABA-063E12469844}"/>
          </ac:spMkLst>
        </pc:spChg>
        <pc:spChg chg="mod">
          <ac:chgData name="Amilcar Jose Rodriguez Barrios" userId="efa7753a-59bf-44f0-ad53-c3388f48cff0" providerId="ADAL" clId="{ECC100FD-023F-4E10-9A7E-BC0C9D78DF98}" dt="2021-03-04T18:37:06.975" v="5816"/>
          <ac:spMkLst>
            <pc:docMk/>
            <pc:sldMk cId="341446664" sldId="2076137447"/>
            <ac:spMk id="10" creationId="{B729EEC2-D2C5-41ED-9AE7-537498A55B5E}"/>
          </ac:spMkLst>
        </pc:spChg>
        <pc:spChg chg="mod">
          <ac:chgData name="Amilcar Jose Rodriguez Barrios" userId="efa7753a-59bf-44f0-ad53-c3388f48cff0" providerId="ADAL" clId="{ECC100FD-023F-4E10-9A7E-BC0C9D78DF98}" dt="2021-03-04T18:37:06.975" v="5816"/>
          <ac:spMkLst>
            <pc:docMk/>
            <pc:sldMk cId="341446664" sldId="2076137447"/>
            <ac:spMk id="12" creationId="{3808EB41-E602-4540-BE02-91368B0A754C}"/>
          </ac:spMkLst>
        </pc:spChg>
        <pc:spChg chg="mod">
          <ac:chgData name="Amilcar Jose Rodriguez Barrios" userId="efa7753a-59bf-44f0-ad53-c3388f48cff0" providerId="ADAL" clId="{ECC100FD-023F-4E10-9A7E-BC0C9D78DF98}" dt="2021-03-04T18:37:06.975" v="5816"/>
          <ac:spMkLst>
            <pc:docMk/>
            <pc:sldMk cId="341446664" sldId="2076137447"/>
            <ac:spMk id="15" creationId="{ABBA6E19-905A-4685-BF60-1CEFF119D5FC}"/>
          </ac:spMkLst>
        </pc:spChg>
        <pc:spChg chg="mod">
          <ac:chgData name="Amilcar Jose Rodriguez Barrios" userId="efa7753a-59bf-44f0-ad53-c3388f48cff0" providerId="ADAL" clId="{ECC100FD-023F-4E10-9A7E-BC0C9D78DF98}" dt="2021-03-04T18:37:06.975" v="5816"/>
          <ac:spMkLst>
            <pc:docMk/>
            <pc:sldMk cId="341446664" sldId="2076137447"/>
            <ac:spMk id="16" creationId="{89D0071B-BC58-425B-AD62-B8B1E9D4E59D}"/>
          </ac:spMkLst>
        </pc:spChg>
        <pc:grpChg chg="add mod">
          <ac:chgData name="Amilcar Jose Rodriguez Barrios" userId="efa7753a-59bf-44f0-ad53-c3388f48cff0" providerId="ADAL" clId="{ECC100FD-023F-4E10-9A7E-BC0C9D78DF98}" dt="2021-03-04T18:37:06.975" v="5816"/>
          <ac:grpSpMkLst>
            <pc:docMk/>
            <pc:sldMk cId="341446664" sldId="2076137447"/>
            <ac:grpSpMk id="8" creationId="{CA776531-834E-412F-8AC1-BDE6C81205C9}"/>
          </ac:grpSpMkLst>
        </pc:grpChg>
        <pc:grpChg chg="add mod">
          <ac:chgData name="Amilcar Jose Rodriguez Barrios" userId="efa7753a-59bf-44f0-ad53-c3388f48cff0" providerId="ADAL" clId="{ECC100FD-023F-4E10-9A7E-BC0C9D78DF98}" dt="2021-03-04T18:37:06.975" v="5816"/>
          <ac:grpSpMkLst>
            <pc:docMk/>
            <pc:sldMk cId="341446664" sldId="2076137447"/>
            <ac:grpSpMk id="11" creationId="{CF65C0F6-C38C-447B-8D9C-5F23F8F286A4}"/>
          </ac:grpSpMkLst>
        </pc:grpChg>
        <pc:grpChg chg="add mod">
          <ac:chgData name="Amilcar Jose Rodriguez Barrios" userId="efa7753a-59bf-44f0-ad53-c3388f48cff0" providerId="ADAL" clId="{ECC100FD-023F-4E10-9A7E-BC0C9D78DF98}" dt="2021-03-04T18:37:06.975" v="5816"/>
          <ac:grpSpMkLst>
            <pc:docMk/>
            <pc:sldMk cId="341446664" sldId="2076137447"/>
            <ac:grpSpMk id="14" creationId="{6C99ED19-A200-417E-95DE-B68FA7BCDA71}"/>
          </ac:grpSpMkLst>
        </pc:grpChg>
        <pc:picChg chg="mod">
          <ac:chgData name="Amilcar Jose Rodriguez Barrios" userId="efa7753a-59bf-44f0-ad53-c3388f48cff0" providerId="ADAL" clId="{ECC100FD-023F-4E10-9A7E-BC0C9D78DF98}" dt="2021-03-04T18:37:06.975" v="5816"/>
          <ac:picMkLst>
            <pc:docMk/>
            <pc:sldMk cId="341446664" sldId="2076137447"/>
            <ac:picMk id="13" creationId="{ED7B277A-A2F1-46C3-ABD8-78F8D534E6E4}"/>
          </ac:picMkLst>
        </pc:picChg>
        <pc:cxnChg chg="mod">
          <ac:chgData name="Amilcar Jose Rodriguez Barrios" userId="efa7753a-59bf-44f0-ad53-c3388f48cff0" providerId="ADAL" clId="{ECC100FD-023F-4E10-9A7E-BC0C9D78DF98}" dt="2021-03-04T18:37:06.975" v="5816"/>
          <ac:cxnSpMkLst>
            <pc:docMk/>
            <pc:sldMk cId="341446664" sldId="2076137447"/>
            <ac:cxnSpMk id="9" creationId="{7E9F9941-D6C0-4C0F-A5DD-FB569DB918CA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31:37.654" v="5585" actId="1076"/>
        <pc:sldMkLst>
          <pc:docMk/>
          <pc:sldMk cId="27567598" sldId="2076137448"/>
        </pc:sldMkLst>
        <pc:spChg chg="mod">
          <ac:chgData name="Amilcar Jose Rodriguez Barrios" userId="efa7753a-59bf-44f0-ad53-c3388f48cff0" providerId="ADAL" clId="{ECC100FD-023F-4E10-9A7E-BC0C9D78DF98}" dt="2021-03-04T18:31:37.654" v="5585" actId="1076"/>
          <ac:spMkLst>
            <pc:docMk/>
            <pc:sldMk cId="27567598" sldId="2076137448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5T15:01:50.073" v="6590" actId="20578"/>
        <pc:sldMkLst>
          <pc:docMk/>
          <pc:sldMk cId="1369568888" sldId="2076137449"/>
        </pc:sldMkLst>
        <pc:spChg chg="del">
          <ac:chgData name="Amilcar Jose Rodriguez Barrios" userId="efa7753a-59bf-44f0-ad53-c3388f48cff0" providerId="ADAL" clId="{ECC100FD-023F-4E10-9A7E-BC0C9D78DF98}" dt="2021-03-04T18:31:43.790" v="5587" actId="478"/>
          <ac:spMkLst>
            <pc:docMk/>
            <pc:sldMk cId="1369568888" sldId="2076137449"/>
            <ac:spMk id="2" creationId="{B59C808F-B450-4179-99B7-E5DB182C86C3}"/>
          </ac:spMkLst>
        </pc:spChg>
        <pc:spChg chg="add mod">
          <ac:chgData name="Amilcar Jose Rodriguez Barrios" userId="efa7753a-59bf-44f0-ad53-c3388f48cff0" providerId="ADAL" clId="{ECC100FD-023F-4E10-9A7E-BC0C9D78DF98}" dt="2021-03-04T18:32:52.928" v="5685" actId="255"/>
          <ac:spMkLst>
            <pc:docMk/>
            <pc:sldMk cId="1369568888" sldId="2076137449"/>
            <ac:spMk id="3" creationId="{C6FCD26F-EC46-41EA-8D72-7C9A7CA4748C}"/>
          </ac:spMkLst>
        </pc:spChg>
        <pc:spChg chg="add mod">
          <ac:chgData name="Amilcar Jose Rodriguez Barrios" userId="efa7753a-59bf-44f0-ad53-c3388f48cff0" providerId="ADAL" clId="{ECC100FD-023F-4E10-9A7E-BC0C9D78DF98}" dt="2021-03-04T18:32:22.339" v="5632" actId="14100"/>
          <ac:spMkLst>
            <pc:docMk/>
            <pc:sldMk cId="1369568888" sldId="2076137449"/>
            <ac:spMk id="5" creationId="{7F9F4146-6EC1-4CED-9145-055DDCC26C74}"/>
          </ac:spMkLst>
        </pc:spChg>
        <pc:spChg chg="mod">
          <ac:chgData name="Amilcar Jose Rodriguez Barrios" userId="efa7753a-59bf-44f0-ad53-c3388f48cff0" providerId="ADAL" clId="{ECC100FD-023F-4E10-9A7E-BC0C9D78DF98}" dt="2021-03-04T18:31:49.800" v="5588"/>
          <ac:spMkLst>
            <pc:docMk/>
            <pc:sldMk cId="1369568888" sldId="2076137449"/>
            <ac:spMk id="7" creationId="{E8ED59D8-6D78-4992-B689-D954B4C36E14}"/>
          </ac:spMkLst>
        </pc:spChg>
        <pc:spChg chg="mod">
          <ac:chgData name="Amilcar Jose Rodriguez Barrios" userId="efa7753a-59bf-44f0-ad53-c3388f48cff0" providerId="ADAL" clId="{ECC100FD-023F-4E10-9A7E-BC0C9D78DF98}" dt="2021-03-04T18:31:49.800" v="5588"/>
          <ac:spMkLst>
            <pc:docMk/>
            <pc:sldMk cId="1369568888" sldId="2076137449"/>
            <ac:spMk id="8" creationId="{28FFD917-404D-43F7-AF78-2E9475A3BA63}"/>
          </ac:spMkLst>
        </pc:spChg>
        <pc:spChg chg="add mod">
          <ac:chgData name="Amilcar Jose Rodriguez Barrios" userId="efa7753a-59bf-44f0-ad53-c3388f48cff0" providerId="ADAL" clId="{ECC100FD-023F-4E10-9A7E-BC0C9D78DF98}" dt="2021-03-05T15:01:50.073" v="6590" actId="20578"/>
          <ac:spMkLst>
            <pc:docMk/>
            <pc:sldMk cId="1369568888" sldId="2076137449"/>
            <ac:spMk id="9" creationId="{C9770C96-7327-4E14-80F6-7A2989E9D41E}"/>
          </ac:spMkLst>
        </pc:spChg>
        <pc:spChg chg="mod">
          <ac:chgData name="Amilcar Jose Rodriguez Barrios" userId="efa7753a-59bf-44f0-ad53-c3388f48cff0" providerId="ADAL" clId="{ECC100FD-023F-4E10-9A7E-BC0C9D78DF98}" dt="2021-03-04T18:32:10.370" v="5630"/>
          <ac:spMkLst>
            <pc:docMk/>
            <pc:sldMk cId="1369568888" sldId="2076137449"/>
            <ac:spMk id="12" creationId="{9BC9D2CB-F88A-404A-A2A2-C6947E69CDFE}"/>
          </ac:spMkLst>
        </pc:spChg>
        <pc:spChg chg="mod">
          <ac:chgData name="Amilcar Jose Rodriguez Barrios" userId="efa7753a-59bf-44f0-ad53-c3388f48cff0" providerId="ADAL" clId="{ECC100FD-023F-4E10-9A7E-BC0C9D78DF98}" dt="2021-03-04T18:32:10.370" v="5630"/>
          <ac:spMkLst>
            <pc:docMk/>
            <pc:sldMk cId="1369568888" sldId="2076137449"/>
            <ac:spMk id="14" creationId="{B9096905-C9D1-40F2-8A37-182B5587D719}"/>
          </ac:spMkLst>
        </pc:spChg>
        <pc:spChg chg="mod">
          <ac:chgData name="Amilcar Jose Rodriguez Barrios" userId="efa7753a-59bf-44f0-ad53-c3388f48cff0" providerId="ADAL" clId="{ECC100FD-023F-4E10-9A7E-BC0C9D78DF98}" dt="2021-03-04T18:32:10.370" v="5630"/>
          <ac:spMkLst>
            <pc:docMk/>
            <pc:sldMk cId="1369568888" sldId="2076137449"/>
            <ac:spMk id="17" creationId="{711A4A81-8EDF-4C3A-895F-AF7AA414A538}"/>
          </ac:spMkLst>
        </pc:spChg>
        <pc:spChg chg="mod">
          <ac:chgData name="Amilcar Jose Rodriguez Barrios" userId="efa7753a-59bf-44f0-ad53-c3388f48cff0" providerId="ADAL" clId="{ECC100FD-023F-4E10-9A7E-BC0C9D78DF98}" dt="2021-03-04T18:32:10.370" v="5630"/>
          <ac:spMkLst>
            <pc:docMk/>
            <pc:sldMk cId="1369568888" sldId="2076137449"/>
            <ac:spMk id="18" creationId="{5C6C801A-23C5-430E-BB44-2589D1879DAB}"/>
          </ac:spMkLst>
        </pc:spChg>
        <pc:grpChg chg="add mod">
          <ac:chgData name="Amilcar Jose Rodriguez Barrios" userId="efa7753a-59bf-44f0-ad53-c3388f48cff0" providerId="ADAL" clId="{ECC100FD-023F-4E10-9A7E-BC0C9D78DF98}" dt="2021-03-04T18:31:53.217" v="5627" actId="1036"/>
          <ac:grpSpMkLst>
            <pc:docMk/>
            <pc:sldMk cId="1369568888" sldId="2076137449"/>
            <ac:grpSpMk id="6" creationId="{C2D2DEC2-037C-42C1-B2B5-106FB8067F43}"/>
          </ac:grpSpMkLst>
        </pc:grpChg>
        <pc:grpChg chg="add mod">
          <ac:chgData name="Amilcar Jose Rodriguez Barrios" userId="efa7753a-59bf-44f0-ad53-c3388f48cff0" providerId="ADAL" clId="{ECC100FD-023F-4E10-9A7E-BC0C9D78DF98}" dt="2021-03-04T18:32:10.370" v="5630"/>
          <ac:grpSpMkLst>
            <pc:docMk/>
            <pc:sldMk cId="1369568888" sldId="2076137449"/>
            <ac:grpSpMk id="10" creationId="{020E51B5-ECB2-48CF-9824-E1BA3BADAC6F}"/>
          </ac:grpSpMkLst>
        </pc:grpChg>
        <pc:grpChg chg="add mod">
          <ac:chgData name="Amilcar Jose Rodriguez Barrios" userId="efa7753a-59bf-44f0-ad53-c3388f48cff0" providerId="ADAL" clId="{ECC100FD-023F-4E10-9A7E-BC0C9D78DF98}" dt="2021-03-04T18:32:10.370" v="5630"/>
          <ac:grpSpMkLst>
            <pc:docMk/>
            <pc:sldMk cId="1369568888" sldId="2076137449"/>
            <ac:grpSpMk id="13" creationId="{13B80EFC-0130-4645-BFEA-99D38254D8C5}"/>
          </ac:grpSpMkLst>
        </pc:grpChg>
        <pc:grpChg chg="add mod">
          <ac:chgData name="Amilcar Jose Rodriguez Barrios" userId="efa7753a-59bf-44f0-ad53-c3388f48cff0" providerId="ADAL" clId="{ECC100FD-023F-4E10-9A7E-BC0C9D78DF98}" dt="2021-03-04T18:32:10.370" v="5630"/>
          <ac:grpSpMkLst>
            <pc:docMk/>
            <pc:sldMk cId="1369568888" sldId="2076137449"/>
            <ac:grpSpMk id="16" creationId="{C196A016-BA91-4AEE-8F85-86A6DAEADFEF}"/>
          </ac:grpSpMkLst>
        </pc:grpChg>
        <pc:picChg chg="add mod">
          <ac:chgData name="Amilcar Jose Rodriguez Barrios" userId="efa7753a-59bf-44f0-ad53-c3388f48cff0" providerId="ADAL" clId="{ECC100FD-023F-4E10-9A7E-BC0C9D78DF98}" dt="2021-03-04T18:31:53.217" v="5627" actId="1036"/>
          <ac:picMkLst>
            <pc:docMk/>
            <pc:sldMk cId="1369568888" sldId="2076137449"/>
            <ac:picMk id="4" creationId="{879B0A9C-534D-4839-8031-0494B961F3E3}"/>
          </ac:picMkLst>
        </pc:picChg>
        <pc:picChg chg="mod">
          <ac:chgData name="Amilcar Jose Rodriguez Barrios" userId="efa7753a-59bf-44f0-ad53-c3388f48cff0" providerId="ADAL" clId="{ECC100FD-023F-4E10-9A7E-BC0C9D78DF98}" dt="2021-03-04T18:32:10.370" v="5630"/>
          <ac:picMkLst>
            <pc:docMk/>
            <pc:sldMk cId="1369568888" sldId="2076137449"/>
            <ac:picMk id="15" creationId="{7BC63795-4766-444E-9D01-73113B653973}"/>
          </ac:picMkLst>
        </pc:picChg>
        <pc:cxnChg chg="mod">
          <ac:chgData name="Amilcar Jose Rodriguez Barrios" userId="efa7753a-59bf-44f0-ad53-c3388f48cff0" providerId="ADAL" clId="{ECC100FD-023F-4E10-9A7E-BC0C9D78DF98}" dt="2021-03-04T18:32:10.370" v="5630"/>
          <ac:cxnSpMkLst>
            <pc:docMk/>
            <pc:sldMk cId="1369568888" sldId="2076137449"/>
            <ac:cxnSpMk id="11" creationId="{1B923319-1D65-49AE-8A71-62760B245BFA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4T18:33:08.012" v="5709" actId="1036"/>
        <pc:sldMkLst>
          <pc:docMk/>
          <pc:sldMk cId="2559911274" sldId="2076137450"/>
        </pc:sldMkLst>
        <pc:spChg chg="del">
          <ac:chgData name="Amilcar Jose Rodriguez Barrios" userId="efa7753a-59bf-44f0-ad53-c3388f48cff0" providerId="ADAL" clId="{ECC100FD-023F-4E10-9A7E-BC0C9D78DF98}" dt="2021-03-04T18:32:42.188" v="5635" actId="478"/>
          <ac:spMkLst>
            <pc:docMk/>
            <pc:sldMk cId="2559911274" sldId="2076137450"/>
            <ac:spMk id="2" creationId="{768D700A-B5A1-4D5B-B455-B6BB3AA7F94D}"/>
          </ac:spMkLst>
        </pc:spChg>
        <pc:spChg chg="add mod">
          <ac:chgData name="Amilcar Jose Rodriguez Barrios" userId="efa7753a-59bf-44f0-ad53-c3388f48cff0" providerId="ADAL" clId="{ECC100FD-023F-4E10-9A7E-BC0C9D78DF98}" dt="2021-03-04T18:33:08.012" v="5709" actId="1036"/>
          <ac:spMkLst>
            <pc:docMk/>
            <pc:sldMk cId="2559911274" sldId="2076137450"/>
            <ac:spMk id="3" creationId="{0158F494-9FD0-4D81-9070-601534B808B5}"/>
          </ac:spMkLst>
        </pc:spChg>
        <pc:spChg chg="add mod">
          <ac:chgData name="Amilcar Jose Rodriguez Barrios" userId="efa7753a-59bf-44f0-ad53-c3388f48cff0" providerId="ADAL" clId="{ECC100FD-023F-4E10-9A7E-BC0C9D78DF98}" dt="2021-03-04T18:33:08.012" v="5709" actId="1036"/>
          <ac:spMkLst>
            <pc:docMk/>
            <pc:sldMk cId="2559911274" sldId="2076137450"/>
            <ac:spMk id="5" creationId="{588B0FD5-B3AC-409B-A3EA-5B6E133AC932}"/>
          </ac:spMkLst>
        </pc:spChg>
        <pc:spChg chg="add mod">
          <ac:chgData name="Amilcar Jose Rodriguez Barrios" userId="efa7753a-59bf-44f0-ad53-c3388f48cff0" providerId="ADAL" clId="{ECC100FD-023F-4E10-9A7E-BC0C9D78DF98}" dt="2021-03-04T18:33:08.012" v="5709" actId="1036"/>
          <ac:spMkLst>
            <pc:docMk/>
            <pc:sldMk cId="2559911274" sldId="2076137450"/>
            <ac:spMk id="7" creationId="{D84F7BC8-179E-410A-9A92-A471A2231E32}"/>
          </ac:spMkLst>
        </pc:spChg>
        <pc:spChg chg="mod">
          <ac:chgData name="Amilcar Jose Rodriguez Barrios" userId="efa7753a-59bf-44f0-ad53-c3388f48cff0" providerId="ADAL" clId="{ECC100FD-023F-4E10-9A7E-BC0C9D78DF98}" dt="2021-03-04T18:33:01.201" v="5688"/>
          <ac:spMkLst>
            <pc:docMk/>
            <pc:sldMk cId="2559911274" sldId="2076137450"/>
            <ac:spMk id="10" creationId="{E888AFB6-31F3-410F-8CA2-C2F58597949E}"/>
          </ac:spMkLst>
        </pc:spChg>
        <pc:spChg chg="mod">
          <ac:chgData name="Amilcar Jose Rodriguez Barrios" userId="efa7753a-59bf-44f0-ad53-c3388f48cff0" providerId="ADAL" clId="{ECC100FD-023F-4E10-9A7E-BC0C9D78DF98}" dt="2021-03-04T18:33:01.201" v="5688"/>
          <ac:spMkLst>
            <pc:docMk/>
            <pc:sldMk cId="2559911274" sldId="2076137450"/>
            <ac:spMk id="12" creationId="{C3350911-C2D2-4A43-B010-A09F5DE5C851}"/>
          </ac:spMkLst>
        </pc:spChg>
        <pc:spChg chg="mod">
          <ac:chgData name="Amilcar Jose Rodriguez Barrios" userId="efa7753a-59bf-44f0-ad53-c3388f48cff0" providerId="ADAL" clId="{ECC100FD-023F-4E10-9A7E-BC0C9D78DF98}" dt="2021-03-04T18:33:01.201" v="5688"/>
          <ac:spMkLst>
            <pc:docMk/>
            <pc:sldMk cId="2559911274" sldId="2076137450"/>
            <ac:spMk id="15" creationId="{2DF4898E-4F23-4905-A2A7-0C1E21FB5F46}"/>
          </ac:spMkLst>
        </pc:spChg>
        <pc:spChg chg="mod">
          <ac:chgData name="Amilcar Jose Rodriguez Barrios" userId="efa7753a-59bf-44f0-ad53-c3388f48cff0" providerId="ADAL" clId="{ECC100FD-023F-4E10-9A7E-BC0C9D78DF98}" dt="2021-03-04T18:33:01.201" v="5688"/>
          <ac:spMkLst>
            <pc:docMk/>
            <pc:sldMk cId="2559911274" sldId="2076137450"/>
            <ac:spMk id="16" creationId="{D8506E3B-84A8-4826-831D-973CA08AEB31}"/>
          </ac:spMkLst>
        </pc:spChg>
        <pc:grpChg chg="add mod">
          <ac:chgData name="Amilcar Jose Rodriguez Barrios" userId="efa7753a-59bf-44f0-ad53-c3388f48cff0" providerId="ADAL" clId="{ECC100FD-023F-4E10-9A7E-BC0C9D78DF98}" dt="2021-03-04T18:33:01.201" v="5688"/>
          <ac:grpSpMkLst>
            <pc:docMk/>
            <pc:sldMk cId="2559911274" sldId="2076137450"/>
            <ac:grpSpMk id="8" creationId="{27F78D2F-8B9C-473F-9D4B-CB2C1F310E71}"/>
          </ac:grpSpMkLst>
        </pc:grpChg>
        <pc:grpChg chg="add mod">
          <ac:chgData name="Amilcar Jose Rodriguez Barrios" userId="efa7753a-59bf-44f0-ad53-c3388f48cff0" providerId="ADAL" clId="{ECC100FD-023F-4E10-9A7E-BC0C9D78DF98}" dt="2021-03-04T18:33:01.201" v="5688"/>
          <ac:grpSpMkLst>
            <pc:docMk/>
            <pc:sldMk cId="2559911274" sldId="2076137450"/>
            <ac:grpSpMk id="11" creationId="{F8A1C327-A34E-413D-B6EA-2CA75AFC9D4C}"/>
          </ac:grpSpMkLst>
        </pc:grpChg>
        <pc:grpChg chg="add mod">
          <ac:chgData name="Amilcar Jose Rodriguez Barrios" userId="efa7753a-59bf-44f0-ad53-c3388f48cff0" providerId="ADAL" clId="{ECC100FD-023F-4E10-9A7E-BC0C9D78DF98}" dt="2021-03-04T18:33:01.201" v="5688"/>
          <ac:grpSpMkLst>
            <pc:docMk/>
            <pc:sldMk cId="2559911274" sldId="2076137450"/>
            <ac:grpSpMk id="14" creationId="{D78DBDAB-52F1-485E-9159-9EB68C2E2FFA}"/>
          </ac:grpSpMkLst>
        </pc:grpChg>
        <pc:picChg chg="add mod">
          <ac:chgData name="Amilcar Jose Rodriguez Barrios" userId="efa7753a-59bf-44f0-ad53-c3388f48cff0" providerId="ADAL" clId="{ECC100FD-023F-4E10-9A7E-BC0C9D78DF98}" dt="2021-03-04T18:33:08.012" v="5709" actId="1036"/>
          <ac:picMkLst>
            <pc:docMk/>
            <pc:sldMk cId="2559911274" sldId="2076137450"/>
            <ac:picMk id="4" creationId="{26555D40-AD64-4D5D-88B4-CCC62878C734}"/>
          </ac:picMkLst>
        </pc:picChg>
        <pc:picChg chg="add mod">
          <ac:chgData name="Amilcar Jose Rodriguez Barrios" userId="efa7753a-59bf-44f0-ad53-c3388f48cff0" providerId="ADAL" clId="{ECC100FD-023F-4E10-9A7E-BC0C9D78DF98}" dt="2021-03-04T18:33:08.012" v="5709" actId="1036"/>
          <ac:picMkLst>
            <pc:docMk/>
            <pc:sldMk cId="2559911274" sldId="2076137450"/>
            <ac:picMk id="6" creationId="{4C5F0A6F-CB70-470F-BE1B-B113326E3C72}"/>
          </ac:picMkLst>
        </pc:picChg>
        <pc:picChg chg="mod">
          <ac:chgData name="Amilcar Jose Rodriguez Barrios" userId="efa7753a-59bf-44f0-ad53-c3388f48cff0" providerId="ADAL" clId="{ECC100FD-023F-4E10-9A7E-BC0C9D78DF98}" dt="2021-03-04T18:33:01.201" v="5688"/>
          <ac:picMkLst>
            <pc:docMk/>
            <pc:sldMk cId="2559911274" sldId="2076137450"/>
            <ac:picMk id="13" creationId="{7D91628F-E0B6-461A-A07A-79A3FE8ED20A}"/>
          </ac:picMkLst>
        </pc:picChg>
        <pc:cxnChg chg="mod">
          <ac:chgData name="Amilcar Jose Rodriguez Barrios" userId="efa7753a-59bf-44f0-ad53-c3388f48cff0" providerId="ADAL" clId="{ECC100FD-023F-4E10-9A7E-BC0C9D78DF98}" dt="2021-03-04T18:33:01.201" v="5688"/>
          <ac:cxnSpMkLst>
            <pc:docMk/>
            <pc:sldMk cId="2559911274" sldId="2076137450"/>
            <ac:cxnSpMk id="9" creationId="{113A2467-78FA-4A6A-99D1-26114E00D747}"/>
          </ac:cxnSpMkLst>
        </pc:cxnChg>
      </pc:sldChg>
      <pc:sldChg chg="addSp modSp add mod modNotesTx">
        <pc:chgData name="Amilcar Jose Rodriguez Barrios" userId="efa7753a-59bf-44f0-ad53-c3388f48cff0" providerId="ADAL" clId="{ECC100FD-023F-4E10-9A7E-BC0C9D78DF98}" dt="2021-03-05T14:44:32.714" v="6588" actId="1076"/>
        <pc:sldMkLst>
          <pc:docMk/>
          <pc:sldMk cId="2846604161" sldId="2076137451"/>
        </pc:sldMkLst>
        <pc:spChg chg="mod">
          <ac:chgData name="Amilcar Jose Rodriguez Barrios" userId="efa7753a-59bf-44f0-ad53-c3388f48cff0" providerId="ADAL" clId="{ECC100FD-023F-4E10-9A7E-BC0C9D78DF98}" dt="2021-03-04T18:33:21.916" v="5712" actId="20577"/>
          <ac:spMkLst>
            <pc:docMk/>
            <pc:sldMk cId="2846604161" sldId="2076137451"/>
            <ac:spMk id="3" creationId="{1EA77A25-93FF-4633-B3F1-112645B73253}"/>
          </ac:spMkLst>
        </pc:spChg>
        <pc:spChg chg="mod">
          <ac:chgData name="Amilcar Jose Rodriguez Barrios" userId="efa7753a-59bf-44f0-ad53-c3388f48cff0" providerId="ADAL" clId="{ECC100FD-023F-4E10-9A7E-BC0C9D78DF98}" dt="2021-03-04T18:37:13.104" v="5817" actId="1076"/>
          <ac:spMkLst>
            <pc:docMk/>
            <pc:sldMk cId="2846604161" sldId="2076137451"/>
            <ac:spMk id="5" creationId="{4514F829-1B22-4BAB-8933-75D7B42AD321}"/>
          </ac:spMkLst>
        </pc:spChg>
        <pc:spChg chg="mod">
          <ac:chgData name="Amilcar Jose Rodriguez Barrios" userId="efa7753a-59bf-44f0-ad53-c3388f48cff0" providerId="ADAL" clId="{ECC100FD-023F-4E10-9A7E-BC0C9D78DF98}" dt="2021-03-04T18:33:35.519" v="5762" actId="20577"/>
          <ac:spMkLst>
            <pc:docMk/>
            <pc:sldMk cId="2846604161" sldId="2076137451"/>
            <ac:spMk id="6" creationId="{794DDC6F-B097-4485-B9D2-835BA5BFD44B}"/>
          </ac:spMkLst>
        </pc:spChg>
        <pc:spChg chg="mod">
          <ac:chgData name="Amilcar Jose Rodriguez Barrios" userId="efa7753a-59bf-44f0-ad53-c3388f48cff0" providerId="ADAL" clId="{ECC100FD-023F-4E10-9A7E-BC0C9D78DF98}" dt="2021-03-05T14:44:32.714" v="6588" actId="1076"/>
          <ac:spMkLst>
            <pc:docMk/>
            <pc:sldMk cId="2846604161" sldId="2076137451"/>
            <ac:spMk id="7" creationId="{8BE176ED-C87E-4CAD-BABA-063E12469844}"/>
          </ac:spMkLst>
        </pc:spChg>
        <pc:spChg chg="mod">
          <ac:chgData name="Amilcar Jose Rodriguez Barrios" userId="efa7753a-59bf-44f0-ad53-c3388f48cff0" providerId="ADAL" clId="{ECC100FD-023F-4E10-9A7E-BC0C9D78DF98}" dt="2021-03-04T18:37:04.733" v="5815"/>
          <ac:spMkLst>
            <pc:docMk/>
            <pc:sldMk cId="2846604161" sldId="2076137451"/>
            <ac:spMk id="10" creationId="{9173B216-3C58-4390-A096-101DD5FE12FD}"/>
          </ac:spMkLst>
        </pc:spChg>
        <pc:spChg chg="mod">
          <ac:chgData name="Amilcar Jose Rodriguez Barrios" userId="efa7753a-59bf-44f0-ad53-c3388f48cff0" providerId="ADAL" clId="{ECC100FD-023F-4E10-9A7E-BC0C9D78DF98}" dt="2021-03-04T18:37:04.733" v="5815"/>
          <ac:spMkLst>
            <pc:docMk/>
            <pc:sldMk cId="2846604161" sldId="2076137451"/>
            <ac:spMk id="12" creationId="{27C4CD91-2C14-4DF9-81A7-3EBDF26D8A94}"/>
          </ac:spMkLst>
        </pc:spChg>
        <pc:spChg chg="mod">
          <ac:chgData name="Amilcar Jose Rodriguez Barrios" userId="efa7753a-59bf-44f0-ad53-c3388f48cff0" providerId="ADAL" clId="{ECC100FD-023F-4E10-9A7E-BC0C9D78DF98}" dt="2021-03-04T18:37:04.733" v="5815"/>
          <ac:spMkLst>
            <pc:docMk/>
            <pc:sldMk cId="2846604161" sldId="2076137451"/>
            <ac:spMk id="15" creationId="{EAE93E03-D1FB-4BBB-9CF2-E964C2742804}"/>
          </ac:spMkLst>
        </pc:spChg>
        <pc:spChg chg="mod">
          <ac:chgData name="Amilcar Jose Rodriguez Barrios" userId="efa7753a-59bf-44f0-ad53-c3388f48cff0" providerId="ADAL" clId="{ECC100FD-023F-4E10-9A7E-BC0C9D78DF98}" dt="2021-03-04T18:37:04.733" v="5815"/>
          <ac:spMkLst>
            <pc:docMk/>
            <pc:sldMk cId="2846604161" sldId="2076137451"/>
            <ac:spMk id="16" creationId="{8008D80A-9180-4E5D-9F0E-53C6C7668941}"/>
          </ac:spMkLst>
        </pc:spChg>
        <pc:grpChg chg="add mod">
          <ac:chgData name="Amilcar Jose Rodriguez Barrios" userId="efa7753a-59bf-44f0-ad53-c3388f48cff0" providerId="ADAL" clId="{ECC100FD-023F-4E10-9A7E-BC0C9D78DF98}" dt="2021-03-04T18:37:04.733" v="5815"/>
          <ac:grpSpMkLst>
            <pc:docMk/>
            <pc:sldMk cId="2846604161" sldId="2076137451"/>
            <ac:grpSpMk id="8" creationId="{B993A84B-A023-4370-B9A7-564A2E50B62D}"/>
          </ac:grpSpMkLst>
        </pc:grpChg>
        <pc:grpChg chg="add mod">
          <ac:chgData name="Amilcar Jose Rodriguez Barrios" userId="efa7753a-59bf-44f0-ad53-c3388f48cff0" providerId="ADAL" clId="{ECC100FD-023F-4E10-9A7E-BC0C9D78DF98}" dt="2021-03-04T18:37:04.733" v="5815"/>
          <ac:grpSpMkLst>
            <pc:docMk/>
            <pc:sldMk cId="2846604161" sldId="2076137451"/>
            <ac:grpSpMk id="11" creationId="{9E86F5F7-2C6E-4B83-9166-5E185FB35B6C}"/>
          </ac:grpSpMkLst>
        </pc:grpChg>
        <pc:grpChg chg="add mod">
          <ac:chgData name="Amilcar Jose Rodriguez Barrios" userId="efa7753a-59bf-44f0-ad53-c3388f48cff0" providerId="ADAL" clId="{ECC100FD-023F-4E10-9A7E-BC0C9D78DF98}" dt="2021-03-04T18:37:04.733" v="5815"/>
          <ac:grpSpMkLst>
            <pc:docMk/>
            <pc:sldMk cId="2846604161" sldId="2076137451"/>
            <ac:grpSpMk id="14" creationId="{28761558-43B5-4C15-AAFC-A615EC620D70}"/>
          </ac:grpSpMkLst>
        </pc:grpChg>
        <pc:picChg chg="mod">
          <ac:chgData name="Amilcar Jose Rodriguez Barrios" userId="efa7753a-59bf-44f0-ad53-c3388f48cff0" providerId="ADAL" clId="{ECC100FD-023F-4E10-9A7E-BC0C9D78DF98}" dt="2021-03-04T18:37:04.733" v="5815"/>
          <ac:picMkLst>
            <pc:docMk/>
            <pc:sldMk cId="2846604161" sldId="2076137451"/>
            <ac:picMk id="13" creationId="{049DEEC1-FCFC-46D0-BDFB-BE22F0CC7D88}"/>
          </ac:picMkLst>
        </pc:picChg>
        <pc:cxnChg chg="mod">
          <ac:chgData name="Amilcar Jose Rodriguez Barrios" userId="efa7753a-59bf-44f0-ad53-c3388f48cff0" providerId="ADAL" clId="{ECC100FD-023F-4E10-9A7E-BC0C9D78DF98}" dt="2021-03-04T18:37:04.733" v="5815"/>
          <ac:cxnSpMkLst>
            <pc:docMk/>
            <pc:sldMk cId="2846604161" sldId="2076137451"/>
            <ac:cxnSpMk id="9" creationId="{6135C053-5D36-44A9-A959-2A963F2FAA54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34:52.529" v="5811" actId="14100"/>
        <pc:sldMkLst>
          <pc:docMk/>
          <pc:sldMk cId="263678135" sldId="2076137452"/>
        </pc:sldMkLst>
        <pc:spChg chg="mod">
          <ac:chgData name="Amilcar Jose Rodriguez Barrios" userId="efa7753a-59bf-44f0-ad53-c3388f48cff0" providerId="ADAL" clId="{ECC100FD-023F-4E10-9A7E-BC0C9D78DF98}" dt="2021-03-04T18:34:52.529" v="5811" actId="14100"/>
          <ac:spMkLst>
            <pc:docMk/>
            <pc:sldMk cId="263678135" sldId="2076137452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4T18:38:07.735" v="5860" actId="1076"/>
        <pc:sldMkLst>
          <pc:docMk/>
          <pc:sldMk cId="3218515143" sldId="2076137453"/>
        </pc:sldMkLst>
        <pc:spChg chg="del">
          <ac:chgData name="Amilcar Jose Rodriguez Barrios" userId="efa7753a-59bf-44f0-ad53-c3388f48cff0" providerId="ADAL" clId="{ECC100FD-023F-4E10-9A7E-BC0C9D78DF98}" dt="2021-03-04T18:37:16.963" v="5819" actId="478"/>
          <ac:spMkLst>
            <pc:docMk/>
            <pc:sldMk cId="3218515143" sldId="2076137453"/>
            <ac:spMk id="2" creationId="{A2B2BFD7-A389-4CE5-A09E-EEB7B6FC659C}"/>
          </ac:spMkLst>
        </pc:spChg>
        <pc:spChg chg="mod">
          <ac:chgData name="Amilcar Jose Rodriguez Barrios" userId="efa7753a-59bf-44f0-ad53-c3388f48cff0" providerId="ADAL" clId="{ECC100FD-023F-4E10-9A7E-BC0C9D78DF98}" dt="2021-03-04T18:37:20.608" v="5820"/>
          <ac:spMkLst>
            <pc:docMk/>
            <pc:sldMk cId="3218515143" sldId="2076137453"/>
            <ac:spMk id="5" creationId="{F549B81C-B268-461B-A5F6-FC15353C686E}"/>
          </ac:spMkLst>
        </pc:spChg>
        <pc:spChg chg="mod">
          <ac:chgData name="Amilcar Jose Rodriguez Barrios" userId="efa7753a-59bf-44f0-ad53-c3388f48cff0" providerId="ADAL" clId="{ECC100FD-023F-4E10-9A7E-BC0C9D78DF98}" dt="2021-03-04T18:37:20.608" v="5820"/>
          <ac:spMkLst>
            <pc:docMk/>
            <pc:sldMk cId="3218515143" sldId="2076137453"/>
            <ac:spMk id="7" creationId="{1E88203A-93C8-46C7-96EC-6C062DAD4E64}"/>
          </ac:spMkLst>
        </pc:spChg>
        <pc:spChg chg="mod">
          <ac:chgData name="Amilcar Jose Rodriguez Barrios" userId="efa7753a-59bf-44f0-ad53-c3388f48cff0" providerId="ADAL" clId="{ECC100FD-023F-4E10-9A7E-BC0C9D78DF98}" dt="2021-03-04T18:37:20.608" v="5820"/>
          <ac:spMkLst>
            <pc:docMk/>
            <pc:sldMk cId="3218515143" sldId="2076137453"/>
            <ac:spMk id="10" creationId="{90310703-DFB5-4D45-8903-8F8E77A64A36}"/>
          </ac:spMkLst>
        </pc:spChg>
        <pc:spChg chg="mod">
          <ac:chgData name="Amilcar Jose Rodriguez Barrios" userId="efa7753a-59bf-44f0-ad53-c3388f48cff0" providerId="ADAL" clId="{ECC100FD-023F-4E10-9A7E-BC0C9D78DF98}" dt="2021-03-04T18:37:20.608" v="5820"/>
          <ac:spMkLst>
            <pc:docMk/>
            <pc:sldMk cId="3218515143" sldId="2076137453"/>
            <ac:spMk id="11" creationId="{950DBEF4-33F7-4F9E-B17B-C84948B1C591}"/>
          </ac:spMkLst>
        </pc:spChg>
        <pc:spChg chg="add mod">
          <ac:chgData name="Amilcar Jose Rodriguez Barrios" userId="efa7753a-59bf-44f0-ad53-c3388f48cff0" providerId="ADAL" clId="{ECC100FD-023F-4E10-9A7E-BC0C9D78DF98}" dt="2021-03-04T18:38:07.735" v="5860" actId="1076"/>
          <ac:spMkLst>
            <pc:docMk/>
            <pc:sldMk cId="3218515143" sldId="2076137453"/>
            <ac:spMk id="12" creationId="{0ECCFD47-E64A-41D7-A088-443913FBE528}"/>
          </ac:spMkLst>
        </pc:spChg>
        <pc:spChg chg="add mod">
          <ac:chgData name="Amilcar Jose Rodriguez Barrios" userId="efa7753a-59bf-44f0-ad53-c3388f48cff0" providerId="ADAL" clId="{ECC100FD-023F-4E10-9A7E-BC0C9D78DF98}" dt="2021-03-04T18:37:53.853" v="5857" actId="1076"/>
          <ac:spMkLst>
            <pc:docMk/>
            <pc:sldMk cId="3218515143" sldId="2076137453"/>
            <ac:spMk id="13" creationId="{D1355254-2B89-4831-8891-5147762D4A6C}"/>
          </ac:spMkLst>
        </pc:spChg>
        <pc:spChg chg="mod">
          <ac:chgData name="Amilcar Jose Rodriguez Barrios" userId="efa7753a-59bf-44f0-ad53-c3388f48cff0" providerId="ADAL" clId="{ECC100FD-023F-4E10-9A7E-BC0C9D78DF98}" dt="2021-03-04T18:37:24.415" v="5821"/>
          <ac:spMkLst>
            <pc:docMk/>
            <pc:sldMk cId="3218515143" sldId="2076137453"/>
            <ac:spMk id="15" creationId="{FCDE1CF8-D9DA-4884-A98D-C1C8B3C27CF7}"/>
          </ac:spMkLst>
        </pc:spChg>
        <pc:spChg chg="mod">
          <ac:chgData name="Amilcar Jose Rodriguez Barrios" userId="efa7753a-59bf-44f0-ad53-c3388f48cff0" providerId="ADAL" clId="{ECC100FD-023F-4E10-9A7E-BC0C9D78DF98}" dt="2021-03-04T18:37:41.634" v="5845" actId="14100"/>
          <ac:spMkLst>
            <pc:docMk/>
            <pc:sldMk cId="3218515143" sldId="2076137453"/>
            <ac:spMk id="16" creationId="{59C74F25-5923-485F-AA64-CC7E01401C38}"/>
          </ac:spMkLst>
        </pc:spChg>
        <pc:spChg chg="mod">
          <ac:chgData name="Amilcar Jose Rodriguez Barrios" userId="efa7753a-59bf-44f0-ad53-c3388f48cff0" providerId="ADAL" clId="{ECC100FD-023F-4E10-9A7E-BC0C9D78DF98}" dt="2021-03-04T18:37:24.415" v="5821"/>
          <ac:spMkLst>
            <pc:docMk/>
            <pc:sldMk cId="3218515143" sldId="2076137453"/>
            <ac:spMk id="18" creationId="{058DF0CA-146C-4C1C-A09C-BB5F73481FA1}"/>
          </ac:spMkLst>
        </pc:spChg>
        <pc:spChg chg="mod">
          <ac:chgData name="Amilcar Jose Rodriguez Barrios" userId="efa7753a-59bf-44f0-ad53-c3388f48cff0" providerId="ADAL" clId="{ECC100FD-023F-4E10-9A7E-BC0C9D78DF98}" dt="2021-03-04T18:37:30.343" v="5841" actId="255"/>
          <ac:spMkLst>
            <pc:docMk/>
            <pc:sldMk cId="3218515143" sldId="2076137453"/>
            <ac:spMk id="19" creationId="{8A8991BE-B720-44AB-A18B-0CC52EFB2C55}"/>
          </ac:spMkLst>
        </pc:spChg>
        <pc:spChg chg="mod">
          <ac:chgData name="Amilcar Jose Rodriguez Barrios" userId="efa7753a-59bf-44f0-ad53-c3388f48cff0" providerId="ADAL" clId="{ECC100FD-023F-4E10-9A7E-BC0C9D78DF98}" dt="2021-03-04T18:37:47.626" v="5855" actId="1037"/>
          <ac:spMkLst>
            <pc:docMk/>
            <pc:sldMk cId="3218515143" sldId="2076137453"/>
            <ac:spMk id="21" creationId="{BA199D6C-1BF0-46AF-A688-E96130E3D707}"/>
          </ac:spMkLst>
        </pc:spChg>
        <pc:spChg chg="mod">
          <ac:chgData name="Amilcar Jose Rodriguez Barrios" userId="efa7753a-59bf-44f0-ad53-c3388f48cff0" providerId="ADAL" clId="{ECC100FD-023F-4E10-9A7E-BC0C9D78DF98}" dt="2021-03-04T18:37:34.746" v="5842" actId="255"/>
          <ac:spMkLst>
            <pc:docMk/>
            <pc:sldMk cId="3218515143" sldId="2076137453"/>
            <ac:spMk id="22" creationId="{CE41FD1D-3999-4278-942D-D8092A9B8938}"/>
          </ac:spMkLst>
        </pc:spChg>
        <pc:grpChg chg="add mod">
          <ac:chgData name="Amilcar Jose Rodriguez Barrios" userId="efa7753a-59bf-44f0-ad53-c3388f48cff0" providerId="ADAL" clId="{ECC100FD-023F-4E10-9A7E-BC0C9D78DF98}" dt="2021-03-04T18:37:20.608" v="5820"/>
          <ac:grpSpMkLst>
            <pc:docMk/>
            <pc:sldMk cId="3218515143" sldId="2076137453"/>
            <ac:grpSpMk id="3" creationId="{34DEF24E-D423-44E6-B5F5-5F3C84908A04}"/>
          </ac:grpSpMkLst>
        </pc:grpChg>
        <pc:grpChg chg="add mod">
          <ac:chgData name="Amilcar Jose Rodriguez Barrios" userId="efa7753a-59bf-44f0-ad53-c3388f48cff0" providerId="ADAL" clId="{ECC100FD-023F-4E10-9A7E-BC0C9D78DF98}" dt="2021-03-04T18:37:20.608" v="5820"/>
          <ac:grpSpMkLst>
            <pc:docMk/>
            <pc:sldMk cId="3218515143" sldId="2076137453"/>
            <ac:grpSpMk id="6" creationId="{47035DE6-54CD-4352-8DBE-512E2D24890E}"/>
          </ac:grpSpMkLst>
        </pc:grpChg>
        <pc:grpChg chg="add mod">
          <ac:chgData name="Amilcar Jose Rodriguez Barrios" userId="efa7753a-59bf-44f0-ad53-c3388f48cff0" providerId="ADAL" clId="{ECC100FD-023F-4E10-9A7E-BC0C9D78DF98}" dt="2021-03-04T18:37:20.608" v="5820"/>
          <ac:grpSpMkLst>
            <pc:docMk/>
            <pc:sldMk cId="3218515143" sldId="2076137453"/>
            <ac:grpSpMk id="9" creationId="{62D86DFC-B5E1-417B-8CBA-8C8B2469934C}"/>
          </ac:grpSpMkLst>
        </pc:grpChg>
        <pc:grpChg chg="add mod">
          <ac:chgData name="Amilcar Jose Rodriguez Barrios" userId="efa7753a-59bf-44f0-ad53-c3388f48cff0" providerId="ADAL" clId="{ECC100FD-023F-4E10-9A7E-BC0C9D78DF98}" dt="2021-03-04T18:37:26.221" v="5840" actId="1036"/>
          <ac:grpSpMkLst>
            <pc:docMk/>
            <pc:sldMk cId="3218515143" sldId="2076137453"/>
            <ac:grpSpMk id="14" creationId="{90A36141-34D3-430F-8C7F-5E322A0A5481}"/>
          </ac:grpSpMkLst>
        </pc:grpChg>
        <pc:grpChg chg="add mod">
          <ac:chgData name="Amilcar Jose Rodriguez Barrios" userId="efa7753a-59bf-44f0-ad53-c3388f48cff0" providerId="ADAL" clId="{ECC100FD-023F-4E10-9A7E-BC0C9D78DF98}" dt="2021-03-04T18:37:43.951" v="5846" actId="14100"/>
          <ac:grpSpMkLst>
            <pc:docMk/>
            <pc:sldMk cId="3218515143" sldId="2076137453"/>
            <ac:grpSpMk id="17" creationId="{7E7475D9-D740-42FE-B2C8-36B90E6E0E82}"/>
          </ac:grpSpMkLst>
        </pc:grpChg>
        <pc:grpChg chg="add mod">
          <ac:chgData name="Amilcar Jose Rodriguez Barrios" userId="efa7753a-59bf-44f0-ad53-c3388f48cff0" providerId="ADAL" clId="{ECC100FD-023F-4E10-9A7E-BC0C9D78DF98}" dt="2021-03-04T18:37:26.221" v="5840" actId="1036"/>
          <ac:grpSpMkLst>
            <pc:docMk/>
            <pc:sldMk cId="3218515143" sldId="2076137453"/>
            <ac:grpSpMk id="20" creationId="{DBC6F888-63B5-4400-90B2-72ADDA490CAB}"/>
          </ac:grpSpMkLst>
        </pc:grpChg>
        <pc:picChg chg="mod">
          <ac:chgData name="Amilcar Jose Rodriguez Barrios" userId="efa7753a-59bf-44f0-ad53-c3388f48cff0" providerId="ADAL" clId="{ECC100FD-023F-4E10-9A7E-BC0C9D78DF98}" dt="2021-03-04T18:37:20.608" v="5820"/>
          <ac:picMkLst>
            <pc:docMk/>
            <pc:sldMk cId="3218515143" sldId="2076137453"/>
            <ac:picMk id="8" creationId="{645EF8A0-34BF-4738-894F-223DB0B4CE78}"/>
          </ac:picMkLst>
        </pc:picChg>
        <pc:cxnChg chg="mod">
          <ac:chgData name="Amilcar Jose Rodriguez Barrios" userId="efa7753a-59bf-44f0-ad53-c3388f48cff0" providerId="ADAL" clId="{ECC100FD-023F-4E10-9A7E-BC0C9D78DF98}" dt="2021-03-04T18:37:20.608" v="5820"/>
          <ac:cxnSpMkLst>
            <pc:docMk/>
            <pc:sldMk cId="3218515143" sldId="2076137453"/>
            <ac:cxnSpMk id="4" creationId="{9CC46505-6988-488B-BA17-C74BCE0974C4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38:45.133" v="5892" actId="20577"/>
        <pc:sldMkLst>
          <pc:docMk/>
          <pc:sldMk cId="792246998" sldId="2076137454"/>
        </pc:sldMkLst>
        <pc:spChg chg="mod">
          <ac:chgData name="Amilcar Jose Rodriguez Barrios" userId="efa7753a-59bf-44f0-ad53-c3388f48cff0" providerId="ADAL" clId="{ECC100FD-023F-4E10-9A7E-BC0C9D78DF98}" dt="2021-03-04T18:38:45.133" v="5892" actId="20577"/>
          <ac:spMkLst>
            <pc:docMk/>
            <pc:sldMk cId="792246998" sldId="2076137454"/>
            <ac:spMk id="9" creationId="{E7731D0A-BED0-4C7D-80D9-145621B03A73}"/>
          </ac:spMkLst>
        </pc:spChg>
      </pc:sldChg>
      <pc:sldChg chg="addSp delSp modSp new mod delAnim modAnim">
        <pc:chgData name="Amilcar Jose Rodriguez Barrios" userId="efa7753a-59bf-44f0-ad53-c3388f48cff0" providerId="ADAL" clId="{ECC100FD-023F-4E10-9A7E-BC0C9D78DF98}" dt="2021-03-04T18:58:34.934" v="6421" actId="20577"/>
        <pc:sldMkLst>
          <pc:docMk/>
          <pc:sldMk cId="3082377814" sldId="2076137455"/>
        </pc:sldMkLst>
        <pc:spChg chg="del">
          <ac:chgData name="Amilcar Jose Rodriguez Barrios" userId="efa7753a-59bf-44f0-ad53-c3388f48cff0" providerId="ADAL" clId="{ECC100FD-023F-4E10-9A7E-BC0C9D78DF98}" dt="2021-03-04T18:38:50.351" v="5894" actId="478"/>
          <ac:spMkLst>
            <pc:docMk/>
            <pc:sldMk cId="3082377814" sldId="2076137455"/>
            <ac:spMk id="2" creationId="{B5D2937C-EF63-4E54-989C-0EBABC9B8C6F}"/>
          </ac:spMkLst>
        </pc:spChg>
        <pc:spChg chg="mod">
          <ac:chgData name="Amilcar Jose Rodriguez Barrios" userId="efa7753a-59bf-44f0-ad53-c3388f48cff0" providerId="ADAL" clId="{ECC100FD-023F-4E10-9A7E-BC0C9D78DF98}" dt="2021-03-04T18:38:58.956" v="5895"/>
          <ac:spMkLst>
            <pc:docMk/>
            <pc:sldMk cId="3082377814" sldId="2076137455"/>
            <ac:spMk id="5" creationId="{66770B42-84BB-4052-9959-EF028295051D}"/>
          </ac:spMkLst>
        </pc:spChg>
        <pc:spChg chg="mod">
          <ac:chgData name="Amilcar Jose Rodriguez Barrios" userId="efa7753a-59bf-44f0-ad53-c3388f48cff0" providerId="ADAL" clId="{ECC100FD-023F-4E10-9A7E-BC0C9D78DF98}" dt="2021-03-04T18:38:58.956" v="5895"/>
          <ac:spMkLst>
            <pc:docMk/>
            <pc:sldMk cId="3082377814" sldId="2076137455"/>
            <ac:spMk id="7" creationId="{D3DB19DA-B363-4640-B12F-E567FBF744E8}"/>
          </ac:spMkLst>
        </pc:spChg>
        <pc:spChg chg="mod">
          <ac:chgData name="Amilcar Jose Rodriguez Barrios" userId="efa7753a-59bf-44f0-ad53-c3388f48cff0" providerId="ADAL" clId="{ECC100FD-023F-4E10-9A7E-BC0C9D78DF98}" dt="2021-03-04T18:38:58.956" v="5895"/>
          <ac:spMkLst>
            <pc:docMk/>
            <pc:sldMk cId="3082377814" sldId="2076137455"/>
            <ac:spMk id="10" creationId="{DC675519-F53C-49AC-B09C-78CB308EDF5A}"/>
          </ac:spMkLst>
        </pc:spChg>
        <pc:spChg chg="mod">
          <ac:chgData name="Amilcar Jose Rodriguez Barrios" userId="efa7753a-59bf-44f0-ad53-c3388f48cff0" providerId="ADAL" clId="{ECC100FD-023F-4E10-9A7E-BC0C9D78DF98}" dt="2021-03-04T18:38:58.956" v="5895"/>
          <ac:spMkLst>
            <pc:docMk/>
            <pc:sldMk cId="3082377814" sldId="2076137455"/>
            <ac:spMk id="11" creationId="{BF05F3FE-2F12-4CA0-A2E5-6D09A90BF999}"/>
          </ac:spMkLst>
        </pc:spChg>
        <pc:spChg chg="add del mod">
          <ac:chgData name="Amilcar Jose Rodriguez Barrios" userId="efa7753a-59bf-44f0-ad53-c3388f48cff0" providerId="ADAL" clId="{ECC100FD-023F-4E10-9A7E-BC0C9D78DF98}" dt="2021-03-04T18:40:00.767" v="5915" actId="478"/>
          <ac:spMkLst>
            <pc:docMk/>
            <pc:sldMk cId="3082377814" sldId="2076137455"/>
            <ac:spMk id="12" creationId="{1E71D0D7-9DEF-4A7A-AFE8-1F0CDF230B3B}"/>
          </ac:spMkLst>
        </pc:spChg>
        <pc:spChg chg="add del mod">
          <ac:chgData name="Amilcar Jose Rodriguez Barrios" userId="efa7753a-59bf-44f0-ad53-c3388f48cff0" providerId="ADAL" clId="{ECC100FD-023F-4E10-9A7E-BC0C9D78DF98}" dt="2021-03-04T18:40:01.722" v="5916" actId="478"/>
          <ac:spMkLst>
            <pc:docMk/>
            <pc:sldMk cId="3082377814" sldId="2076137455"/>
            <ac:spMk id="13" creationId="{2C51C31B-B037-44ED-A658-7E918F494844}"/>
          </ac:spMkLst>
        </pc:spChg>
        <pc:spChg chg="add mod">
          <ac:chgData name="Amilcar Jose Rodriguez Barrios" userId="efa7753a-59bf-44f0-ad53-c3388f48cff0" providerId="ADAL" clId="{ECC100FD-023F-4E10-9A7E-BC0C9D78DF98}" dt="2021-03-04T18:40:17.724" v="5957" actId="1076"/>
          <ac:spMkLst>
            <pc:docMk/>
            <pc:sldMk cId="3082377814" sldId="2076137455"/>
            <ac:spMk id="14" creationId="{C8502E38-9B3F-46C0-9B3F-FCBB2BAA8E1A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15" creationId="{63E97A86-BCC3-4D37-B723-0D8C1C283160}"/>
          </ac:spMkLst>
        </pc:spChg>
        <pc:spChg chg="add mod">
          <ac:chgData name="Amilcar Jose Rodriguez Barrios" userId="efa7753a-59bf-44f0-ad53-c3388f48cff0" providerId="ADAL" clId="{ECC100FD-023F-4E10-9A7E-BC0C9D78DF98}" dt="2021-03-04T18:58:34.934" v="6421" actId="20577"/>
          <ac:spMkLst>
            <pc:docMk/>
            <pc:sldMk cId="3082377814" sldId="2076137455"/>
            <ac:spMk id="17" creationId="{91B26508-53D0-4119-912D-072A551C97D5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18" creationId="{2674D2AB-06A8-4E81-8C8B-82529EED5B72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19" creationId="{2DDEF5EB-DD94-4971-A1A1-503F83D370CD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21" creationId="{DE10DDCC-4698-4EC6-9559-2215BC1FE84D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22" creationId="{8BF9D812-1267-4A68-97A5-83E292C57B09}"/>
          </ac:spMkLst>
        </pc:spChg>
        <pc:spChg chg="add mod">
          <ac:chgData name="Amilcar Jose Rodriguez Barrios" userId="efa7753a-59bf-44f0-ad53-c3388f48cff0" providerId="ADAL" clId="{ECC100FD-023F-4E10-9A7E-BC0C9D78DF98}" dt="2021-03-04T18:40:28.079" v="5965" actId="1036"/>
          <ac:spMkLst>
            <pc:docMk/>
            <pc:sldMk cId="3082377814" sldId="2076137455"/>
            <ac:spMk id="23" creationId="{9912C1FD-0BD7-4620-A720-DC5A8454583B}"/>
          </ac:spMkLst>
        </pc:spChg>
        <pc:grpChg chg="add mod">
          <ac:chgData name="Amilcar Jose Rodriguez Barrios" userId="efa7753a-59bf-44f0-ad53-c3388f48cff0" providerId="ADAL" clId="{ECC100FD-023F-4E10-9A7E-BC0C9D78DF98}" dt="2021-03-04T18:38:58.956" v="5895"/>
          <ac:grpSpMkLst>
            <pc:docMk/>
            <pc:sldMk cId="3082377814" sldId="2076137455"/>
            <ac:grpSpMk id="3" creationId="{392AB546-8FE1-485E-8C06-1AE2962FF3E1}"/>
          </ac:grpSpMkLst>
        </pc:grpChg>
        <pc:grpChg chg="add mod">
          <ac:chgData name="Amilcar Jose Rodriguez Barrios" userId="efa7753a-59bf-44f0-ad53-c3388f48cff0" providerId="ADAL" clId="{ECC100FD-023F-4E10-9A7E-BC0C9D78DF98}" dt="2021-03-04T18:38:58.956" v="5895"/>
          <ac:grpSpMkLst>
            <pc:docMk/>
            <pc:sldMk cId="3082377814" sldId="2076137455"/>
            <ac:grpSpMk id="6" creationId="{864E8B2D-1B0E-4F40-A45A-486C98184417}"/>
          </ac:grpSpMkLst>
        </pc:grpChg>
        <pc:grpChg chg="add mod">
          <ac:chgData name="Amilcar Jose Rodriguez Barrios" userId="efa7753a-59bf-44f0-ad53-c3388f48cff0" providerId="ADAL" clId="{ECC100FD-023F-4E10-9A7E-BC0C9D78DF98}" dt="2021-03-04T18:38:58.956" v="5895"/>
          <ac:grpSpMkLst>
            <pc:docMk/>
            <pc:sldMk cId="3082377814" sldId="2076137455"/>
            <ac:grpSpMk id="9" creationId="{1E52E153-FED5-42FA-9478-BE43178033A7}"/>
          </ac:grpSpMkLst>
        </pc:grpChg>
        <pc:picChg chg="mod">
          <ac:chgData name="Amilcar Jose Rodriguez Barrios" userId="efa7753a-59bf-44f0-ad53-c3388f48cff0" providerId="ADAL" clId="{ECC100FD-023F-4E10-9A7E-BC0C9D78DF98}" dt="2021-03-04T18:38:58.956" v="5895"/>
          <ac:picMkLst>
            <pc:docMk/>
            <pc:sldMk cId="3082377814" sldId="2076137455"/>
            <ac:picMk id="8" creationId="{55BDF48A-356B-4135-A26C-E2459439AEEA}"/>
          </ac:picMkLst>
        </pc:picChg>
        <pc:cxnChg chg="mod">
          <ac:chgData name="Amilcar Jose Rodriguez Barrios" userId="efa7753a-59bf-44f0-ad53-c3388f48cff0" providerId="ADAL" clId="{ECC100FD-023F-4E10-9A7E-BC0C9D78DF98}" dt="2021-03-04T18:38:58.956" v="5895"/>
          <ac:cxnSpMkLst>
            <pc:docMk/>
            <pc:sldMk cId="3082377814" sldId="2076137455"/>
            <ac:cxnSpMk id="4" creationId="{82ACE8FC-C216-4FFD-9B86-79D47D55578E}"/>
          </ac:cxnSpMkLst>
        </pc:cxnChg>
        <pc:cxnChg chg="add mod">
          <ac:chgData name="Amilcar Jose Rodriguez Barrios" userId="efa7753a-59bf-44f0-ad53-c3388f48cff0" providerId="ADAL" clId="{ECC100FD-023F-4E10-9A7E-BC0C9D78DF98}" dt="2021-03-04T18:40:10.554" v="5955" actId="1036"/>
          <ac:cxnSpMkLst>
            <pc:docMk/>
            <pc:sldMk cId="3082377814" sldId="2076137455"/>
            <ac:cxnSpMk id="16" creationId="{972D3F1B-69DC-48C8-B8D0-9EAA1F87DA0B}"/>
          </ac:cxnSpMkLst>
        </pc:cxnChg>
        <pc:cxnChg chg="add mod">
          <ac:chgData name="Amilcar Jose Rodriguez Barrios" userId="efa7753a-59bf-44f0-ad53-c3388f48cff0" providerId="ADAL" clId="{ECC100FD-023F-4E10-9A7E-BC0C9D78DF98}" dt="2021-03-04T18:40:10.554" v="5955" actId="1036"/>
          <ac:cxnSpMkLst>
            <pc:docMk/>
            <pc:sldMk cId="3082377814" sldId="2076137455"/>
            <ac:cxnSpMk id="20" creationId="{0F0E7558-4DB7-486D-9F6D-EECDFF1245C0}"/>
          </ac:cxnSpMkLst>
        </pc:cxnChg>
      </pc:sldChg>
      <pc:sldChg chg="addSp modSp add mod ord modAnim">
        <pc:chgData name="Amilcar Jose Rodriguez Barrios" userId="efa7753a-59bf-44f0-ad53-c3388f48cff0" providerId="ADAL" clId="{ECC100FD-023F-4E10-9A7E-BC0C9D78DF98}" dt="2021-03-04T18:39:26.617" v="5906"/>
        <pc:sldMkLst>
          <pc:docMk/>
          <pc:sldMk cId="1748031437" sldId="2076137456"/>
        </pc:sldMkLst>
        <pc:spChg chg="add mod">
          <ac:chgData name="Amilcar Jose Rodriguez Barrios" userId="efa7753a-59bf-44f0-ad53-c3388f48cff0" providerId="ADAL" clId="{ECC100FD-023F-4E10-9A7E-BC0C9D78DF98}" dt="2021-03-04T18:39:23.710" v="5904" actId="1076"/>
          <ac:spMkLst>
            <pc:docMk/>
            <pc:sldMk cId="1748031437" sldId="2076137456"/>
            <ac:spMk id="12" creationId="{686A05F0-8D14-4504-88A6-E10C6F9B2FCF}"/>
          </ac:spMkLst>
        </pc:spChg>
        <pc:spChg chg="add mod">
          <ac:chgData name="Amilcar Jose Rodriguez Barrios" userId="efa7753a-59bf-44f0-ad53-c3388f48cff0" providerId="ADAL" clId="{ECC100FD-023F-4E10-9A7E-BC0C9D78DF98}" dt="2021-03-04T18:39:18.168" v="5902" actId="14100"/>
          <ac:spMkLst>
            <pc:docMk/>
            <pc:sldMk cId="1748031437" sldId="2076137456"/>
            <ac:spMk id="13" creationId="{2ED8A183-A485-40EA-964F-4F795995B64F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4T18:42:35.337" v="6046" actId="1076"/>
        <pc:sldMkLst>
          <pc:docMk/>
          <pc:sldMk cId="988959070" sldId="2076137457"/>
        </pc:sldMkLst>
        <pc:spChg chg="del">
          <ac:chgData name="Amilcar Jose Rodriguez Barrios" userId="efa7753a-59bf-44f0-ad53-c3388f48cff0" providerId="ADAL" clId="{ECC100FD-023F-4E10-9A7E-BC0C9D78DF98}" dt="2021-03-04T18:40:57.920" v="5967" actId="478"/>
          <ac:spMkLst>
            <pc:docMk/>
            <pc:sldMk cId="988959070" sldId="2076137457"/>
            <ac:spMk id="2" creationId="{16E4DBB9-F61C-4C1A-BCD3-8E3FE963388E}"/>
          </ac:spMkLst>
        </pc:spChg>
        <pc:spChg chg="add mod">
          <ac:chgData name="Amilcar Jose Rodriguez Barrios" userId="efa7753a-59bf-44f0-ad53-c3388f48cff0" providerId="ADAL" clId="{ECC100FD-023F-4E10-9A7E-BC0C9D78DF98}" dt="2021-03-04T18:42:35.337" v="6046" actId="1076"/>
          <ac:spMkLst>
            <pc:docMk/>
            <pc:sldMk cId="988959070" sldId="2076137457"/>
            <ac:spMk id="3" creationId="{A2FA999F-CAF5-4F1C-B8EF-10204782D4C2}"/>
          </ac:spMkLst>
        </pc:spChg>
        <pc:spChg chg="add mod">
          <ac:chgData name="Amilcar Jose Rodriguez Barrios" userId="efa7753a-59bf-44f0-ad53-c3388f48cff0" providerId="ADAL" clId="{ECC100FD-023F-4E10-9A7E-BC0C9D78DF98}" dt="2021-03-04T18:42:31.546" v="6045" actId="1036"/>
          <ac:spMkLst>
            <pc:docMk/>
            <pc:sldMk cId="988959070" sldId="2076137457"/>
            <ac:spMk id="5" creationId="{D1D0C38F-0EDA-4C64-BD06-FAB931574172}"/>
          </ac:spMkLst>
        </pc:spChg>
        <pc:spChg chg="add mod">
          <ac:chgData name="Amilcar Jose Rodriguez Barrios" userId="efa7753a-59bf-44f0-ad53-c3388f48cff0" providerId="ADAL" clId="{ECC100FD-023F-4E10-9A7E-BC0C9D78DF98}" dt="2021-03-04T18:42:31.546" v="6045" actId="1036"/>
          <ac:spMkLst>
            <pc:docMk/>
            <pc:sldMk cId="988959070" sldId="2076137457"/>
            <ac:spMk id="7" creationId="{B9589433-0A6C-4A0D-B0A5-E34A9CE5A9A3}"/>
          </ac:spMkLst>
        </pc:spChg>
        <pc:spChg chg="mod">
          <ac:chgData name="Amilcar Jose Rodriguez Barrios" userId="efa7753a-59bf-44f0-ad53-c3388f48cff0" providerId="ADAL" clId="{ECC100FD-023F-4E10-9A7E-BC0C9D78DF98}" dt="2021-03-04T18:42:15.097" v="6028"/>
          <ac:spMkLst>
            <pc:docMk/>
            <pc:sldMk cId="988959070" sldId="2076137457"/>
            <ac:spMk id="19" creationId="{1D280A2C-A787-4531-88CD-8D277F9FA072}"/>
          </ac:spMkLst>
        </pc:spChg>
        <pc:spChg chg="mod">
          <ac:chgData name="Amilcar Jose Rodriguez Barrios" userId="efa7753a-59bf-44f0-ad53-c3388f48cff0" providerId="ADAL" clId="{ECC100FD-023F-4E10-9A7E-BC0C9D78DF98}" dt="2021-03-04T18:42:15.097" v="6028"/>
          <ac:spMkLst>
            <pc:docMk/>
            <pc:sldMk cId="988959070" sldId="2076137457"/>
            <ac:spMk id="21" creationId="{3343CE5F-F127-4D2A-9C0C-3E4E15B83D83}"/>
          </ac:spMkLst>
        </pc:spChg>
        <pc:spChg chg="mod">
          <ac:chgData name="Amilcar Jose Rodriguez Barrios" userId="efa7753a-59bf-44f0-ad53-c3388f48cff0" providerId="ADAL" clId="{ECC100FD-023F-4E10-9A7E-BC0C9D78DF98}" dt="2021-03-04T18:42:15.097" v="6028"/>
          <ac:spMkLst>
            <pc:docMk/>
            <pc:sldMk cId="988959070" sldId="2076137457"/>
            <ac:spMk id="24" creationId="{84FBC1CD-ACD4-4EDB-8304-EBA5312BE3CC}"/>
          </ac:spMkLst>
        </pc:spChg>
        <pc:spChg chg="mod">
          <ac:chgData name="Amilcar Jose Rodriguez Barrios" userId="efa7753a-59bf-44f0-ad53-c3388f48cff0" providerId="ADAL" clId="{ECC100FD-023F-4E10-9A7E-BC0C9D78DF98}" dt="2021-03-04T18:42:15.097" v="6028"/>
          <ac:spMkLst>
            <pc:docMk/>
            <pc:sldMk cId="988959070" sldId="2076137457"/>
            <ac:spMk id="25" creationId="{8184F70E-B714-4E65-BCBE-AE55BD9B1953}"/>
          </ac:spMkLst>
        </pc:spChg>
        <pc:grpChg chg="add mod">
          <ac:chgData name="Amilcar Jose Rodriguez Barrios" userId="efa7753a-59bf-44f0-ad53-c3388f48cff0" providerId="ADAL" clId="{ECC100FD-023F-4E10-9A7E-BC0C9D78DF98}" dt="2021-03-04T18:42:15.097" v="6028"/>
          <ac:grpSpMkLst>
            <pc:docMk/>
            <pc:sldMk cId="988959070" sldId="2076137457"/>
            <ac:grpSpMk id="17" creationId="{E52EF878-AC7F-42A8-AB24-7DDAEA4DBFD9}"/>
          </ac:grpSpMkLst>
        </pc:grpChg>
        <pc:grpChg chg="add mod">
          <ac:chgData name="Amilcar Jose Rodriguez Barrios" userId="efa7753a-59bf-44f0-ad53-c3388f48cff0" providerId="ADAL" clId="{ECC100FD-023F-4E10-9A7E-BC0C9D78DF98}" dt="2021-03-04T18:42:15.097" v="6028"/>
          <ac:grpSpMkLst>
            <pc:docMk/>
            <pc:sldMk cId="988959070" sldId="2076137457"/>
            <ac:grpSpMk id="20" creationId="{4030AFC0-9C6A-4A3B-8551-C94D8065BDC5}"/>
          </ac:grpSpMkLst>
        </pc:grpChg>
        <pc:grpChg chg="add mod">
          <ac:chgData name="Amilcar Jose Rodriguez Barrios" userId="efa7753a-59bf-44f0-ad53-c3388f48cff0" providerId="ADAL" clId="{ECC100FD-023F-4E10-9A7E-BC0C9D78DF98}" dt="2021-03-04T18:42:15.097" v="6028"/>
          <ac:grpSpMkLst>
            <pc:docMk/>
            <pc:sldMk cId="988959070" sldId="2076137457"/>
            <ac:grpSpMk id="23" creationId="{A2F76557-9C6F-4666-8C82-A7D07B7F43D9}"/>
          </ac:grpSpMkLst>
        </pc:grp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4" creationId="{413EF4D1-8A57-4D80-8A2A-E581EF5F904C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6" creationId="{58833DF4-1F01-4672-8BDB-A815B128377B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8" creationId="{CE67CF9E-E3ED-4BB4-BF39-ACBF8A43ADD7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9" creationId="{2E768FE4-44E2-486C-BE8C-42BD9B965C23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0" creationId="{F53EA414-1D6B-4238-9036-A05BBA9920FB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1" creationId="{6F2350FC-EC13-4E50-ADBE-8C6960B9A923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2" creationId="{F8550920-E495-4B2B-BCD9-7B5F0F105E8B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3" creationId="{C2D401E0-9B5C-4784-8635-541F2451FA26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4" creationId="{0EFE0667-5FA1-47BF-B634-65E7B903E1DF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5" creationId="{61D14532-D2AD-438E-BEF5-F1C296CDC90C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6" creationId="{DE6075D7-96B9-410F-80C4-E725B45C6AC3}"/>
          </ac:picMkLst>
        </pc:picChg>
        <pc:picChg chg="mod">
          <ac:chgData name="Amilcar Jose Rodriguez Barrios" userId="efa7753a-59bf-44f0-ad53-c3388f48cff0" providerId="ADAL" clId="{ECC100FD-023F-4E10-9A7E-BC0C9D78DF98}" dt="2021-03-04T18:42:15.097" v="6028"/>
          <ac:picMkLst>
            <pc:docMk/>
            <pc:sldMk cId="988959070" sldId="2076137457"/>
            <ac:picMk id="22" creationId="{73832433-5E81-4DA6-A214-7AFD4EB4D10C}"/>
          </ac:picMkLst>
        </pc:picChg>
        <pc:cxnChg chg="mod">
          <ac:chgData name="Amilcar Jose Rodriguez Barrios" userId="efa7753a-59bf-44f0-ad53-c3388f48cff0" providerId="ADAL" clId="{ECC100FD-023F-4E10-9A7E-BC0C9D78DF98}" dt="2021-03-04T18:42:15.097" v="6028"/>
          <ac:cxnSpMkLst>
            <pc:docMk/>
            <pc:sldMk cId="988959070" sldId="2076137457"/>
            <ac:cxnSpMk id="18" creationId="{41D44826-8E09-448C-80CA-508525D2A4E4}"/>
          </ac:cxnSpMkLst>
        </pc:cxnChg>
      </pc:sldChg>
      <pc:sldChg chg="add del">
        <pc:chgData name="Amilcar Jose Rodriguez Barrios" userId="efa7753a-59bf-44f0-ad53-c3388f48cff0" providerId="ADAL" clId="{ECC100FD-023F-4E10-9A7E-BC0C9D78DF98}" dt="2021-03-04T18:41:13.687" v="5969"/>
        <pc:sldMkLst>
          <pc:docMk/>
          <pc:sldMk cId="283064393" sldId="2076137458"/>
        </pc:sldMkLst>
      </pc:sldChg>
      <pc:sldChg chg="modSp add mod">
        <pc:chgData name="Amilcar Jose Rodriguez Barrios" userId="efa7753a-59bf-44f0-ad53-c3388f48cff0" providerId="ADAL" clId="{ECC100FD-023F-4E10-9A7E-BC0C9D78DF98}" dt="2021-03-04T18:41:27.248" v="6003" actId="1076"/>
        <pc:sldMkLst>
          <pc:docMk/>
          <pc:sldMk cId="2370358624" sldId="2076137458"/>
        </pc:sldMkLst>
        <pc:spChg chg="mod">
          <ac:chgData name="Amilcar Jose Rodriguez Barrios" userId="efa7753a-59bf-44f0-ad53-c3388f48cff0" providerId="ADAL" clId="{ECC100FD-023F-4E10-9A7E-BC0C9D78DF98}" dt="2021-03-04T18:41:25.822" v="6002" actId="1076"/>
          <ac:spMkLst>
            <pc:docMk/>
            <pc:sldMk cId="2370358624" sldId="2076137458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ECC100FD-023F-4E10-9A7E-BC0C9D78DF98}" dt="2021-03-04T18:41:27.248" v="6003" actId="1076"/>
          <ac:spMkLst>
            <pc:docMk/>
            <pc:sldMk cId="2370358624" sldId="2076137458"/>
            <ac:spMk id="9" creationId="{E7731D0A-BED0-4C7D-80D9-145621B03A73}"/>
          </ac:spMkLst>
        </pc:spChg>
      </pc:sldChg>
      <pc:sldChg chg="add">
        <pc:chgData name="Amilcar Jose Rodriguez Barrios" userId="efa7753a-59bf-44f0-ad53-c3388f48cff0" providerId="ADAL" clId="{ECC100FD-023F-4E10-9A7E-BC0C9D78DF98}" dt="2021-03-04T18:43:18.037" v="6047"/>
        <pc:sldMkLst>
          <pc:docMk/>
          <pc:sldMk cId="375344735" sldId="2076137459"/>
        </pc:sldMkLst>
      </pc:sldChg>
      <pc:sldChg chg="addSp delSp modSp new mod modNotesTx">
        <pc:chgData name="Amilcar Jose Rodriguez Barrios" userId="efa7753a-59bf-44f0-ad53-c3388f48cff0" providerId="ADAL" clId="{ECC100FD-023F-4E10-9A7E-BC0C9D78DF98}" dt="2021-03-04T18:46:19.349" v="6132" actId="20577"/>
        <pc:sldMkLst>
          <pc:docMk/>
          <pc:sldMk cId="4077483940" sldId="2076137460"/>
        </pc:sldMkLst>
        <pc:spChg chg="del">
          <ac:chgData name="Amilcar Jose Rodriguez Barrios" userId="efa7753a-59bf-44f0-ad53-c3388f48cff0" providerId="ADAL" clId="{ECC100FD-023F-4E10-9A7E-BC0C9D78DF98}" dt="2021-03-04T18:44:06.284" v="6050" actId="478"/>
          <ac:spMkLst>
            <pc:docMk/>
            <pc:sldMk cId="4077483940" sldId="2076137460"/>
            <ac:spMk id="2" creationId="{1A7949F1-C613-49E3-ADA9-2E81DCE18473}"/>
          </ac:spMkLst>
        </pc:spChg>
        <pc:spChg chg="mod">
          <ac:chgData name="Amilcar Jose Rodriguez Barrios" userId="efa7753a-59bf-44f0-ad53-c3388f48cff0" providerId="ADAL" clId="{ECC100FD-023F-4E10-9A7E-BC0C9D78DF98}" dt="2021-03-04T18:44:33.263" v="6051"/>
          <ac:spMkLst>
            <pc:docMk/>
            <pc:sldMk cId="4077483940" sldId="2076137460"/>
            <ac:spMk id="5" creationId="{E77460EA-E0FB-441B-B80D-A39139028847}"/>
          </ac:spMkLst>
        </pc:spChg>
        <pc:spChg chg="mod">
          <ac:chgData name="Amilcar Jose Rodriguez Barrios" userId="efa7753a-59bf-44f0-ad53-c3388f48cff0" providerId="ADAL" clId="{ECC100FD-023F-4E10-9A7E-BC0C9D78DF98}" dt="2021-03-04T18:44:33.263" v="6051"/>
          <ac:spMkLst>
            <pc:docMk/>
            <pc:sldMk cId="4077483940" sldId="2076137460"/>
            <ac:spMk id="7" creationId="{E9DC8455-DE9E-47E3-951D-8621C7751EB6}"/>
          </ac:spMkLst>
        </pc:spChg>
        <pc:spChg chg="mod">
          <ac:chgData name="Amilcar Jose Rodriguez Barrios" userId="efa7753a-59bf-44f0-ad53-c3388f48cff0" providerId="ADAL" clId="{ECC100FD-023F-4E10-9A7E-BC0C9D78DF98}" dt="2021-03-04T18:44:33.263" v="6051"/>
          <ac:spMkLst>
            <pc:docMk/>
            <pc:sldMk cId="4077483940" sldId="2076137460"/>
            <ac:spMk id="10" creationId="{8C8AFE2E-40B4-42B9-B790-0D611F44F270}"/>
          </ac:spMkLst>
        </pc:spChg>
        <pc:spChg chg="mod">
          <ac:chgData name="Amilcar Jose Rodriguez Barrios" userId="efa7753a-59bf-44f0-ad53-c3388f48cff0" providerId="ADAL" clId="{ECC100FD-023F-4E10-9A7E-BC0C9D78DF98}" dt="2021-03-04T18:44:33.263" v="6051"/>
          <ac:spMkLst>
            <pc:docMk/>
            <pc:sldMk cId="4077483940" sldId="2076137460"/>
            <ac:spMk id="11" creationId="{243D4C7C-66DF-4C7E-93A7-C21395358FE2}"/>
          </ac:spMkLst>
        </pc:spChg>
        <pc:spChg chg="add mod">
          <ac:chgData name="Amilcar Jose Rodriguez Barrios" userId="efa7753a-59bf-44f0-ad53-c3388f48cff0" providerId="ADAL" clId="{ECC100FD-023F-4E10-9A7E-BC0C9D78DF98}" dt="2021-03-04T18:44:47.753" v="6058" actId="14100"/>
          <ac:spMkLst>
            <pc:docMk/>
            <pc:sldMk cId="4077483940" sldId="2076137460"/>
            <ac:spMk id="12" creationId="{0B1C479C-9379-487E-BA59-DE53A1FEC690}"/>
          </ac:spMkLst>
        </pc:spChg>
        <pc:spChg chg="add mod">
          <ac:chgData name="Amilcar Jose Rodriguez Barrios" userId="efa7753a-59bf-44f0-ad53-c3388f48cff0" providerId="ADAL" clId="{ECC100FD-023F-4E10-9A7E-BC0C9D78DF98}" dt="2021-03-04T18:45:05.430" v="6079" actId="20577"/>
          <ac:spMkLst>
            <pc:docMk/>
            <pc:sldMk cId="4077483940" sldId="2076137460"/>
            <ac:spMk id="13" creationId="{5EC7EE10-A0DA-4FC7-9451-39232A05A0FB}"/>
          </ac:spMkLst>
        </pc:spChg>
        <pc:grpChg chg="add mod">
          <ac:chgData name="Amilcar Jose Rodriguez Barrios" userId="efa7753a-59bf-44f0-ad53-c3388f48cff0" providerId="ADAL" clId="{ECC100FD-023F-4E10-9A7E-BC0C9D78DF98}" dt="2021-03-04T18:44:33.263" v="6051"/>
          <ac:grpSpMkLst>
            <pc:docMk/>
            <pc:sldMk cId="4077483940" sldId="2076137460"/>
            <ac:grpSpMk id="3" creationId="{389E38BA-AD7A-4DBE-B32F-2B841BBFC774}"/>
          </ac:grpSpMkLst>
        </pc:grpChg>
        <pc:grpChg chg="add mod">
          <ac:chgData name="Amilcar Jose Rodriguez Barrios" userId="efa7753a-59bf-44f0-ad53-c3388f48cff0" providerId="ADAL" clId="{ECC100FD-023F-4E10-9A7E-BC0C9D78DF98}" dt="2021-03-04T18:44:33.263" v="6051"/>
          <ac:grpSpMkLst>
            <pc:docMk/>
            <pc:sldMk cId="4077483940" sldId="2076137460"/>
            <ac:grpSpMk id="6" creationId="{CFB13E96-A378-4B8B-B22D-AE9F13600391}"/>
          </ac:grpSpMkLst>
        </pc:grpChg>
        <pc:grpChg chg="add mod">
          <ac:chgData name="Amilcar Jose Rodriguez Barrios" userId="efa7753a-59bf-44f0-ad53-c3388f48cff0" providerId="ADAL" clId="{ECC100FD-023F-4E10-9A7E-BC0C9D78DF98}" dt="2021-03-04T18:44:33.263" v="6051"/>
          <ac:grpSpMkLst>
            <pc:docMk/>
            <pc:sldMk cId="4077483940" sldId="2076137460"/>
            <ac:grpSpMk id="9" creationId="{8749C577-019E-43D3-ACA9-751CBD6D73AB}"/>
          </ac:grpSpMkLst>
        </pc:grpChg>
        <pc:picChg chg="mod">
          <ac:chgData name="Amilcar Jose Rodriguez Barrios" userId="efa7753a-59bf-44f0-ad53-c3388f48cff0" providerId="ADAL" clId="{ECC100FD-023F-4E10-9A7E-BC0C9D78DF98}" dt="2021-03-04T18:44:33.263" v="6051"/>
          <ac:picMkLst>
            <pc:docMk/>
            <pc:sldMk cId="4077483940" sldId="2076137460"/>
            <ac:picMk id="8" creationId="{5500C3B5-8F70-45B6-9F7A-166F7ECBD334}"/>
          </ac:picMkLst>
        </pc:picChg>
        <pc:cxnChg chg="mod">
          <ac:chgData name="Amilcar Jose Rodriguez Barrios" userId="efa7753a-59bf-44f0-ad53-c3388f48cff0" providerId="ADAL" clId="{ECC100FD-023F-4E10-9A7E-BC0C9D78DF98}" dt="2021-03-04T18:44:33.263" v="6051"/>
          <ac:cxnSpMkLst>
            <pc:docMk/>
            <pc:sldMk cId="4077483940" sldId="2076137460"/>
            <ac:cxnSpMk id="4" creationId="{AC99D390-64E6-4AC9-8B13-4A36D318650C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4T18:46:13.945" v="6119" actId="20577"/>
        <pc:sldMkLst>
          <pc:docMk/>
          <pc:sldMk cId="4124969413" sldId="2076137461"/>
        </pc:sldMkLst>
        <pc:spChg chg="del">
          <ac:chgData name="Amilcar Jose Rodriguez Barrios" userId="efa7753a-59bf-44f0-ad53-c3388f48cff0" providerId="ADAL" clId="{ECC100FD-023F-4E10-9A7E-BC0C9D78DF98}" dt="2021-03-04T18:45:16.930" v="6081" actId="478"/>
          <ac:spMkLst>
            <pc:docMk/>
            <pc:sldMk cId="4124969413" sldId="2076137461"/>
            <ac:spMk id="2" creationId="{0E5B2F0E-0A6C-4F88-AFF7-9ED16A6326C9}"/>
          </ac:spMkLst>
        </pc:spChg>
        <pc:spChg chg="add mod">
          <ac:chgData name="Amilcar Jose Rodriguez Barrios" userId="efa7753a-59bf-44f0-ad53-c3388f48cff0" providerId="ADAL" clId="{ECC100FD-023F-4E10-9A7E-BC0C9D78DF98}" dt="2021-03-04T18:45:35.278" v="6092" actId="1076"/>
          <ac:spMkLst>
            <pc:docMk/>
            <pc:sldMk cId="4124969413" sldId="2076137461"/>
            <ac:spMk id="3" creationId="{8214702A-152D-4A63-A87A-182613EE474C}"/>
          </ac:spMkLst>
        </pc:spChg>
        <pc:spChg chg="mod">
          <ac:chgData name="Amilcar Jose Rodriguez Barrios" userId="efa7753a-59bf-44f0-ad53-c3388f48cff0" providerId="ADAL" clId="{ECC100FD-023F-4E10-9A7E-BC0C9D78DF98}" dt="2021-03-04T18:45:32.858" v="6091"/>
          <ac:spMkLst>
            <pc:docMk/>
            <pc:sldMk cId="4124969413" sldId="2076137461"/>
            <ac:spMk id="6" creationId="{6F40BDB3-33E9-41DA-A1DF-CE8252BE6465}"/>
          </ac:spMkLst>
        </pc:spChg>
        <pc:spChg chg="mod">
          <ac:chgData name="Amilcar Jose Rodriguez Barrios" userId="efa7753a-59bf-44f0-ad53-c3388f48cff0" providerId="ADAL" clId="{ECC100FD-023F-4E10-9A7E-BC0C9D78DF98}" dt="2021-03-04T18:45:32.858" v="6091"/>
          <ac:spMkLst>
            <pc:docMk/>
            <pc:sldMk cId="4124969413" sldId="2076137461"/>
            <ac:spMk id="8" creationId="{5A695ADB-6C31-4164-BBEC-485678B58CC8}"/>
          </ac:spMkLst>
        </pc:spChg>
        <pc:spChg chg="mod">
          <ac:chgData name="Amilcar Jose Rodriguez Barrios" userId="efa7753a-59bf-44f0-ad53-c3388f48cff0" providerId="ADAL" clId="{ECC100FD-023F-4E10-9A7E-BC0C9D78DF98}" dt="2021-03-04T18:45:32.858" v="6091"/>
          <ac:spMkLst>
            <pc:docMk/>
            <pc:sldMk cId="4124969413" sldId="2076137461"/>
            <ac:spMk id="11" creationId="{EE9527CC-F644-45D2-A8E6-26D74AEBC68C}"/>
          </ac:spMkLst>
        </pc:spChg>
        <pc:spChg chg="mod">
          <ac:chgData name="Amilcar Jose Rodriguez Barrios" userId="efa7753a-59bf-44f0-ad53-c3388f48cff0" providerId="ADAL" clId="{ECC100FD-023F-4E10-9A7E-BC0C9D78DF98}" dt="2021-03-04T18:45:32.858" v="6091"/>
          <ac:spMkLst>
            <pc:docMk/>
            <pc:sldMk cId="4124969413" sldId="2076137461"/>
            <ac:spMk id="12" creationId="{E0478816-3FB7-411B-BB21-1E702A727A2D}"/>
          </ac:spMkLst>
        </pc:spChg>
        <pc:spChg chg="add mod">
          <ac:chgData name="Amilcar Jose Rodriguez Barrios" userId="efa7753a-59bf-44f0-ad53-c3388f48cff0" providerId="ADAL" clId="{ECC100FD-023F-4E10-9A7E-BC0C9D78DF98}" dt="2021-03-04T18:45:49.189" v="6104" actId="20577"/>
          <ac:spMkLst>
            <pc:docMk/>
            <pc:sldMk cId="4124969413" sldId="2076137461"/>
            <ac:spMk id="13" creationId="{68C9BB96-164E-4169-A6D8-65530E610A3C}"/>
          </ac:spMkLst>
        </pc:spChg>
        <pc:grpChg chg="add mod">
          <ac:chgData name="Amilcar Jose Rodriguez Barrios" userId="efa7753a-59bf-44f0-ad53-c3388f48cff0" providerId="ADAL" clId="{ECC100FD-023F-4E10-9A7E-BC0C9D78DF98}" dt="2021-03-04T18:45:32.858" v="6091"/>
          <ac:grpSpMkLst>
            <pc:docMk/>
            <pc:sldMk cId="4124969413" sldId="2076137461"/>
            <ac:grpSpMk id="4" creationId="{BABAB2AB-BAC2-4AFF-A3EF-123B43774626}"/>
          </ac:grpSpMkLst>
        </pc:grpChg>
        <pc:grpChg chg="add mod">
          <ac:chgData name="Amilcar Jose Rodriguez Barrios" userId="efa7753a-59bf-44f0-ad53-c3388f48cff0" providerId="ADAL" clId="{ECC100FD-023F-4E10-9A7E-BC0C9D78DF98}" dt="2021-03-04T18:45:32.858" v="6091"/>
          <ac:grpSpMkLst>
            <pc:docMk/>
            <pc:sldMk cId="4124969413" sldId="2076137461"/>
            <ac:grpSpMk id="7" creationId="{B92FC193-D962-4E7F-AFE6-F227C2E403EA}"/>
          </ac:grpSpMkLst>
        </pc:grpChg>
        <pc:grpChg chg="add mod">
          <ac:chgData name="Amilcar Jose Rodriguez Barrios" userId="efa7753a-59bf-44f0-ad53-c3388f48cff0" providerId="ADAL" clId="{ECC100FD-023F-4E10-9A7E-BC0C9D78DF98}" dt="2021-03-04T18:45:32.858" v="6091"/>
          <ac:grpSpMkLst>
            <pc:docMk/>
            <pc:sldMk cId="4124969413" sldId="2076137461"/>
            <ac:grpSpMk id="10" creationId="{05308D58-FC42-4545-A6C2-09B069B64975}"/>
          </ac:grpSpMkLst>
        </pc:grpChg>
        <pc:picChg chg="mod">
          <ac:chgData name="Amilcar Jose Rodriguez Barrios" userId="efa7753a-59bf-44f0-ad53-c3388f48cff0" providerId="ADAL" clId="{ECC100FD-023F-4E10-9A7E-BC0C9D78DF98}" dt="2021-03-04T18:45:32.858" v="6091"/>
          <ac:picMkLst>
            <pc:docMk/>
            <pc:sldMk cId="4124969413" sldId="2076137461"/>
            <ac:picMk id="9" creationId="{CC924738-6324-45BF-8348-A6DC7BEFA6A8}"/>
          </ac:picMkLst>
        </pc:picChg>
        <pc:cxnChg chg="mod">
          <ac:chgData name="Amilcar Jose Rodriguez Barrios" userId="efa7753a-59bf-44f0-ad53-c3388f48cff0" providerId="ADAL" clId="{ECC100FD-023F-4E10-9A7E-BC0C9D78DF98}" dt="2021-03-04T18:45:32.858" v="6091"/>
          <ac:cxnSpMkLst>
            <pc:docMk/>
            <pc:sldMk cId="4124969413" sldId="2076137461"/>
            <ac:cxnSpMk id="5" creationId="{FED8DADF-B95C-46F2-92DE-1E2BBC30137C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4T18:47:04.430" v="6173" actId="20577"/>
        <pc:sldMkLst>
          <pc:docMk/>
          <pc:sldMk cId="2955839691" sldId="2076137462"/>
        </pc:sldMkLst>
        <pc:spChg chg="del">
          <ac:chgData name="Amilcar Jose Rodriguez Barrios" userId="efa7753a-59bf-44f0-ad53-c3388f48cff0" providerId="ADAL" clId="{ECC100FD-023F-4E10-9A7E-BC0C9D78DF98}" dt="2021-03-04T18:46:23.636" v="6134" actId="478"/>
          <ac:spMkLst>
            <pc:docMk/>
            <pc:sldMk cId="2955839691" sldId="2076137462"/>
            <ac:spMk id="2" creationId="{58668E8D-A51C-4ECB-AE6C-4189A21B410E}"/>
          </ac:spMkLst>
        </pc:spChg>
        <pc:spChg chg="add mod">
          <ac:chgData name="Amilcar Jose Rodriguez Barrios" userId="efa7753a-59bf-44f0-ad53-c3388f48cff0" providerId="ADAL" clId="{ECC100FD-023F-4E10-9A7E-BC0C9D78DF98}" dt="2021-03-04T18:46:43.738" v="6141" actId="20577"/>
          <ac:spMkLst>
            <pc:docMk/>
            <pc:sldMk cId="2955839691" sldId="2076137462"/>
            <ac:spMk id="3" creationId="{ACE7BBD0-27FE-46BB-BA42-12E7875D3765}"/>
          </ac:spMkLst>
        </pc:spChg>
        <pc:spChg chg="add mod">
          <ac:chgData name="Amilcar Jose Rodriguez Barrios" userId="efa7753a-59bf-44f0-ad53-c3388f48cff0" providerId="ADAL" clId="{ECC100FD-023F-4E10-9A7E-BC0C9D78DF98}" dt="2021-03-04T18:46:53.505" v="6151" actId="1076"/>
          <ac:spMkLst>
            <pc:docMk/>
            <pc:sldMk cId="2955839691" sldId="2076137462"/>
            <ac:spMk id="4" creationId="{DAB4A8EB-21EE-4949-8B4C-DC4800727EFF}"/>
          </ac:spMkLst>
        </pc:spChg>
        <pc:spChg chg="mod">
          <ac:chgData name="Amilcar Jose Rodriguez Barrios" userId="efa7753a-59bf-44f0-ad53-c3388f48cff0" providerId="ADAL" clId="{ECC100FD-023F-4E10-9A7E-BC0C9D78DF98}" dt="2021-03-04T18:46:40.746" v="6137"/>
          <ac:spMkLst>
            <pc:docMk/>
            <pc:sldMk cId="2955839691" sldId="2076137462"/>
            <ac:spMk id="7" creationId="{3A446F3A-5C03-4F93-B12D-54B169568FBA}"/>
          </ac:spMkLst>
        </pc:spChg>
        <pc:spChg chg="mod">
          <ac:chgData name="Amilcar Jose Rodriguez Barrios" userId="efa7753a-59bf-44f0-ad53-c3388f48cff0" providerId="ADAL" clId="{ECC100FD-023F-4E10-9A7E-BC0C9D78DF98}" dt="2021-03-04T18:46:40.746" v="6137"/>
          <ac:spMkLst>
            <pc:docMk/>
            <pc:sldMk cId="2955839691" sldId="2076137462"/>
            <ac:spMk id="9" creationId="{880060B2-AE86-4B94-B8EB-4E2704CB9739}"/>
          </ac:spMkLst>
        </pc:spChg>
        <pc:spChg chg="mod">
          <ac:chgData name="Amilcar Jose Rodriguez Barrios" userId="efa7753a-59bf-44f0-ad53-c3388f48cff0" providerId="ADAL" clId="{ECC100FD-023F-4E10-9A7E-BC0C9D78DF98}" dt="2021-03-04T18:46:40.746" v="6137"/>
          <ac:spMkLst>
            <pc:docMk/>
            <pc:sldMk cId="2955839691" sldId="2076137462"/>
            <ac:spMk id="12" creationId="{42F63AE1-4ECE-44AE-ADCF-356922F312E5}"/>
          </ac:spMkLst>
        </pc:spChg>
        <pc:spChg chg="mod">
          <ac:chgData name="Amilcar Jose Rodriguez Barrios" userId="efa7753a-59bf-44f0-ad53-c3388f48cff0" providerId="ADAL" clId="{ECC100FD-023F-4E10-9A7E-BC0C9D78DF98}" dt="2021-03-04T18:46:40.746" v="6137"/>
          <ac:spMkLst>
            <pc:docMk/>
            <pc:sldMk cId="2955839691" sldId="2076137462"/>
            <ac:spMk id="13" creationId="{FBD8DE7A-55C6-4EF5-BB96-0532B17F2754}"/>
          </ac:spMkLst>
        </pc:spChg>
        <pc:grpChg chg="add mod">
          <ac:chgData name="Amilcar Jose Rodriguez Barrios" userId="efa7753a-59bf-44f0-ad53-c3388f48cff0" providerId="ADAL" clId="{ECC100FD-023F-4E10-9A7E-BC0C9D78DF98}" dt="2021-03-04T18:46:40.746" v="6137"/>
          <ac:grpSpMkLst>
            <pc:docMk/>
            <pc:sldMk cId="2955839691" sldId="2076137462"/>
            <ac:grpSpMk id="5" creationId="{2D6CF031-1361-4173-BF9E-0465D9FDFFE8}"/>
          </ac:grpSpMkLst>
        </pc:grpChg>
        <pc:grpChg chg="add mod">
          <ac:chgData name="Amilcar Jose Rodriguez Barrios" userId="efa7753a-59bf-44f0-ad53-c3388f48cff0" providerId="ADAL" clId="{ECC100FD-023F-4E10-9A7E-BC0C9D78DF98}" dt="2021-03-04T18:46:40.746" v="6137"/>
          <ac:grpSpMkLst>
            <pc:docMk/>
            <pc:sldMk cId="2955839691" sldId="2076137462"/>
            <ac:grpSpMk id="8" creationId="{C2F2CBB8-8BA9-480C-AE6F-CF71534BAD1F}"/>
          </ac:grpSpMkLst>
        </pc:grpChg>
        <pc:grpChg chg="add mod">
          <ac:chgData name="Amilcar Jose Rodriguez Barrios" userId="efa7753a-59bf-44f0-ad53-c3388f48cff0" providerId="ADAL" clId="{ECC100FD-023F-4E10-9A7E-BC0C9D78DF98}" dt="2021-03-04T18:46:40.746" v="6137"/>
          <ac:grpSpMkLst>
            <pc:docMk/>
            <pc:sldMk cId="2955839691" sldId="2076137462"/>
            <ac:grpSpMk id="11" creationId="{FF519F04-B053-4688-A0F8-5D4E8553B394}"/>
          </ac:grpSpMkLst>
        </pc:grpChg>
        <pc:picChg chg="mod">
          <ac:chgData name="Amilcar Jose Rodriguez Barrios" userId="efa7753a-59bf-44f0-ad53-c3388f48cff0" providerId="ADAL" clId="{ECC100FD-023F-4E10-9A7E-BC0C9D78DF98}" dt="2021-03-04T18:46:40.746" v="6137"/>
          <ac:picMkLst>
            <pc:docMk/>
            <pc:sldMk cId="2955839691" sldId="2076137462"/>
            <ac:picMk id="10" creationId="{B3D3B418-D6BD-4A78-8B3D-3D6D74ED692E}"/>
          </ac:picMkLst>
        </pc:picChg>
        <pc:cxnChg chg="mod">
          <ac:chgData name="Amilcar Jose Rodriguez Barrios" userId="efa7753a-59bf-44f0-ad53-c3388f48cff0" providerId="ADAL" clId="{ECC100FD-023F-4E10-9A7E-BC0C9D78DF98}" dt="2021-03-04T18:46:40.746" v="6137"/>
          <ac:cxnSpMkLst>
            <pc:docMk/>
            <pc:sldMk cId="2955839691" sldId="2076137462"/>
            <ac:cxnSpMk id="6" creationId="{3AF4AD30-3C36-4669-B808-0AA89271BE39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4T18:48:01.053" v="6215"/>
        <pc:sldMkLst>
          <pc:docMk/>
          <pc:sldMk cId="785937075" sldId="2076137463"/>
        </pc:sldMkLst>
        <pc:spChg chg="del">
          <ac:chgData name="Amilcar Jose Rodriguez Barrios" userId="efa7753a-59bf-44f0-ad53-c3388f48cff0" providerId="ADAL" clId="{ECC100FD-023F-4E10-9A7E-BC0C9D78DF98}" dt="2021-03-04T18:47:16.828" v="6175" actId="478"/>
          <ac:spMkLst>
            <pc:docMk/>
            <pc:sldMk cId="785937075" sldId="2076137463"/>
            <ac:spMk id="2" creationId="{356D16E1-F6A3-4191-9B91-B4B9DE75DBF9}"/>
          </ac:spMkLst>
        </pc:spChg>
        <pc:spChg chg="add mod">
          <ac:chgData name="Amilcar Jose Rodriguez Barrios" userId="efa7753a-59bf-44f0-ad53-c3388f48cff0" providerId="ADAL" clId="{ECC100FD-023F-4E10-9A7E-BC0C9D78DF98}" dt="2021-03-04T18:47:32.080" v="6182" actId="20577"/>
          <ac:spMkLst>
            <pc:docMk/>
            <pc:sldMk cId="785937075" sldId="2076137463"/>
            <ac:spMk id="3" creationId="{564C69DA-F794-450D-9E0B-332D0BFDA44A}"/>
          </ac:spMkLst>
        </pc:spChg>
        <pc:spChg chg="add mod">
          <ac:chgData name="Amilcar Jose Rodriguez Barrios" userId="efa7753a-59bf-44f0-ad53-c3388f48cff0" providerId="ADAL" clId="{ECC100FD-023F-4E10-9A7E-BC0C9D78DF98}" dt="2021-03-04T18:47:45.928" v="6193" actId="20577"/>
          <ac:spMkLst>
            <pc:docMk/>
            <pc:sldMk cId="785937075" sldId="2076137463"/>
            <ac:spMk id="4" creationId="{8653CFF4-7CFC-4F21-A221-7D0765D25F03}"/>
          </ac:spMkLst>
        </pc:spChg>
        <pc:spChg chg="mod">
          <ac:chgData name="Amilcar Jose Rodriguez Barrios" userId="efa7753a-59bf-44f0-ad53-c3388f48cff0" providerId="ADAL" clId="{ECC100FD-023F-4E10-9A7E-BC0C9D78DF98}" dt="2021-03-04T18:48:01.053" v="6215"/>
          <ac:spMkLst>
            <pc:docMk/>
            <pc:sldMk cId="785937075" sldId="2076137463"/>
            <ac:spMk id="7" creationId="{4B322876-6A67-40DF-8DA4-F9B9BBC2A998}"/>
          </ac:spMkLst>
        </pc:spChg>
        <pc:spChg chg="mod">
          <ac:chgData name="Amilcar Jose Rodriguez Barrios" userId="efa7753a-59bf-44f0-ad53-c3388f48cff0" providerId="ADAL" clId="{ECC100FD-023F-4E10-9A7E-BC0C9D78DF98}" dt="2021-03-04T18:48:01.053" v="6215"/>
          <ac:spMkLst>
            <pc:docMk/>
            <pc:sldMk cId="785937075" sldId="2076137463"/>
            <ac:spMk id="9" creationId="{5FA2F57D-8052-40CA-B803-318A8D0FF347}"/>
          </ac:spMkLst>
        </pc:spChg>
        <pc:spChg chg="mod">
          <ac:chgData name="Amilcar Jose Rodriguez Barrios" userId="efa7753a-59bf-44f0-ad53-c3388f48cff0" providerId="ADAL" clId="{ECC100FD-023F-4E10-9A7E-BC0C9D78DF98}" dt="2021-03-04T18:48:01.053" v="6215"/>
          <ac:spMkLst>
            <pc:docMk/>
            <pc:sldMk cId="785937075" sldId="2076137463"/>
            <ac:spMk id="12" creationId="{C17CD178-EA4E-449E-A6B9-7C1222DC2438}"/>
          </ac:spMkLst>
        </pc:spChg>
        <pc:spChg chg="mod">
          <ac:chgData name="Amilcar Jose Rodriguez Barrios" userId="efa7753a-59bf-44f0-ad53-c3388f48cff0" providerId="ADAL" clId="{ECC100FD-023F-4E10-9A7E-BC0C9D78DF98}" dt="2021-03-04T18:48:01.053" v="6215"/>
          <ac:spMkLst>
            <pc:docMk/>
            <pc:sldMk cId="785937075" sldId="2076137463"/>
            <ac:spMk id="13" creationId="{DA3EEED0-7058-43AB-95BA-C87EC3DD6D86}"/>
          </ac:spMkLst>
        </pc:spChg>
        <pc:grpChg chg="add mod">
          <ac:chgData name="Amilcar Jose Rodriguez Barrios" userId="efa7753a-59bf-44f0-ad53-c3388f48cff0" providerId="ADAL" clId="{ECC100FD-023F-4E10-9A7E-BC0C9D78DF98}" dt="2021-03-04T18:48:01.053" v="6215"/>
          <ac:grpSpMkLst>
            <pc:docMk/>
            <pc:sldMk cId="785937075" sldId="2076137463"/>
            <ac:grpSpMk id="5" creationId="{53946527-A7BF-4D90-B217-B8751F2ED1C7}"/>
          </ac:grpSpMkLst>
        </pc:grpChg>
        <pc:grpChg chg="add mod">
          <ac:chgData name="Amilcar Jose Rodriguez Barrios" userId="efa7753a-59bf-44f0-ad53-c3388f48cff0" providerId="ADAL" clId="{ECC100FD-023F-4E10-9A7E-BC0C9D78DF98}" dt="2021-03-04T18:48:01.053" v="6215"/>
          <ac:grpSpMkLst>
            <pc:docMk/>
            <pc:sldMk cId="785937075" sldId="2076137463"/>
            <ac:grpSpMk id="8" creationId="{8DBE99A7-6BB1-4093-919B-0D4E4C856060}"/>
          </ac:grpSpMkLst>
        </pc:grpChg>
        <pc:grpChg chg="add mod">
          <ac:chgData name="Amilcar Jose Rodriguez Barrios" userId="efa7753a-59bf-44f0-ad53-c3388f48cff0" providerId="ADAL" clId="{ECC100FD-023F-4E10-9A7E-BC0C9D78DF98}" dt="2021-03-04T18:48:01.053" v="6215"/>
          <ac:grpSpMkLst>
            <pc:docMk/>
            <pc:sldMk cId="785937075" sldId="2076137463"/>
            <ac:grpSpMk id="11" creationId="{AF215EEC-0FDD-45F7-96DD-7836FB559F72}"/>
          </ac:grpSpMkLst>
        </pc:grpChg>
        <pc:picChg chg="mod">
          <ac:chgData name="Amilcar Jose Rodriguez Barrios" userId="efa7753a-59bf-44f0-ad53-c3388f48cff0" providerId="ADAL" clId="{ECC100FD-023F-4E10-9A7E-BC0C9D78DF98}" dt="2021-03-04T18:48:01.053" v="6215"/>
          <ac:picMkLst>
            <pc:docMk/>
            <pc:sldMk cId="785937075" sldId="2076137463"/>
            <ac:picMk id="10" creationId="{AE611DB0-8F24-4B52-BEEF-3BEFAF4E6E5B}"/>
          </ac:picMkLst>
        </pc:picChg>
        <pc:cxnChg chg="mod">
          <ac:chgData name="Amilcar Jose Rodriguez Barrios" userId="efa7753a-59bf-44f0-ad53-c3388f48cff0" providerId="ADAL" clId="{ECC100FD-023F-4E10-9A7E-BC0C9D78DF98}" dt="2021-03-04T18:48:01.053" v="6215"/>
          <ac:cxnSpMkLst>
            <pc:docMk/>
            <pc:sldMk cId="785937075" sldId="2076137463"/>
            <ac:cxnSpMk id="6" creationId="{753AEAC4-ACFE-470A-9994-33AB50556D9B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4T18:48:55.922" v="6305" actId="20577"/>
        <pc:sldMkLst>
          <pc:docMk/>
          <pc:sldMk cId="2944864846" sldId="2076137464"/>
        </pc:sldMkLst>
        <pc:spChg chg="del">
          <ac:chgData name="Amilcar Jose Rodriguez Barrios" userId="efa7753a-59bf-44f0-ad53-c3388f48cff0" providerId="ADAL" clId="{ECC100FD-023F-4E10-9A7E-BC0C9D78DF98}" dt="2021-03-04T18:48:17.690" v="6217" actId="478"/>
          <ac:spMkLst>
            <pc:docMk/>
            <pc:sldMk cId="2944864846" sldId="2076137464"/>
            <ac:spMk id="2" creationId="{C535863D-DD3F-4964-A0C8-D756BEB5EB42}"/>
          </ac:spMkLst>
        </pc:spChg>
        <pc:spChg chg="mod">
          <ac:chgData name="Amilcar Jose Rodriguez Barrios" userId="efa7753a-59bf-44f0-ad53-c3388f48cff0" providerId="ADAL" clId="{ECC100FD-023F-4E10-9A7E-BC0C9D78DF98}" dt="2021-03-04T18:48:21.646" v="6218"/>
          <ac:spMkLst>
            <pc:docMk/>
            <pc:sldMk cId="2944864846" sldId="2076137464"/>
            <ac:spMk id="5" creationId="{D99A8632-C0F2-4BAA-AC4B-99B8FED02109}"/>
          </ac:spMkLst>
        </pc:spChg>
        <pc:spChg chg="mod">
          <ac:chgData name="Amilcar Jose Rodriguez Barrios" userId="efa7753a-59bf-44f0-ad53-c3388f48cff0" providerId="ADAL" clId="{ECC100FD-023F-4E10-9A7E-BC0C9D78DF98}" dt="2021-03-04T18:48:21.646" v="6218"/>
          <ac:spMkLst>
            <pc:docMk/>
            <pc:sldMk cId="2944864846" sldId="2076137464"/>
            <ac:spMk id="7" creationId="{68ADE0D5-BA99-4053-9036-8215B3FD1436}"/>
          </ac:spMkLst>
        </pc:spChg>
        <pc:spChg chg="mod">
          <ac:chgData name="Amilcar Jose Rodriguez Barrios" userId="efa7753a-59bf-44f0-ad53-c3388f48cff0" providerId="ADAL" clId="{ECC100FD-023F-4E10-9A7E-BC0C9D78DF98}" dt="2021-03-04T18:48:21.646" v="6218"/>
          <ac:spMkLst>
            <pc:docMk/>
            <pc:sldMk cId="2944864846" sldId="2076137464"/>
            <ac:spMk id="10" creationId="{6FEDA297-0376-4B51-9BA8-D8D9F0C7CB55}"/>
          </ac:spMkLst>
        </pc:spChg>
        <pc:spChg chg="mod">
          <ac:chgData name="Amilcar Jose Rodriguez Barrios" userId="efa7753a-59bf-44f0-ad53-c3388f48cff0" providerId="ADAL" clId="{ECC100FD-023F-4E10-9A7E-BC0C9D78DF98}" dt="2021-03-04T18:48:21.646" v="6218"/>
          <ac:spMkLst>
            <pc:docMk/>
            <pc:sldMk cId="2944864846" sldId="2076137464"/>
            <ac:spMk id="11" creationId="{B7AAE39D-3554-49E0-B03A-E15ACD70C149}"/>
          </ac:spMkLst>
        </pc:spChg>
        <pc:spChg chg="add mod">
          <ac:chgData name="Amilcar Jose Rodriguez Barrios" userId="efa7753a-59bf-44f0-ad53-c3388f48cff0" providerId="ADAL" clId="{ECC100FD-023F-4E10-9A7E-BC0C9D78DF98}" dt="2021-03-04T18:48:33.232" v="6267" actId="20577"/>
          <ac:spMkLst>
            <pc:docMk/>
            <pc:sldMk cId="2944864846" sldId="2076137464"/>
            <ac:spMk id="12" creationId="{33E0AF74-E227-4064-A8F3-13861194F8E2}"/>
          </ac:spMkLst>
        </pc:spChg>
        <pc:spChg chg="add mod">
          <ac:chgData name="Amilcar Jose Rodriguez Barrios" userId="efa7753a-59bf-44f0-ad53-c3388f48cff0" providerId="ADAL" clId="{ECC100FD-023F-4E10-9A7E-BC0C9D78DF98}" dt="2021-03-04T18:48:47.316" v="6276" actId="20577"/>
          <ac:spMkLst>
            <pc:docMk/>
            <pc:sldMk cId="2944864846" sldId="2076137464"/>
            <ac:spMk id="13" creationId="{62BD647C-B3F4-445D-9E20-CCB094CA4793}"/>
          </ac:spMkLst>
        </pc:spChg>
        <pc:grpChg chg="add mod">
          <ac:chgData name="Amilcar Jose Rodriguez Barrios" userId="efa7753a-59bf-44f0-ad53-c3388f48cff0" providerId="ADAL" clId="{ECC100FD-023F-4E10-9A7E-BC0C9D78DF98}" dt="2021-03-04T18:48:21.646" v="6218"/>
          <ac:grpSpMkLst>
            <pc:docMk/>
            <pc:sldMk cId="2944864846" sldId="2076137464"/>
            <ac:grpSpMk id="3" creationId="{17F54C1D-6838-4112-B1F8-4CCA8B784427}"/>
          </ac:grpSpMkLst>
        </pc:grpChg>
        <pc:grpChg chg="add mod">
          <ac:chgData name="Amilcar Jose Rodriguez Barrios" userId="efa7753a-59bf-44f0-ad53-c3388f48cff0" providerId="ADAL" clId="{ECC100FD-023F-4E10-9A7E-BC0C9D78DF98}" dt="2021-03-04T18:48:21.646" v="6218"/>
          <ac:grpSpMkLst>
            <pc:docMk/>
            <pc:sldMk cId="2944864846" sldId="2076137464"/>
            <ac:grpSpMk id="6" creationId="{28E9D01B-293E-46AF-A2BA-880FD2F01F84}"/>
          </ac:grpSpMkLst>
        </pc:grpChg>
        <pc:grpChg chg="add mod">
          <ac:chgData name="Amilcar Jose Rodriguez Barrios" userId="efa7753a-59bf-44f0-ad53-c3388f48cff0" providerId="ADAL" clId="{ECC100FD-023F-4E10-9A7E-BC0C9D78DF98}" dt="2021-03-04T18:48:21.646" v="6218"/>
          <ac:grpSpMkLst>
            <pc:docMk/>
            <pc:sldMk cId="2944864846" sldId="2076137464"/>
            <ac:grpSpMk id="9" creationId="{0620E584-5545-4FF3-9E76-2083C641F92B}"/>
          </ac:grpSpMkLst>
        </pc:grpChg>
        <pc:picChg chg="mod">
          <ac:chgData name="Amilcar Jose Rodriguez Barrios" userId="efa7753a-59bf-44f0-ad53-c3388f48cff0" providerId="ADAL" clId="{ECC100FD-023F-4E10-9A7E-BC0C9D78DF98}" dt="2021-03-04T18:48:21.646" v="6218"/>
          <ac:picMkLst>
            <pc:docMk/>
            <pc:sldMk cId="2944864846" sldId="2076137464"/>
            <ac:picMk id="8" creationId="{CD38C672-A85F-48E4-A62F-838CB0F63C1F}"/>
          </ac:picMkLst>
        </pc:picChg>
        <pc:cxnChg chg="mod">
          <ac:chgData name="Amilcar Jose Rodriguez Barrios" userId="efa7753a-59bf-44f0-ad53-c3388f48cff0" providerId="ADAL" clId="{ECC100FD-023F-4E10-9A7E-BC0C9D78DF98}" dt="2021-03-04T18:48:21.646" v="6218"/>
          <ac:cxnSpMkLst>
            <pc:docMk/>
            <pc:sldMk cId="2944864846" sldId="2076137464"/>
            <ac:cxnSpMk id="4" creationId="{C89AB78A-A9F8-4B3C-BF55-607023889518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4T18:56:44.779" v="6354" actId="20577"/>
        <pc:sldMkLst>
          <pc:docMk/>
          <pc:sldMk cId="4019725454" sldId="2076137465"/>
        </pc:sldMkLst>
        <pc:spChg chg="del">
          <ac:chgData name="Amilcar Jose Rodriguez Barrios" userId="efa7753a-59bf-44f0-ad53-c3388f48cff0" providerId="ADAL" clId="{ECC100FD-023F-4E10-9A7E-BC0C9D78DF98}" dt="2021-03-04T18:55:30.727" v="6307" actId="478"/>
          <ac:spMkLst>
            <pc:docMk/>
            <pc:sldMk cId="4019725454" sldId="2076137465"/>
            <ac:spMk id="2" creationId="{EBD64254-C5BE-4DEB-A5B5-12C30A8E8ED3}"/>
          </ac:spMkLst>
        </pc:spChg>
        <pc:spChg chg="add mod">
          <ac:chgData name="Amilcar Jose Rodriguez Barrios" userId="efa7753a-59bf-44f0-ad53-c3388f48cff0" providerId="ADAL" clId="{ECC100FD-023F-4E10-9A7E-BC0C9D78DF98}" dt="2021-03-04T18:55:59.811" v="6314" actId="1076"/>
          <ac:spMkLst>
            <pc:docMk/>
            <pc:sldMk cId="4019725454" sldId="2076137465"/>
            <ac:spMk id="3" creationId="{D4E98C54-64C6-40AB-B29C-4C86A8FD9654}"/>
          </ac:spMkLst>
        </pc:spChg>
        <pc:spChg chg="add mod">
          <ac:chgData name="Amilcar Jose Rodriguez Barrios" userId="efa7753a-59bf-44f0-ad53-c3388f48cff0" providerId="ADAL" clId="{ECC100FD-023F-4E10-9A7E-BC0C9D78DF98}" dt="2021-03-04T18:56:13.823" v="6318" actId="1076"/>
          <ac:spMkLst>
            <pc:docMk/>
            <pc:sldMk cId="4019725454" sldId="2076137465"/>
            <ac:spMk id="5" creationId="{F11DA470-7240-43F6-A1E4-0E17069035E0}"/>
          </ac:spMkLst>
        </pc:spChg>
        <pc:spChg chg="add mod">
          <ac:chgData name="Amilcar Jose Rodriguez Barrios" userId="efa7753a-59bf-44f0-ad53-c3388f48cff0" providerId="ADAL" clId="{ECC100FD-023F-4E10-9A7E-BC0C9D78DF98}" dt="2021-03-04T18:56:10.028" v="6317" actId="255"/>
          <ac:spMkLst>
            <pc:docMk/>
            <pc:sldMk cId="4019725454" sldId="2076137465"/>
            <ac:spMk id="6" creationId="{D3D0B861-3A35-478C-927B-108E4A4551AC}"/>
          </ac:spMkLst>
        </pc:spChg>
        <pc:spChg chg="mod">
          <ac:chgData name="Amilcar Jose Rodriguez Barrios" userId="efa7753a-59bf-44f0-ad53-c3388f48cff0" providerId="ADAL" clId="{ECC100FD-023F-4E10-9A7E-BC0C9D78DF98}" dt="2021-03-04T18:55:55.918" v="6312"/>
          <ac:spMkLst>
            <pc:docMk/>
            <pc:sldMk cId="4019725454" sldId="2076137465"/>
            <ac:spMk id="10" creationId="{1D79EE7C-C003-4B2A-B0F1-38BA467C007F}"/>
          </ac:spMkLst>
        </pc:spChg>
        <pc:spChg chg="mod">
          <ac:chgData name="Amilcar Jose Rodriguez Barrios" userId="efa7753a-59bf-44f0-ad53-c3388f48cff0" providerId="ADAL" clId="{ECC100FD-023F-4E10-9A7E-BC0C9D78DF98}" dt="2021-03-04T18:55:55.918" v="6312"/>
          <ac:spMkLst>
            <pc:docMk/>
            <pc:sldMk cId="4019725454" sldId="2076137465"/>
            <ac:spMk id="12" creationId="{7BC50E05-E1C0-479C-818A-E11F3B98AB78}"/>
          </ac:spMkLst>
        </pc:spChg>
        <pc:spChg chg="mod">
          <ac:chgData name="Amilcar Jose Rodriguez Barrios" userId="efa7753a-59bf-44f0-ad53-c3388f48cff0" providerId="ADAL" clId="{ECC100FD-023F-4E10-9A7E-BC0C9D78DF98}" dt="2021-03-04T18:55:55.918" v="6312"/>
          <ac:spMkLst>
            <pc:docMk/>
            <pc:sldMk cId="4019725454" sldId="2076137465"/>
            <ac:spMk id="15" creationId="{E5BFA20B-7028-4DF3-BAA9-BDDFA27E484A}"/>
          </ac:spMkLst>
        </pc:spChg>
        <pc:spChg chg="mod">
          <ac:chgData name="Amilcar Jose Rodriguez Barrios" userId="efa7753a-59bf-44f0-ad53-c3388f48cff0" providerId="ADAL" clId="{ECC100FD-023F-4E10-9A7E-BC0C9D78DF98}" dt="2021-03-04T18:56:44.779" v="6354" actId="20577"/>
          <ac:spMkLst>
            <pc:docMk/>
            <pc:sldMk cId="4019725454" sldId="2076137465"/>
            <ac:spMk id="16" creationId="{8826B155-27D6-429D-91FF-15537C97CC10}"/>
          </ac:spMkLst>
        </pc:spChg>
        <pc:grpChg chg="add mod">
          <ac:chgData name="Amilcar Jose Rodriguez Barrios" userId="efa7753a-59bf-44f0-ad53-c3388f48cff0" providerId="ADAL" clId="{ECC100FD-023F-4E10-9A7E-BC0C9D78DF98}" dt="2021-03-04T18:55:55.918" v="6312"/>
          <ac:grpSpMkLst>
            <pc:docMk/>
            <pc:sldMk cId="4019725454" sldId="2076137465"/>
            <ac:grpSpMk id="8" creationId="{10B59A90-B71C-425C-9568-C8F1F93A40BD}"/>
          </ac:grpSpMkLst>
        </pc:grpChg>
        <pc:grpChg chg="add mod">
          <ac:chgData name="Amilcar Jose Rodriguez Barrios" userId="efa7753a-59bf-44f0-ad53-c3388f48cff0" providerId="ADAL" clId="{ECC100FD-023F-4E10-9A7E-BC0C9D78DF98}" dt="2021-03-04T18:55:55.918" v="6312"/>
          <ac:grpSpMkLst>
            <pc:docMk/>
            <pc:sldMk cId="4019725454" sldId="2076137465"/>
            <ac:grpSpMk id="11" creationId="{2AA51A07-38EB-4BA6-AEBC-6E650932B85B}"/>
          </ac:grpSpMkLst>
        </pc:grpChg>
        <pc:grpChg chg="add mod">
          <ac:chgData name="Amilcar Jose Rodriguez Barrios" userId="efa7753a-59bf-44f0-ad53-c3388f48cff0" providerId="ADAL" clId="{ECC100FD-023F-4E10-9A7E-BC0C9D78DF98}" dt="2021-03-04T18:55:55.918" v="6312"/>
          <ac:grpSpMkLst>
            <pc:docMk/>
            <pc:sldMk cId="4019725454" sldId="2076137465"/>
            <ac:grpSpMk id="14" creationId="{3F707053-ADB7-4B7A-B228-E753DEA93E66}"/>
          </ac:grpSpMkLst>
        </pc:grpChg>
        <pc:picChg chg="add mod">
          <ac:chgData name="Amilcar Jose Rodriguez Barrios" userId="efa7753a-59bf-44f0-ad53-c3388f48cff0" providerId="ADAL" clId="{ECC100FD-023F-4E10-9A7E-BC0C9D78DF98}" dt="2021-03-04T18:56:16.453" v="6319" actId="1076"/>
          <ac:picMkLst>
            <pc:docMk/>
            <pc:sldMk cId="4019725454" sldId="2076137465"/>
            <ac:picMk id="4" creationId="{6C95C455-F90E-422D-B5E5-1F8D5DE390AF}"/>
          </ac:picMkLst>
        </pc:picChg>
        <pc:picChg chg="add mod">
          <ac:chgData name="Amilcar Jose Rodriguez Barrios" userId="efa7753a-59bf-44f0-ad53-c3388f48cff0" providerId="ADAL" clId="{ECC100FD-023F-4E10-9A7E-BC0C9D78DF98}" dt="2021-03-04T18:56:18.118" v="6320" actId="1076"/>
          <ac:picMkLst>
            <pc:docMk/>
            <pc:sldMk cId="4019725454" sldId="2076137465"/>
            <ac:picMk id="7" creationId="{0CF25AC3-30EF-4E69-80A6-63A61D314161}"/>
          </ac:picMkLst>
        </pc:picChg>
        <pc:picChg chg="mod">
          <ac:chgData name="Amilcar Jose Rodriguez Barrios" userId="efa7753a-59bf-44f0-ad53-c3388f48cff0" providerId="ADAL" clId="{ECC100FD-023F-4E10-9A7E-BC0C9D78DF98}" dt="2021-03-04T18:55:55.918" v="6312"/>
          <ac:picMkLst>
            <pc:docMk/>
            <pc:sldMk cId="4019725454" sldId="2076137465"/>
            <ac:picMk id="13" creationId="{3D94E3A7-EB58-44DE-8E52-0CB2B6284679}"/>
          </ac:picMkLst>
        </pc:picChg>
        <pc:cxnChg chg="mod">
          <ac:chgData name="Amilcar Jose Rodriguez Barrios" userId="efa7753a-59bf-44f0-ad53-c3388f48cff0" providerId="ADAL" clId="{ECC100FD-023F-4E10-9A7E-BC0C9D78DF98}" dt="2021-03-04T18:55:55.918" v="6312"/>
          <ac:cxnSpMkLst>
            <pc:docMk/>
            <pc:sldMk cId="4019725454" sldId="2076137465"/>
            <ac:cxnSpMk id="9" creationId="{A24FFDA7-A14A-4FB4-BBAC-57E42470F9C7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4T18:57:30.593" v="6370" actId="207"/>
        <pc:sldMkLst>
          <pc:docMk/>
          <pc:sldMk cId="3717487606" sldId="2076137466"/>
        </pc:sldMkLst>
        <pc:spChg chg="del">
          <ac:chgData name="Amilcar Jose Rodriguez Barrios" userId="efa7753a-59bf-44f0-ad53-c3388f48cff0" providerId="ADAL" clId="{ECC100FD-023F-4E10-9A7E-BC0C9D78DF98}" dt="2021-03-04T18:56:27.778" v="6322" actId="478"/>
          <ac:spMkLst>
            <pc:docMk/>
            <pc:sldMk cId="3717487606" sldId="2076137466"/>
            <ac:spMk id="2" creationId="{2823E87D-8558-4B0A-B3BA-14A2CF4BD4BE}"/>
          </ac:spMkLst>
        </pc:spChg>
        <pc:spChg chg="mod">
          <ac:chgData name="Amilcar Jose Rodriguez Barrios" userId="efa7753a-59bf-44f0-ad53-c3388f48cff0" providerId="ADAL" clId="{ECC100FD-023F-4E10-9A7E-BC0C9D78DF98}" dt="2021-03-04T18:56:49.511" v="6355"/>
          <ac:spMkLst>
            <pc:docMk/>
            <pc:sldMk cId="3717487606" sldId="2076137466"/>
            <ac:spMk id="5" creationId="{248639A2-3C19-405C-95A2-B68EF46BE519}"/>
          </ac:spMkLst>
        </pc:spChg>
        <pc:spChg chg="mod">
          <ac:chgData name="Amilcar Jose Rodriguez Barrios" userId="efa7753a-59bf-44f0-ad53-c3388f48cff0" providerId="ADAL" clId="{ECC100FD-023F-4E10-9A7E-BC0C9D78DF98}" dt="2021-03-04T18:56:49.511" v="6355"/>
          <ac:spMkLst>
            <pc:docMk/>
            <pc:sldMk cId="3717487606" sldId="2076137466"/>
            <ac:spMk id="7" creationId="{06F83181-57CC-4943-B964-7A6E924D298D}"/>
          </ac:spMkLst>
        </pc:spChg>
        <pc:spChg chg="mod">
          <ac:chgData name="Amilcar Jose Rodriguez Barrios" userId="efa7753a-59bf-44f0-ad53-c3388f48cff0" providerId="ADAL" clId="{ECC100FD-023F-4E10-9A7E-BC0C9D78DF98}" dt="2021-03-04T18:56:49.511" v="6355"/>
          <ac:spMkLst>
            <pc:docMk/>
            <pc:sldMk cId="3717487606" sldId="2076137466"/>
            <ac:spMk id="10" creationId="{9156C556-511E-4566-A48F-B133BDBB1424}"/>
          </ac:spMkLst>
        </pc:spChg>
        <pc:spChg chg="mod">
          <ac:chgData name="Amilcar Jose Rodriguez Barrios" userId="efa7753a-59bf-44f0-ad53-c3388f48cff0" providerId="ADAL" clId="{ECC100FD-023F-4E10-9A7E-BC0C9D78DF98}" dt="2021-03-04T18:56:49.511" v="6355"/>
          <ac:spMkLst>
            <pc:docMk/>
            <pc:sldMk cId="3717487606" sldId="2076137466"/>
            <ac:spMk id="11" creationId="{40B642D0-162B-4073-A62D-ECC48E557B0E}"/>
          </ac:spMkLst>
        </pc:spChg>
        <pc:spChg chg="add mod">
          <ac:chgData name="Amilcar Jose Rodriguez Barrios" userId="efa7753a-59bf-44f0-ad53-c3388f48cff0" providerId="ADAL" clId="{ECC100FD-023F-4E10-9A7E-BC0C9D78DF98}" dt="2021-03-04T18:57:11.510" v="6369" actId="1076"/>
          <ac:spMkLst>
            <pc:docMk/>
            <pc:sldMk cId="3717487606" sldId="2076137466"/>
            <ac:spMk id="12" creationId="{0162561E-7CA9-4352-ADF8-B1F9C13E038C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3" creationId="{42E76039-BB96-417D-9465-87B9A8647EC9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4" creationId="{59F01588-31D0-4AB9-878C-08CE67735DC9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5" creationId="{3930416C-7E7C-4CBC-A6D9-80DFDACC53D0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6" creationId="{3F2351E9-5BB6-49EA-B28A-F01C8D1BCC23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7" creationId="{7E460767-84E9-4231-9CF6-01E46641E74C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18" creationId="{20E8C0BF-3448-4CA0-B30C-B13D32CD200D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19" creationId="{B03AA8DD-BA8F-4175-9F4C-580F246CF890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0" creationId="{9819E3B7-A2E8-42D4-82B9-3A1740DDB4C7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1" creationId="{BFC03CE8-766F-4AA5-961A-BA0CC434EB2A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22" creationId="{EF0DA821-FE10-404A-876C-BCA21FDCB194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3" creationId="{DAF25B5F-F1AD-4236-A810-5EF2478C93D3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24" creationId="{CD7A5929-7F11-4D60-B299-0681FBE2D462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5" creationId="{E5CF1C0E-2935-4D88-BDD5-B275A594E883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26" creationId="{C787F9FF-8026-407C-9C48-DBE59E7BD9F8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7" creationId="{4479AE7D-6627-4B04-9847-AD3D2F6F8F0B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8" creationId="{BEEE1BBC-A221-4726-B624-EEA98FEBE50A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9" creationId="{30E69219-DFB7-457F-86BA-5DBE040624C2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30" creationId="{B62CAAFB-909A-430E-B71F-60CEE304DF7F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31" creationId="{D0C1EBC7-C565-4D9B-8A52-47E6DF0AB5C8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32" creationId="{E63DF199-4EAD-4018-8493-F02820A37E35}"/>
          </ac:spMkLst>
        </pc:spChg>
        <pc:grpChg chg="add mod">
          <ac:chgData name="Amilcar Jose Rodriguez Barrios" userId="efa7753a-59bf-44f0-ad53-c3388f48cff0" providerId="ADAL" clId="{ECC100FD-023F-4E10-9A7E-BC0C9D78DF98}" dt="2021-03-04T18:56:49.511" v="6355"/>
          <ac:grpSpMkLst>
            <pc:docMk/>
            <pc:sldMk cId="3717487606" sldId="2076137466"/>
            <ac:grpSpMk id="3" creationId="{9E59667F-769E-493D-A9DF-9FF081CA9977}"/>
          </ac:grpSpMkLst>
        </pc:grpChg>
        <pc:grpChg chg="add mod">
          <ac:chgData name="Amilcar Jose Rodriguez Barrios" userId="efa7753a-59bf-44f0-ad53-c3388f48cff0" providerId="ADAL" clId="{ECC100FD-023F-4E10-9A7E-BC0C9D78DF98}" dt="2021-03-04T18:56:49.511" v="6355"/>
          <ac:grpSpMkLst>
            <pc:docMk/>
            <pc:sldMk cId="3717487606" sldId="2076137466"/>
            <ac:grpSpMk id="6" creationId="{20C0F753-CA40-4CB8-B5BA-BFF3C7485EE4}"/>
          </ac:grpSpMkLst>
        </pc:grpChg>
        <pc:grpChg chg="add mod">
          <ac:chgData name="Amilcar Jose Rodriguez Barrios" userId="efa7753a-59bf-44f0-ad53-c3388f48cff0" providerId="ADAL" clId="{ECC100FD-023F-4E10-9A7E-BC0C9D78DF98}" dt="2021-03-04T18:56:49.511" v="6355"/>
          <ac:grpSpMkLst>
            <pc:docMk/>
            <pc:sldMk cId="3717487606" sldId="2076137466"/>
            <ac:grpSpMk id="9" creationId="{D04679F7-75B0-4340-AE3E-014B5EEBDFF6}"/>
          </ac:grpSpMkLst>
        </pc:grpChg>
        <pc:picChg chg="mod">
          <ac:chgData name="Amilcar Jose Rodriguez Barrios" userId="efa7753a-59bf-44f0-ad53-c3388f48cff0" providerId="ADAL" clId="{ECC100FD-023F-4E10-9A7E-BC0C9D78DF98}" dt="2021-03-04T18:56:49.511" v="6355"/>
          <ac:picMkLst>
            <pc:docMk/>
            <pc:sldMk cId="3717487606" sldId="2076137466"/>
            <ac:picMk id="8" creationId="{DC1A2E47-FA88-4B9B-891B-45C91D888A2C}"/>
          </ac:picMkLst>
        </pc:picChg>
        <pc:cxnChg chg="mod">
          <ac:chgData name="Amilcar Jose Rodriguez Barrios" userId="efa7753a-59bf-44f0-ad53-c3388f48cff0" providerId="ADAL" clId="{ECC100FD-023F-4E10-9A7E-BC0C9D78DF98}" dt="2021-03-04T18:56:49.511" v="6355"/>
          <ac:cxnSpMkLst>
            <pc:docMk/>
            <pc:sldMk cId="3717487606" sldId="2076137466"/>
            <ac:cxnSpMk id="4" creationId="{7E533193-F96A-4819-BDA5-FABEE28FBDCC}"/>
          </ac:cxnSpMkLst>
        </pc:cxnChg>
      </pc:sldChg>
      <pc:sldChg chg="addSp modSp add mod modAnim">
        <pc:chgData name="Amilcar Jose Rodriguez Barrios" userId="efa7753a-59bf-44f0-ad53-c3388f48cff0" providerId="ADAL" clId="{ECC100FD-023F-4E10-9A7E-BC0C9D78DF98}" dt="2021-03-04T18:58:55.399" v="6425" actId="1076"/>
        <pc:sldMkLst>
          <pc:docMk/>
          <pc:sldMk cId="3189691043" sldId="2076137467"/>
        </pc:sldMkLst>
        <pc:spChg chg="add mod">
          <ac:chgData name="Amilcar Jose Rodriguez Barrios" userId="efa7753a-59bf-44f0-ad53-c3388f48cff0" providerId="ADAL" clId="{ECC100FD-023F-4E10-9A7E-BC0C9D78DF98}" dt="2021-03-04T18:58:46.412" v="6423" actId="1076"/>
          <ac:spMkLst>
            <pc:docMk/>
            <pc:sldMk cId="3189691043" sldId="2076137467"/>
            <ac:spMk id="12" creationId="{0AB084A0-5456-47F2-B4FD-4EAE849283FB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17" creationId="{219988EA-1D61-46A9-93F7-468D9DE7C416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20" creationId="{1A4C5636-B2DB-4A54-8D81-5FE78A7C8AEA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23" creationId="{5DFFA379-613D-4090-87BE-E9D2E0997712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26" creationId="{0B40DE08-1B4C-4F1F-9E0A-3315DCD2F3F5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27" creationId="{11D569AB-F467-4868-9AB0-992E17BB7FC6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28" creationId="{D308B0CC-F764-42A1-87BA-33341580C286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29" creationId="{E270DDBE-8D89-4177-ABA1-185EB08D01AB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0" creationId="{5F2BEC44-9724-42E1-B7DF-620896BE19B0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1" creationId="{B44380CA-2576-4529-90B7-56E7E4C27E7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2" creationId="{C7D07C73-7C89-4984-B2C5-0ACC4C5FB742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3" creationId="{A0F1CA40-9B0B-4EC4-BFEA-6D6C80451CC1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4" creationId="{7389BED1-1034-473D-AF17-D3ABE28BCA39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5" creationId="{AA4AB10C-C7CD-4D85-9F12-BFD0BA47A3EC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6" creationId="{A0732D6F-3951-4E41-8D9B-B28DCBC44FE7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7" creationId="{9F1BE63A-02A3-4A52-BC36-8D995F1FDB8C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8" creationId="{04785086-A09C-4954-9A14-D57CE012B0A7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9" creationId="{9D76B7F4-96BA-49A7-B72F-EFEBD45241FC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40" creationId="{A3A2BC6C-5FA4-43A1-8DE5-206C384F4F4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41" creationId="{8A06C155-D843-4D9D-A6BB-04E874C2479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42" creationId="{A65A97D0-15E6-46B6-A729-7F7A2DB1D096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45" creationId="{358CA723-899E-4CC5-8F95-C7FB26CED8A4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48" creationId="{85135705-775B-483B-9C69-21D221F59FD9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49" creationId="{D304AC58-2E2C-45EA-A0DA-DD21FBE42ECC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0" creationId="{C6E9A063-C63F-41A8-AD72-8249C77DF69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1" creationId="{0A28AF57-3882-40F4-A05D-D220119BA214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2" creationId="{F52CB211-5CF1-4798-920A-EA60BADA84E6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3" creationId="{1EF4B076-73A0-4368-8E31-A067BADE089A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4" creationId="{17B02C66-FA3C-4F72-B034-DE34F68FFE5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5" creationId="{BC301BF2-2CA9-4937-B661-18FCD4DDF373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6" creationId="{290BD037-F117-4E0B-902B-3F2BE547BD78}"/>
          </ac:spMkLst>
        </pc:s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15" creationId="{D8CF720F-B50D-4DFE-9BC4-EA735E057B3D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18" creationId="{FAB13A18-E04E-44D1-B2BE-6E121E64984A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21" creationId="{CE8CF7CC-133B-47FD-ACB4-AFEB7AA7DD0A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24" creationId="{D95BFAF9-35F6-455C-9563-9B91A24B62F2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43" creationId="{CD614016-A4CA-4AF9-B65C-3E71574A33CF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46" creationId="{C4F18D6C-B320-4839-BACA-B1666519CB4B}"/>
          </ac:grpSpMkLst>
        </pc:grpChg>
        <pc:cxnChg chg="add mod">
          <ac:chgData name="Amilcar Jose Rodriguez Barrios" userId="efa7753a-59bf-44f0-ad53-c3388f48cff0" providerId="ADAL" clId="{ECC100FD-023F-4E10-9A7E-BC0C9D78DF98}" dt="2021-03-04T18:58:55.399" v="6425" actId="1076"/>
          <ac:cxnSpMkLst>
            <pc:docMk/>
            <pc:sldMk cId="3189691043" sldId="2076137467"/>
            <ac:cxnSpMk id="13" creationId="{BA3D9920-686A-45E9-85C0-F830DF87A334}"/>
          </ac:cxnSpMkLst>
        </pc:cxnChg>
        <pc:cxnChg chg="add mod">
          <ac:chgData name="Amilcar Jose Rodriguez Barrios" userId="efa7753a-59bf-44f0-ad53-c3388f48cff0" providerId="ADAL" clId="{ECC100FD-023F-4E10-9A7E-BC0C9D78DF98}" dt="2021-03-04T18:58:55.399" v="6425" actId="1076"/>
          <ac:cxnSpMkLst>
            <pc:docMk/>
            <pc:sldMk cId="3189691043" sldId="2076137467"/>
            <ac:cxnSpMk id="14" creationId="{61DD858A-41E5-4781-ABEB-A1800372E60C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16" creationId="{06679211-B72A-49BC-BC38-66BE0F147581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19" creationId="{B5A4729A-E0EB-4002-8091-B3BEAB11F897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22" creationId="{9CFD0DC2-8B48-4137-B861-98D08D2E549E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25" creationId="{D7882227-A8BA-4F16-8449-7C904D9484A2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44" creationId="{CF960CD1-88F9-44BD-8017-D44DC0DE40A8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47" creationId="{47FD7015-0354-4500-B5B2-D4BF4CBF2365}"/>
          </ac:cxnSpMkLst>
        </pc:cxnChg>
      </pc:sldChg>
      <pc:sldChg chg="addSp modSp add mod modAnim">
        <pc:chgData name="Amilcar Jose Rodriguez Barrios" userId="efa7753a-59bf-44f0-ad53-c3388f48cff0" providerId="ADAL" clId="{ECC100FD-023F-4E10-9A7E-BC0C9D78DF98}" dt="2021-03-04T19:00:03.656" v="6442" actId="1076"/>
        <pc:sldMkLst>
          <pc:docMk/>
          <pc:sldMk cId="2201872277" sldId="2076137468"/>
        </pc:sldMkLst>
        <pc:spChg chg="add mod">
          <ac:chgData name="Amilcar Jose Rodriguez Barrios" userId="efa7753a-59bf-44f0-ad53-c3388f48cff0" providerId="ADAL" clId="{ECC100FD-023F-4E10-9A7E-BC0C9D78DF98}" dt="2021-03-04T19:00:03.656" v="6442" actId="1076"/>
          <ac:spMkLst>
            <pc:docMk/>
            <pc:sldMk cId="2201872277" sldId="2076137468"/>
            <ac:spMk id="12" creationId="{A3D87D0F-5FDC-4975-B9AC-031196DE838B}"/>
          </ac:spMkLst>
        </pc:spChg>
        <pc:spChg chg="add mod">
          <ac:chgData name="Amilcar Jose Rodriguez Barrios" userId="efa7753a-59bf-44f0-ad53-c3388f48cff0" providerId="ADAL" clId="{ECC100FD-023F-4E10-9A7E-BC0C9D78DF98}" dt="2021-03-04T18:59:57.323" v="6440" actId="1076"/>
          <ac:spMkLst>
            <pc:docMk/>
            <pc:sldMk cId="2201872277" sldId="2076137468"/>
            <ac:spMk id="14" creationId="{D3A587FC-5E34-4387-A063-B396FEAC8A27}"/>
          </ac:spMkLst>
        </pc:spChg>
        <pc:spChg chg="mod">
          <ac:chgData name="Amilcar Jose Rodriguez Barrios" userId="efa7753a-59bf-44f0-ad53-c3388f48cff0" providerId="ADAL" clId="{ECC100FD-023F-4E10-9A7E-BC0C9D78DF98}" dt="2021-03-04T18:59:40.818" v="6438"/>
          <ac:spMkLst>
            <pc:docMk/>
            <pc:sldMk cId="2201872277" sldId="2076137468"/>
            <ac:spMk id="16" creationId="{AAD73E13-3710-482E-8ADE-5EC2A4D9B8A4}"/>
          </ac:spMkLst>
        </pc:spChg>
        <pc:spChg chg="mod">
          <ac:chgData name="Amilcar Jose Rodriguez Barrios" userId="efa7753a-59bf-44f0-ad53-c3388f48cff0" providerId="ADAL" clId="{ECC100FD-023F-4E10-9A7E-BC0C9D78DF98}" dt="2021-03-04T18:59:40.818" v="6438"/>
          <ac:spMkLst>
            <pc:docMk/>
            <pc:sldMk cId="2201872277" sldId="2076137468"/>
            <ac:spMk id="17" creationId="{8E44EC75-8802-4D7C-A539-8AF1172CCFCB}"/>
          </ac:spMkLst>
        </pc:spChg>
        <pc:spChg chg="add mod">
          <ac:chgData name="Amilcar Jose Rodriguez Barrios" userId="efa7753a-59bf-44f0-ad53-c3388f48cff0" providerId="ADAL" clId="{ECC100FD-023F-4E10-9A7E-BC0C9D78DF98}" dt="2021-03-04T18:59:57.323" v="6440" actId="1076"/>
          <ac:spMkLst>
            <pc:docMk/>
            <pc:sldMk cId="2201872277" sldId="2076137468"/>
            <ac:spMk id="18" creationId="{FA533E22-1E44-4D17-8097-DE3248552119}"/>
          </ac:spMkLst>
        </pc:spChg>
        <pc:grpChg chg="add mod">
          <ac:chgData name="Amilcar Jose Rodriguez Barrios" userId="efa7753a-59bf-44f0-ad53-c3388f48cff0" providerId="ADAL" clId="{ECC100FD-023F-4E10-9A7E-BC0C9D78DF98}" dt="2021-03-04T18:59:57.323" v="6440" actId="1076"/>
          <ac:grpSpMkLst>
            <pc:docMk/>
            <pc:sldMk cId="2201872277" sldId="2076137468"/>
            <ac:grpSpMk id="15" creationId="{13CDCBE6-F1AD-49CF-BD35-661EEB6FB261}"/>
          </ac:grpSpMkLst>
        </pc:grpChg>
        <pc:picChg chg="add mod">
          <ac:chgData name="Amilcar Jose Rodriguez Barrios" userId="efa7753a-59bf-44f0-ad53-c3388f48cff0" providerId="ADAL" clId="{ECC100FD-023F-4E10-9A7E-BC0C9D78DF98}" dt="2021-03-04T18:59:57.323" v="6440" actId="1076"/>
          <ac:picMkLst>
            <pc:docMk/>
            <pc:sldMk cId="2201872277" sldId="2076137468"/>
            <ac:picMk id="13" creationId="{ED51B548-26DF-458A-82A5-7DBEEC474F42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4T19:00:43.330" v="6449" actId="14100"/>
        <pc:sldMkLst>
          <pc:docMk/>
          <pc:sldMk cId="3421609753" sldId="2076137469"/>
        </pc:sldMkLst>
        <pc:spChg chg="add mod">
          <ac:chgData name="Amilcar Jose Rodriguez Barrios" userId="efa7753a-59bf-44f0-ad53-c3388f48cff0" providerId="ADAL" clId="{ECC100FD-023F-4E10-9A7E-BC0C9D78DF98}" dt="2021-03-04T19:00:35.835" v="6446" actId="1076"/>
          <ac:spMkLst>
            <pc:docMk/>
            <pc:sldMk cId="3421609753" sldId="2076137469"/>
            <ac:spMk id="12" creationId="{86F1B78A-08A9-472B-AF8B-EF460811DF00}"/>
          </ac:spMkLst>
        </pc:spChg>
        <pc:spChg chg="mod">
          <ac:chgData name="Amilcar Jose Rodriguez Barrios" userId="efa7753a-59bf-44f0-ad53-c3388f48cff0" providerId="ADAL" clId="{ECC100FD-023F-4E10-9A7E-BC0C9D78DF98}" dt="2021-03-04T19:00:24.993" v="6443"/>
          <ac:spMkLst>
            <pc:docMk/>
            <pc:sldMk cId="3421609753" sldId="2076137469"/>
            <ac:spMk id="14" creationId="{29BAD106-C2BE-47F8-8DDB-086659F95679}"/>
          </ac:spMkLst>
        </pc:spChg>
        <pc:spChg chg="mod">
          <ac:chgData name="Amilcar Jose Rodriguez Barrios" userId="efa7753a-59bf-44f0-ad53-c3388f48cff0" providerId="ADAL" clId="{ECC100FD-023F-4E10-9A7E-BC0C9D78DF98}" dt="2021-03-04T19:00:41.516" v="6448" actId="14100"/>
          <ac:spMkLst>
            <pc:docMk/>
            <pc:sldMk cId="3421609753" sldId="2076137469"/>
            <ac:spMk id="17" creationId="{45F9E24C-7996-4102-8F09-B55D2FCED481}"/>
          </ac:spMkLst>
        </pc:spChg>
        <pc:spChg chg="mod">
          <ac:chgData name="Amilcar Jose Rodriguez Barrios" userId="efa7753a-59bf-44f0-ad53-c3388f48cff0" providerId="ADAL" clId="{ECC100FD-023F-4E10-9A7E-BC0C9D78DF98}" dt="2021-03-04T19:00:43.330" v="6449" actId="14100"/>
          <ac:spMkLst>
            <pc:docMk/>
            <pc:sldMk cId="3421609753" sldId="2076137469"/>
            <ac:spMk id="20" creationId="{60EE7E01-6ED4-496B-A866-D5BACBD9AC68}"/>
          </ac:spMkLst>
        </pc:spChg>
        <pc:grpChg chg="add mod">
          <ac:chgData name="Amilcar Jose Rodriguez Barrios" userId="efa7753a-59bf-44f0-ad53-c3388f48cff0" providerId="ADAL" clId="{ECC100FD-023F-4E10-9A7E-BC0C9D78DF98}" dt="2021-03-04T19:00:38.793" v="6447" actId="14100"/>
          <ac:grpSpMkLst>
            <pc:docMk/>
            <pc:sldMk cId="3421609753" sldId="2076137469"/>
            <ac:grpSpMk id="13" creationId="{7AE1A8AA-2650-4EB4-99E3-FB985B7C7933}"/>
          </ac:grpSpMkLst>
        </pc:grpChg>
        <pc:grpChg chg="add mod">
          <ac:chgData name="Amilcar Jose Rodriguez Barrios" userId="efa7753a-59bf-44f0-ad53-c3388f48cff0" providerId="ADAL" clId="{ECC100FD-023F-4E10-9A7E-BC0C9D78DF98}" dt="2021-03-04T19:00:28.069" v="6444" actId="1076"/>
          <ac:grpSpMkLst>
            <pc:docMk/>
            <pc:sldMk cId="3421609753" sldId="2076137469"/>
            <ac:grpSpMk id="16" creationId="{157AEFC9-8413-4722-8B9E-4CF9D3C7C893}"/>
          </ac:grpSpMkLst>
        </pc:grpChg>
        <pc:grpChg chg="add mod">
          <ac:chgData name="Amilcar Jose Rodriguez Barrios" userId="efa7753a-59bf-44f0-ad53-c3388f48cff0" providerId="ADAL" clId="{ECC100FD-023F-4E10-9A7E-BC0C9D78DF98}" dt="2021-03-04T19:00:28.069" v="6444" actId="1076"/>
          <ac:grpSpMkLst>
            <pc:docMk/>
            <pc:sldMk cId="3421609753" sldId="2076137469"/>
            <ac:grpSpMk id="19" creationId="{E83346A9-5195-43F7-ACEF-24D53A522310}"/>
          </ac:grpSpMkLst>
        </pc:grpChg>
        <pc:cxnChg chg="mod">
          <ac:chgData name="Amilcar Jose Rodriguez Barrios" userId="efa7753a-59bf-44f0-ad53-c3388f48cff0" providerId="ADAL" clId="{ECC100FD-023F-4E10-9A7E-BC0C9D78DF98}" dt="2021-03-04T19:00:24.993" v="6443"/>
          <ac:cxnSpMkLst>
            <pc:docMk/>
            <pc:sldMk cId="3421609753" sldId="2076137469"/>
            <ac:cxnSpMk id="15" creationId="{9D77441E-7B76-4B86-93F8-F456B6E8A8AB}"/>
          </ac:cxnSpMkLst>
        </pc:cxnChg>
        <pc:cxnChg chg="mod">
          <ac:chgData name="Amilcar Jose Rodriguez Barrios" userId="efa7753a-59bf-44f0-ad53-c3388f48cff0" providerId="ADAL" clId="{ECC100FD-023F-4E10-9A7E-BC0C9D78DF98}" dt="2021-03-04T19:00:24.993" v="6443"/>
          <ac:cxnSpMkLst>
            <pc:docMk/>
            <pc:sldMk cId="3421609753" sldId="2076137469"/>
            <ac:cxnSpMk id="18" creationId="{AA476B83-F0BC-4724-8569-810D6CAB7743}"/>
          </ac:cxnSpMkLst>
        </pc:cxnChg>
        <pc:cxnChg chg="mod">
          <ac:chgData name="Amilcar Jose Rodriguez Barrios" userId="efa7753a-59bf-44f0-ad53-c3388f48cff0" providerId="ADAL" clId="{ECC100FD-023F-4E10-9A7E-BC0C9D78DF98}" dt="2021-03-04T19:00:24.993" v="6443"/>
          <ac:cxnSpMkLst>
            <pc:docMk/>
            <pc:sldMk cId="3421609753" sldId="2076137469"/>
            <ac:cxnSpMk id="21" creationId="{D9E4F381-E147-40E3-9224-A89DD00FD49D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3-04T19:06:34.659" v="6500" actId="20577"/>
        <pc:sldMkLst>
          <pc:docMk/>
          <pc:sldMk cId="2785628565" sldId="2076137470"/>
        </pc:sldMkLst>
        <pc:spChg chg="add mod">
          <ac:chgData name="Amilcar Jose Rodriguez Barrios" userId="efa7753a-59bf-44f0-ad53-c3388f48cff0" providerId="ADAL" clId="{ECC100FD-023F-4E10-9A7E-BC0C9D78DF98}" dt="2021-03-04T19:06:34.659" v="6500" actId="20577"/>
          <ac:spMkLst>
            <pc:docMk/>
            <pc:sldMk cId="2785628565" sldId="2076137470"/>
            <ac:spMk id="12" creationId="{F9783029-EDB0-4462-A081-1460494AC0A3}"/>
          </ac:spMkLst>
        </pc:spChg>
        <pc:spChg chg="add mod">
          <ac:chgData name="Amilcar Jose Rodriguez Barrios" userId="efa7753a-59bf-44f0-ad53-c3388f48cff0" providerId="ADAL" clId="{ECC100FD-023F-4E10-9A7E-BC0C9D78DF98}" dt="2021-03-04T19:04:17.405" v="6450"/>
          <ac:spMkLst>
            <pc:docMk/>
            <pc:sldMk cId="2785628565" sldId="2076137470"/>
            <ac:spMk id="13" creationId="{2C8C38CA-3F0A-48CB-B036-1454B36822D4}"/>
          </ac:spMkLst>
        </pc:spChg>
        <pc:spChg chg="add mod">
          <ac:chgData name="Amilcar Jose Rodriguez Barrios" userId="efa7753a-59bf-44f0-ad53-c3388f48cff0" providerId="ADAL" clId="{ECC100FD-023F-4E10-9A7E-BC0C9D78DF98}" dt="2021-03-04T19:04:17.405" v="6450"/>
          <ac:spMkLst>
            <pc:docMk/>
            <pc:sldMk cId="2785628565" sldId="2076137470"/>
            <ac:spMk id="14" creationId="{41CE3A05-BF40-436B-9BE4-AF0E86964155}"/>
          </ac:spMkLst>
        </pc:spChg>
        <pc:spChg chg="add mod">
          <ac:chgData name="Amilcar Jose Rodriguez Barrios" userId="efa7753a-59bf-44f0-ad53-c3388f48cff0" providerId="ADAL" clId="{ECC100FD-023F-4E10-9A7E-BC0C9D78DF98}" dt="2021-03-04T19:04:28.193" v="6467" actId="114"/>
          <ac:spMkLst>
            <pc:docMk/>
            <pc:sldMk cId="2785628565" sldId="2076137470"/>
            <ac:spMk id="15" creationId="{FF9E4142-DF1C-4346-89D8-9B16D46C2758}"/>
          </ac:spMkLst>
        </pc:spChg>
        <pc:spChg chg="add mod">
          <ac:chgData name="Amilcar Jose Rodriguez Barrios" userId="efa7753a-59bf-44f0-ad53-c3388f48cff0" providerId="ADAL" clId="{ECC100FD-023F-4E10-9A7E-BC0C9D78DF98}" dt="2021-03-04T19:04:38.984" v="6468"/>
          <ac:spMkLst>
            <pc:docMk/>
            <pc:sldMk cId="2785628565" sldId="2076137470"/>
            <ac:spMk id="16" creationId="{501D97A8-2C0A-4009-8508-B54549EF9F24}"/>
          </ac:spMkLst>
        </pc:spChg>
      </pc:sldChg>
      <pc:sldChg chg="addSp modSp add mod modAnim">
        <pc:chgData name="Amilcar Jose Rodriguez Barrios" userId="efa7753a-59bf-44f0-ad53-c3388f48cff0" providerId="ADAL" clId="{ECC100FD-023F-4E10-9A7E-BC0C9D78DF98}" dt="2021-03-04T19:09:02.091" v="6582" actId="1076"/>
        <pc:sldMkLst>
          <pc:docMk/>
          <pc:sldMk cId="3792056537" sldId="2076137471"/>
        </pc:sldMkLst>
        <pc:spChg chg="add mod">
          <ac:chgData name="Amilcar Jose Rodriguez Barrios" userId="efa7753a-59bf-44f0-ad53-c3388f48cff0" providerId="ADAL" clId="{ECC100FD-023F-4E10-9A7E-BC0C9D78DF98}" dt="2021-03-04T19:09:02.091" v="6582" actId="1076"/>
          <ac:spMkLst>
            <pc:docMk/>
            <pc:sldMk cId="3792056537" sldId="2076137471"/>
            <ac:spMk id="12" creationId="{20B90202-C316-46E0-A96B-874F84A613B5}"/>
          </ac:spMkLst>
        </pc:spChg>
        <pc:spChg chg="add mod">
          <ac:chgData name="Amilcar Jose Rodriguez Barrios" userId="efa7753a-59bf-44f0-ad53-c3388f48cff0" providerId="ADAL" clId="{ECC100FD-023F-4E10-9A7E-BC0C9D78DF98}" dt="2021-03-04T19:08:59.289" v="6581" actId="1036"/>
          <ac:spMkLst>
            <pc:docMk/>
            <pc:sldMk cId="3792056537" sldId="2076137471"/>
            <ac:spMk id="14" creationId="{7CC8D9F3-F553-41C0-BB51-6F896E255436}"/>
          </ac:spMkLst>
        </pc:spChg>
        <pc:spChg chg="mod">
          <ac:chgData name="Amilcar Jose Rodriguez Barrios" userId="efa7753a-59bf-44f0-ad53-c3388f48cff0" providerId="ADAL" clId="{ECC100FD-023F-4E10-9A7E-BC0C9D78DF98}" dt="2021-03-04T19:05:20.404" v="6489"/>
          <ac:spMkLst>
            <pc:docMk/>
            <pc:sldMk cId="3792056537" sldId="2076137471"/>
            <ac:spMk id="16" creationId="{D2F5FB2D-22C5-454E-9A6C-3826753613AE}"/>
          </ac:spMkLst>
        </pc:spChg>
        <pc:spChg chg="mod">
          <ac:chgData name="Amilcar Jose Rodriguez Barrios" userId="efa7753a-59bf-44f0-ad53-c3388f48cff0" providerId="ADAL" clId="{ECC100FD-023F-4E10-9A7E-BC0C9D78DF98}" dt="2021-03-04T19:05:20.404" v="6489"/>
          <ac:spMkLst>
            <pc:docMk/>
            <pc:sldMk cId="3792056537" sldId="2076137471"/>
            <ac:spMk id="17" creationId="{9E0423DF-30C5-4790-A1D0-1F247A1BD391}"/>
          </ac:spMkLst>
        </pc:spChg>
        <pc:spChg chg="add mod">
          <ac:chgData name="Amilcar Jose Rodriguez Barrios" userId="efa7753a-59bf-44f0-ad53-c3388f48cff0" providerId="ADAL" clId="{ECC100FD-023F-4E10-9A7E-BC0C9D78DF98}" dt="2021-03-04T19:08:59.289" v="6581" actId="1036"/>
          <ac:spMkLst>
            <pc:docMk/>
            <pc:sldMk cId="3792056537" sldId="2076137471"/>
            <ac:spMk id="18" creationId="{BBCFA18A-A1E4-466A-9E2B-3061B6176A2A}"/>
          </ac:spMkLst>
        </pc:spChg>
        <pc:grpChg chg="add mod">
          <ac:chgData name="Amilcar Jose Rodriguez Barrios" userId="efa7753a-59bf-44f0-ad53-c3388f48cff0" providerId="ADAL" clId="{ECC100FD-023F-4E10-9A7E-BC0C9D78DF98}" dt="2021-03-04T19:08:59.289" v="6581" actId="1036"/>
          <ac:grpSpMkLst>
            <pc:docMk/>
            <pc:sldMk cId="3792056537" sldId="2076137471"/>
            <ac:grpSpMk id="15" creationId="{D4B8B366-0B0A-498A-A872-9029F60547B2}"/>
          </ac:grpSpMkLst>
        </pc:grpChg>
        <pc:picChg chg="add mod">
          <ac:chgData name="Amilcar Jose Rodriguez Barrios" userId="efa7753a-59bf-44f0-ad53-c3388f48cff0" providerId="ADAL" clId="{ECC100FD-023F-4E10-9A7E-BC0C9D78DF98}" dt="2021-03-04T19:08:59.289" v="6581" actId="1036"/>
          <ac:picMkLst>
            <pc:docMk/>
            <pc:sldMk cId="3792056537" sldId="2076137471"/>
            <ac:picMk id="13" creationId="{85C349B2-8197-4160-9087-9E6495A7493F}"/>
          </ac:picMkLst>
        </pc:picChg>
      </pc:sldChg>
      <pc:sldChg chg="addSp delSp modSp add mod">
        <pc:chgData name="Amilcar Jose Rodriguez Barrios" userId="efa7753a-59bf-44f0-ad53-c3388f48cff0" providerId="ADAL" clId="{ECC100FD-023F-4E10-9A7E-BC0C9D78DF98}" dt="2021-03-04T19:07:26.530" v="6523"/>
        <pc:sldMkLst>
          <pc:docMk/>
          <pc:sldMk cId="1069175632" sldId="2076137472"/>
        </pc:sldMkLst>
        <pc:spChg chg="add mod">
          <ac:chgData name="Amilcar Jose Rodriguez Barrios" userId="efa7753a-59bf-44f0-ad53-c3388f48cff0" providerId="ADAL" clId="{ECC100FD-023F-4E10-9A7E-BC0C9D78DF98}" dt="2021-03-04T19:06:40.580" v="6503" actId="20577"/>
          <ac:spMkLst>
            <pc:docMk/>
            <pc:sldMk cId="1069175632" sldId="2076137472"/>
            <ac:spMk id="12" creationId="{F5872AF8-752D-4676-9459-FE649B8CD871}"/>
          </ac:spMkLst>
        </pc:spChg>
        <pc:spChg chg="add mod">
          <ac:chgData name="Amilcar Jose Rodriguez Barrios" userId="efa7753a-59bf-44f0-ad53-c3388f48cff0" providerId="ADAL" clId="{ECC100FD-023F-4E10-9A7E-BC0C9D78DF98}" dt="2021-03-04T19:06:38.189" v="6501"/>
          <ac:spMkLst>
            <pc:docMk/>
            <pc:sldMk cId="1069175632" sldId="2076137472"/>
            <ac:spMk id="13" creationId="{EE428C80-BDB4-402A-9AAF-A8909BDB39AC}"/>
          </ac:spMkLst>
        </pc:spChg>
        <pc:spChg chg="add mod">
          <ac:chgData name="Amilcar Jose Rodriguez Barrios" userId="efa7753a-59bf-44f0-ad53-c3388f48cff0" providerId="ADAL" clId="{ECC100FD-023F-4E10-9A7E-BC0C9D78DF98}" dt="2021-03-04T19:06:38.189" v="6501"/>
          <ac:spMkLst>
            <pc:docMk/>
            <pc:sldMk cId="1069175632" sldId="2076137472"/>
            <ac:spMk id="14" creationId="{EFD0344B-3E7F-44E1-B693-AFAD16594BD1}"/>
          </ac:spMkLst>
        </pc:spChg>
        <pc:spChg chg="add mod">
          <ac:chgData name="Amilcar Jose Rodriguez Barrios" userId="efa7753a-59bf-44f0-ad53-c3388f48cff0" providerId="ADAL" clId="{ECC100FD-023F-4E10-9A7E-BC0C9D78DF98}" dt="2021-03-04T19:07:02.930" v="6514" actId="20577"/>
          <ac:spMkLst>
            <pc:docMk/>
            <pc:sldMk cId="1069175632" sldId="2076137472"/>
            <ac:spMk id="15" creationId="{7644E663-497C-4A27-924A-C3A23CFD02CB}"/>
          </ac:spMkLst>
        </pc:spChg>
        <pc:spChg chg="add del mod">
          <ac:chgData name="Amilcar Jose Rodriguez Barrios" userId="efa7753a-59bf-44f0-ad53-c3388f48cff0" providerId="ADAL" clId="{ECC100FD-023F-4E10-9A7E-BC0C9D78DF98}" dt="2021-03-04T19:07:26.530" v="6523"/>
          <ac:spMkLst>
            <pc:docMk/>
            <pc:sldMk cId="1069175632" sldId="2076137472"/>
            <ac:spMk id="16" creationId="{0569FD1F-1742-41C3-9E42-DA546B606566}"/>
          </ac:spMkLst>
        </pc:spChg>
        <pc:spChg chg="add del mod">
          <ac:chgData name="Amilcar Jose Rodriguez Barrios" userId="efa7753a-59bf-44f0-ad53-c3388f48cff0" providerId="ADAL" clId="{ECC100FD-023F-4E10-9A7E-BC0C9D78DF98}" dt="2021-03-04T19:07:18.776" v="6520"/>
          <ac:spMkLst>
            <pc:docMk/>
            <pc:sldMk cId="1069175632" sldId="2076137472"/>
            <ac:spMk id="17" creationId="{685461C7-37AA-4263-8D7A-E2F3EB7DEB8E}"/>
          </ac:spMkLst>
        </pc:spChg>
        <pc:spChg chg="add del mod">
          <ac:chgData name="Amilcar Jose Rodriguez Barrios" userId="efa7753a-59bf-44f0-ad53-c3388f48cff0" providerId="ADAL" clId="{ECC100FD-023F-4E10-9A7E-BC0C9D78DF98}" dt="2021-03-04T19:07:21.207" v="6522"/>
          <ac:spMkLst>
            <pc:docMk/>
            <pc:sldMk cId="1069175632" sldId="2076137472"/>
            <ac:spMk id="18" creationId="{95E90341-71E8-4BBD-8271-935D88A1BF3A}"/>
          </ac:spMkLst>
        </pc:spChg>
      </pc:sldChg>
      <pc:sldChg chg="addSp modSp add mod modAnim">
        <pc:chgData name="Amilcar Jose Rodriguez Barrios" userId="efa7753a-59bf-44f0-ad53-c3388f48cff0" providerId="ADAL" clId="{ECC100FD-023F-4E10-9A7E-BC0C9D78DF98}" dt="2021-03-04T19:09:08.535" v="6584" actId="1076"/>
        <pc:sldMkLst>
          <pc:docMk/>
          <pc:sldMk cId="3035105665" sldId="2076137473"/>
        </pc:sldMkLst>
        <pc:spChg chg="add mod">
          <ac:chgData name="Amilcar Jose Rodriguez Barrios" userId="efa7753a-59bf-44f0-ad53-c3388f48cff0" providerId="ADAL" clId="{ECC100FD-023F-4E10-9A7E-BC0C9D78DF98}" dt="2021-03-04T19:09:08.535" v="6584" actId="1076"/>
          <ac:spMkLst>
            <pc:docMk/>
            <pc:sldMk cId="3035105665" sldId="2076137473"/>
            <ac:spMk id="12" creationId="{6AE8BD8C-C532-4DB8-BAA0-4E527D62FE15}"/>
          </ac:spMkLst>
        </pc:spChg>
        <pc:spChg chg="add mod">
          <ac:chgData name="Amilcar Jose Rodriguez Barrios" userId="efa7753a-59bf-44f0-ad53-c3388f48cff0" providerId="ADAL" clId="{ECC100FD-023F-4E10-9A7E-BC0C9D78DF98}" dt="2021-03-04T19:08:50.441" v="6568" actId="14100"/>
          <ac:spMkLst>
            <pc:docMk/>
            <pc:sldMk cId="3035105665" sldId="2076137473"/>
            <ac:spMk id="14" creationId="{18E6FADA-5C0F-4B13-ABED-87136CA70DDC}"/>
          </ac:spMkLst>
        </pc:spChg>
        <pc:spChg chg="mod">
          <ac:chgData name="Amilcar Jose Rodriguez Barrios" userId="efa7753a-59bf-44f0-ad53-c3388f48cff0" providerId="ADAL" clId="{ECC100FD-023F-4E10-9A7E-BC0C9D78DF98}" dt="2021-03-04T19:08:08.788" v="6553"/>
          <ac:spMkLst>
            <pc:docMk/>
            <pc:sldMk cId="3035105665" sldId="2076137473"/>
            <ac:spMk id="16" creationId="{28A66079-7014-4EEB-B799-733BBF059AD6}"/>
          </ac:spMkLst>
        </pc:spChg>
        <pc:spChg chg="mod">
          <ac:chgData name="Amilcar Jose Rodriguez Barrios" userId="efa7753a-59bf-44f0-ad53-c3388f48cff0" providerId="ADAL" clId="{ECC100FD-023F-4E10-9A7E-BC0C9D78DF98}" dt="2021-03-04T19:08:08.788" v="6553"/>
          <ac:spMkLst>
            <pc:docMk/>
            <pc:sldMk cId="3035105665" sldId="2076137473"/>
            <ac:spMk id="17" creationId="{F53B1917-5A71-4B33-8C6C-DB9257319386}"/>
          </ac:spMkLst>
        </pc:spChg>
        <pc:spChg chg="add mod">
          <ac:chgData name="Amilcar Jose Rodriguez Barrios" userId="efa7753a-59bf-44f0-ad53-c3388f48cff0" providerId="ADAL" clId="{ECC100FD-023F-4E10-9A7E-BC0C9D78DF98}" dt="2021-03-04T19:08:50.441" v="6568" actId="14100"/>
          <ac:spMkLst>
            <pc:docMk/>
            <pc:sldMk cId="3035105665" sldId="2076137473"/>
            <ac:spMk id="18" creationId="{6912A79D-A2D2-4C4E-9B60-F834A24851FF}"/>
          </ac:spMkLst>
        </pc:spChg>
        <pc:grpChg chg="add mod">
          <ac:chgData name="Amilcar Jose Rodriguez Barrios" userId="efa7753a-59bf-44f0-ad53-c3388f48cff0" providerId="ADAL" clId="{ECC100FD-023F-4E10-9A7E-BC0C9D78DF98}" dt="2021-03-04T19:08:50.441" v="6568" actId="14100"/>
          <ac:grpSpMkLst>
            <pc:docMk/>
            <pc:sldMk cId="3035105665" sldId="2076137473"/>
            <ac:grpSpMk id="15" creationId="{FB12377C-8349-4EB6-8EB8-326886086D39}"/>
          </ac:grpSpMkLst>
        </pc:grpChg>
        <pc:picChg chg="add mod">
          <ac:chgData name="Amilcar Jose Rodriguez Barrios" userId="efa7753a-59bf-44f0-ad53-c3388f48cff0" providerId="ADAL" clId="{ECC100FD-023F-4E10-9A7E-BC0C9D78DF98}" dt="2021-03-04T19:08:50.441" v="6568" actId="14100"/>
          <ac:picMkLst>
            <pc:docMk/>
            <pc:sldMk cId="3035105665" sldId="2076137473"/>
            <ac:picMk id="13" creationId="{B2DE3183-76F6-4761-9155-61E9D20B0B68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5T18:47:26.359" v="6694" actId="1035"/>
        <pc:sldMkLst>
          <pc:docMk/>
          <pc:sldMk cId="766191903" sldId="2076137474"/>
        </pc:sldMkLst>
        <pc:spChg chg="add mod">
          <ac:chgData name="Amilcar Jose Rodriguez Barrios" userId="efa7753a-59bf-44f0-ad53-c3388f48cff0" providerId="ADAL" clId="{ECC100FD-023F-4E10-9A7E-BC0C9D78DF98}" dt="2021-03-05T18:47:19.610" v="6684" actId="1076"/>
          <ac:spMkLst>
            <pc:docMk/>
            <pc:sldMk cId="766191903" sldId="2076137474"/>
            <ac:spMk id="12" creationId="{4563175D-8F2F-421E-A1F8-511EDFAA8DA9}"/>
          </ac:spMkLst>
        </pc:spChg>
        <pc:spChg chg="add mod">
          <ac:chgData name="Amilcar Jose Rodriguez Barrios" userId="efa7753a-59bf-44f0-ad53-c3388f48cff0" providerId="ADAL" clId="{ECC100FD-023F-4E10-9A7E-BC0C9D78DF98}" dt="2021-03-05T18:47:26.359" v="6694" actId="1035"/>
          <ac:spMkLst>
            <pc:docMk/>
            <pc:sldMk cId="766191903" sldId="2076137474"/>
            <ac:spMk id="14" creationId="{4E23328F-D08F-4526-81A5-D9D047D5D66F}"/>
          </ac:spMkLst>
        </pc:spChg>
        <pc:spChg chg="mod">
          <ac:chgData name="Amilcar Jose Rodriguez Barrios" userId="efa7753a-59bf-44f0-ad53-c3388f48cff0" providerId="ADAL" clId="{ECC100FD-023F-4E10-9A7E-BC0C9D78DF98}" dt="2021-03-05T18:46:58.989" v="6619"/>
          <ac:spMkLst>
            <pc:docMk/>
            <pc:sldMk cId="766191903" sldId="2076137474"/>
            <ac:spMk id="16" creationId="{8AD201C7-E8EE-4214-ABED-6FAAAF546E97}"/>
          </ac:spMkLst>
        </pc:spChg>
        <pc:spChg chg="mod">
          <ac:chgData name="Amilcar Jose Rodriguez Barrios" userId="efa7753a-59bf-44f0-ad53-c3388f48cff0" providerId="ADAL" clId="{ECC100FD-023F-4E10-9A7E-BC0C9D78DF98}" dt="2021-03-05T18:46:58.989" v="6619"/>
          <ac:spMkLst>
            <pc:docMk/>
            <pc:sldMk cId="766191903" sldId="2076137474"/>
            <ac:spMk id="17" creationId="{B05FE188-DF7F-44D6-B129-935B2FB0EFEC}"/>
          </ac:spMkLst>
        </pc:spChg>
        <pc:spChg chg="add mod">
          <ac:chgData name="Amilcar Jose Rodriguez Barrios" userId="efa7753a-59bf-44f0-ad53-c3388f48cff0" providerId="ADAL" clId="{ECC100FD-023F-4E10-9A7E-BC0C9D78DF98}" dt="2021-03-05T18:47:26.359" v="6694" actId="1035"/>
          <ac:spMkLst>
            <pc:docMk/>
            <pc:sldMk cId="766191903" sldId="2076137474"/>
            <ac:spMk id="18" creationId="{727297BD-7895-4CCB-A8C0-3B8C94D18947}"/>
          </ac:spMkLst>
        </pc:spChg>
        <pc:grpChg chg="add mod">
          <ac:chgData name="Amilcar Jose Rodriguez Barrios" userId="efa7753a-59bf-44f0-ad53-c3388f48cff0" providerId="ADAL" clId="{ECC100FD-023F-4E10-9A7E-BC0C9D78DF98}" dt="2021-03-05T18:47:26.359" v="6694" actId="1035"/>
          <ac:grpSpMkLst>
            <pc:docMk/>
            <pc:sldMk cId="766191903" sldId="2076137474"/>
            <ac:grpSpMk id="15" creationId="{EAA97374-0E46-47A1-94DC-FB0EEFF10FA3}"/>
          </ac:grpSpMkLst>
        </pc:grpChg>
        <pc:picChg chg="add mod">
          <ac:chgData name="Amilcar Jose Rodriguez Barrios" userId="efa7753a-59bf-44f0-ad53-c3388f48cff0" providerId="ADAL" clId="{ECC100FD-023F-4E10-9A7E-BC0C9D78DF98}" dt="2021-03-05T18:47:26.359" v="6694" actId="1035"/>
          <ac:picMkLst>
            <pc:docMk/>
            <pc:sldMk cId="766191903" sldId="2076137474"/>
            <ac:picMk id="13" creationId="{77277068-141C-4B2F-884E-6E56D1D8E57C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5T18:51:17.080" v="6759" actId="1038"/>
        <pc:sldMkLst>
          <pc:docMk/>
          <pc:sldMk cId="302805415" sldId="2076137475"/>
        </pc:sldMkLst>
        <pc:spChg chg="add mod">
          <ac:chgData name="Amilcar Jose Rodriguez Barrios" userId="efa7753a-59bf-44f0-ad53-c3388f48cff0" providerId="ADAL" clId="{ECC100FD-023F-4E10-9A7E-BC0C9D78DF98}" dt="2021-03-05T18:51:01.960" v="6736" actId="1076"/>
          <ac:spMkLst>
            <pc:docMk/>
            <pc:sldMk cId="302805415" sldId="2076137475"/>
            <ac:spMk id="12" creationId="{A74230A8-CDE3-4D7A-AD83-B336567F7A0C}"/>
          </ac:spMkLst>
        </pc:spChg>
        <pc:spChg chg="mod">
          <ac:chgData name="Amilcar Jose Rodriguez Barrios" userId="efa7753a-59bf-44f0-ad53-c3388f48cff0" providerId="ADAL" clId="{ECC100FD-023F-4E10-9A7E-BC0C9D78DF98}" dt="2021-03-05T18:51:11.368" v="6740" actId="1076"/>
          <ac:spMkLst>
            <pc:docMk/>
            <pc:sldMk cId="302805415" sldId="2076137475"/>
            <ac:spMk id="14" creationId="{846E48C6-B11A-4032-8CC8-1233E232814D}"/>
          </ac:spMkLst>
        </pc:spChg>
        <pc:spChg chg="mod">
          <ac:chgData name="Amilcar Jose Rodriguez Barrios" userId="efa7753a-59bf-44f0-ad53-c3388f48cff0" providerId="ADAL" clId="{ECC100FD-023F-4E10-9A7E-BC0C9D78DF98}" dt="2021-03-05T18:50:52.220" v="6695"/>
          <ac:spMkLst>
            <pc:docMk/>
            <pc:sldMk cId="302805415" sldId="2076137475"/>
            <ac:spMk id="17" creationId="{23677747-F38B-4ECF-A57A-260636C422F3}"/>
          </ac:spMkLst>
        </pc:spChg>
        <pc:spChg chg="add mod">
          <ac:chgData name="Amilcar Jose Rodriguez Barrios" userId="efa7753a-59bf-44f0-ad53-c3388f48cff0" providerId="ADAL" clId="{ECC100FD-023F-4E10-9A7E-BC0C9D78DF98}" dt="2021-03-05T18:51:08.474" v="6738" actId="1076"/>
          <ac:spMkLst>
            <pc:docMk/>
            <pc:sldMk cId="302805415" sldId="2076137475"/>
            <ac:spMk id="19" creationId="{CB3EA178-E417-4922-B387-C46E5EE78996}"/>
          </ac:spMkLst>
        </pc:spChg>
        <pc:grpChg chg="add mod">
          <ac:chgData name="Amilcar Jose Rodriguez Barrios" userId="efa7753a-59bf-44f0-ad53-c3388f48cff0" providerId="ADAL" clId="{ECC100FD-023F-4E10-9A7E-BC0C9D78DF98}" dt="2021-03-05T18:51:17.080" v="6759" actId="1038"/>
          <ac:grpSpMkLst>
            <pc:docMk/>
            <pc:sldMk cId="302805415" sldId="2076137475"/>
            <ac:grpSpMk id="13" creationId="{621C01A4-9572-445E-8BA4-5EB7F756345E}"/>
          </ac:grpSpMkLst>
        </pc:grpChg>
        <pc:grpChg chg="add mod">
          <ac:chgData name="Amilcar Jose Rodriguez Barrios" userId="efa7753a-59bf-44f0-ad53-c3388f48cff0" providerId="ADAL" clId="{ECC100FD-023F-4E10-9A7E-BC0C9D78DF98}" dt="2021-03-05T18:51:17.080" v="6759" actId="1038"/>
          <ac:grpSpMkLst>
            <pc:docMk/>
            <pc:sldMk cId="302805415" sldId="2076137475"/>
            <ac:grpSpMk id="16" creationId="{7152A166-06C4-46F1-9D6A-62C19486D942}"/>
          </ac:grpSpMkLst>
        </pc:grpChg>
        <pc:cxnChg chg="mod">
          <ac:chgData name="Amilcar Jose Rodriguez Barrios" userId="efa7753a-59bf-44f0-ad53-c3388f48cff0" providerId="ADAL" clId="{ECC100FD-023F-4E10-9A7E-BC0C9D78DF98}" dt="2021-03-05T18:50:52.220" v="6695"/>
          <ac:cxnSpMkLst>
            <pc:docMk/>
            <pc:sldMk cId="302805415" sldId="2076137475"/>
            <ac:cxnSpMk id="15" creationId="{7F48FD80-1D1F-44A9-BB97-1DD1BFF609BD}"/>
          </ac:cxnSpMkLst>
        </pc:cxnChg>
        <pc:cxnChg chg="mod">
          <ac:chgData name="Amilcar Jose Rodriguez Barrios" userId="efa7753a-59bf-44f0-ad53-c3388f48cff0" providerId="ADAL" clId="{ECC100FD-023F-4E10-9A7E-BC0C9D78DF98}" dt="2021-03-05T18:50:52.220" v="6695"/>
          <ac:cxnSpMkLst>
            <pc:docMk/>
            <pc:sldMk cId="302805415" sldId="2076137475"/>
            <ac:cxnSpMk id="18" creationId="{BA592AEA-DD0E-4729-8CF3-88808594A527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3-08T01:39:22.634" v="7457" actId="20577"/>
        <pc:sldMkLst>
          <pc:docMk/>
          <pc:sldMk cId="1240296185" sldId="2076137476"/>
        </pc:sldMkLst>
        <pc:spChg chg="add mod">
          <ac:chgData name="Amilcar Jose Rodriguez Barrios" userId="efa7753a-59bf-44f0-ad53-c3388f48cff0" providerId="ADAL" clId="{ECC100FD-023F-4E10-9A7E-BC0C9D78DF98}" dt="2021-03-08T01:39:22.634" v="7457" actId="20577"/>
          <ac:spMkLst>
            <pc:docMk/>
            <pc:sldMk cId="1240296185" sldId="2076137476"/>
            <ac:spMk id="12" creationId="{F5883657-C870-4140-92F0-3B38365E710F}"/>
          </ac:spMkLst>
        </pc:spChg>
        <pc:spChg chg="add mod">
          <ac:chgData name="Amilcar Jose Rodriguez Barrios" userId="efa7753a-59bf-44f0-ad53-c3388f48cff0" providerId="ADAL" clId="{ECC100FD-023F-4E10-9A7E-BC0C9D78DF98}" dt="2021-03-05T18:56:07.802" v="6760"/>
          <ac:spMkLst>
            <pc:docMk/>
            <pc:sldMk cId="1240296185" sldId="2076137476"/>
            <ac:spMk id="13" creationId="{AC74F117-FD2F-4360-851B-C03A1F8471F1}"/>
          </ac:spMkLst>
        </pc:spChg>
        <pc:spChg chg="add mod">
          <ac:chgData name="Amilcar Jose Rodriguez Barrios" userId="efa7753a-59bf-44f0-ad53-c3388f48cff0" providerId="ADAL" clId="{ECC100FD-023F-4E10-9A7E-BC0C9D78DF98}" dt="2021-03-05T18:56:07.802" v="6760"/>
          <ac:spMkLst>
            <pc:docMk/>
            <pc:sldMk cId="1240296185" sldId="2076137476"/>
            <ac:spMk id="14" creationId="{CB9D7D66-E221-4D49-9335-4CAF7C81B7C7}"/>
          </ac:spMkLst>
        </pc:spChg>
        <pc:spChg chg="add mod">
          <ac:chgData name="Amilcar Jose Rodriguez Barrios" userId="efa7753a-59bf-44f0-ad53-c3388f48cff0" providerId="ADAL" clId="{ECC100FD-023F-4E10-9A7E-BC0C9D78DF98}" dt="2021-03-05T18:56:21.290" v="6786" actId="20577"/>
          <ac:spMkLst>
            <pc:docMk/>
            <pc:sldMk cId="1240296185" sldId="2076137476"/>
            <ac:spMk id="15" creationId="{64065A64-32A9-4DD6-A7E0-D691829C6B7C}"/>
          </ac:spMkLst>
        </pc:spChg>
        <pc:spChg chg="add mod">
          <ac:chgData name="Amilcar Jose Rodriguez Barrios" userId="efa7753a-59bf-44f0-ad53-c3388f48cff0" providerId="ADAL" clId="{ECC100FD-023F-4E10-9A7E-BC0C9D78DF98}" dt="2021-03-05T18:56:27.326" v="6787"/>
          <ac:spMkLst>
            <pc:docMk/>
            <pc:sldMk cId="1240296185" sldId="2076137476"/>
            <ac:spMk id="16" creationId="{E13300D6-17A7-4A3D-8D09-0088441BEEC7}"/>
          </ac:spMkLst>
        </pc:spChg>
      </pc:sldChg>
      <pc:sldChg chg="add del">
        <pc:chgData name="Amilcar Jose Rodriguez Barrios" userId="efa7753a-59bf-44f0-ad53-c3388f48cff0" providerId="ADAL" clId="{ECC100FD-023F-4E10-9A7E-BC0C9D78DF98}" dt="2021-03-04T18:57:44.412" v="6372"/>
        <pc:sldMkLst>
          <pc:docMk/>
          <pc:sldMk cId="2928767429" sldId="2076137477"/>
        </pc:sldMkLst>
      </pc:sldChg>
      <pc:sldChg chg="modSp add mod">
        <pc:chgData name="Amilcar Jose Rodriguez Barrios" userId="efa7753a-59bf-44f0-ad53-c3388f48cff0" providerId="ADAL" clId="{ECC100FD-023F-4E10-9A7E-BC0C9D78DF98}" dt="2021-03-04T18:57:57.447" v="6404" actId="20577"/>
        <pc:sldMkLst>
          <pc:docMk/>
          <pc:sldMk cId="3539248466" sldId="2076137477"/>
        </pc:sldMkLst>
        <pc:spChg chg="mod">
          <ac:chgData name="Amilcar Jose Rodriguez Barrios" userId="efa7753a-59bf-44f0-ad53-c3388f48cff0" providerId="ADAL" clId="{ECC100FD-023F-4E10-9A7E-BC0C9D78DF98}" dt="2021-03-04T18:57:57.447" v="6404" actId="20577"/>
          <ac:spMkLst>
            <pc:docMk/>
            <pc:sldMk cId="3539248466" sldId="2076137477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4T18:59:32.408" v="6437" actId="20577"/>
        <pc:sldMkLst>
          <pc:docMk/>
          <pc:sldMk cId="209637279" sldId="2076137478"/>
        </pc:sldMkLst>
        <pc:spChg chg="mod">
          <ac:chgData name="Amilcar Jose Rodriguez Barrios" userId="efa7753a-59bf-44f0-ad53-c3388f48cff0" providerId="ADAL" clId="{ECC100FD-023F-4E10-9A7E-BC0C9D78DF98}" dt="2021-03-04T18:59:32.408" v="6437" actId="20577"/>
          <ac:spMkLst>
            <pc:docMk/>
            <pc:sldMk cId="209637279" sldId="2076137478"/>
            <ac:spMk id="9" creationId="{E7731D0A-BED0-4C7D-80D9-145621B03A73}"/>
          </ac:spMkLst>
        </pc:spChg>
      </pc:sldChg>
      <pc:sldChg chg="add del">
        <pc:chgData name="Amilcar Jose Rodriguez Barrios" userId="efa7753a-59bf-44f0-ad53-c3388f48cff0" providerId="ADAL" clId="{ECC100FD-023F-4E10-9A7E-BC0C9D78DF98}" dt="2021-03-04T18:59:26.476" v="6427"/>
        <pc:sldMkLst>
          <pc:docMk/>
          <pc:sldMk cId="3050307427" sldId="2076137478"/>
        </pc:sldMkLst>
      </pc:sldChg>
      <pc:sldChg chg="modSp add mod">
        <pc:chgData name="Amilcar Jose Rodriguez Barrios" userId="efa7753a-59bf-44f0-ad53-c3388f48cff0" providerId="ADAL" clId="{ECC100FD-023F-4E10-9A7E-BC0C9D78DF98}" dt="2021-03-04T19:05:10.393" v="6488" actId="20577"/>
        <pc:sldMkLst>
          <pc:docMk/>
          <pc:sldMk cId="1536757842" sldId="2076137479"/>
        </pc:sldMkLst>
        <pc:spChg chg="mod">
          <ac:chgData name="Amilcar Jose Rodriguez Barrios" userId="efa7753a-59bf-44f0-ad53-c3388f48cff0" providerId="ADAL" clId="{ECC100FD-023F-4E10-9A7E-BC0C9D78DF98}" dt="2021-03-04T19:05:10.393" v="6488" actId="20577"/>
          <ac:spMkLst>
            <pc:docMk/>
            <pc:sldMk cId="1536757842" sldId="2076137479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4T19:07:59.189" v="6552" actId="20577"/>
        <pc:sldMkLst>
          <pc:docMk/>
          <pc:sldMk cId="3156441431" sldId="2076137480"/>
        </pc:sldMkLst>
        <pc:spChg chg="mod">
          <ac:chgData name="Amilcar Jose Rodriguez Barrios" userId="efa7753a-59bf-44f0-ad53-c3388f48cff0" providerId="ADAL" clId="{ECC100FD-023F-4E10-9A7E-BC0C9D78DF98}" dt="2021-03-04T19:07:59.189" v="6552" actId="20577"/>
          <ac:spMkLst>
            <pc:docMk/>
            <pc:sldMk cId="3156441431" sldId="2076137480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5T18:46:36.563" v="6618" actId="1076"/>
        <pc:sldMkLst>
          <pc:docMk/>
          <pc:sldMk cId="1173715180" sldId="2076137481"/>
        </pc:sldMkLst>
        <pc:spChg chg="mod">
          <ac:chgData name="Amilcar Jose Rodriguez Barrios" userId="efa7753a-59bf-44f0-ad53-c3388f48cff0" providerId="ADAL" clId="{ECC100FD-023F-4E10-9A7E-BC0C9D78DF98}" dt="2021-03-05T18:46:32.317" v="6617" actId="1076"/>
          <ac:spMkLst>
            <pc:docMk/>
            <pc:sldMk cId="1173715180" sldId="2076137481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ECC100FD-023F-4E10-9A7E-BC0C9D78DF98}" dt="2021-03-05T18:46:36.563" v="6618" actId="1076"/>
          <ac:spMkLst>
            <pc:docMk/>
            <pc:sldMk cId="1173715180" sldId="2076137481"/>
            <ac:spMk id="9" creationId="{E7731D0A-BED0-4C7D-80D9-145621B03A73}"/>
          </ac:spMkLst>
        </pc:spChg>
      </pc:sldChg>
      <pc:sldChg chg="add">
        <pc:chgData name="Amilcar Jose Rodriguez Barrios" userId="efa7753a-59bf-44f0-ad53-c3388f48cff0" providerId="ADAL" clId="{ECC100FD-023F-4E10-9A7E-BC0C9D78DF98}" dt="2021-03-05T18:57:08.533" v="6788"/>
        <pc:sldMkLst>
          <pc:docMk/>
          <pc:sldMk cId="3184275858" sldId="2076137482"/>
        </pc:sldMkLst>
      </pc:sldChg>
      <pc:sldChg chg="addSp delSp modSp add mod delAnim modAnim modNotesTx">
        <pc:chgData name="Amilcar Jose Rodriguez Barrios" userId="efa7753a-59bf-44f0-ad53-c3388f48cff0" providerId="ADAL" clId="{ECC100FD-023F-4E10-9A7E-BC0C9D78DF98}" dt="2021-03-05T18:58:02.910" v="6839" actId="20577"/>
        <pc:sldMkLst>
          <pc:docMk/>
          <pc:sldMk cId="1701199369" sldId="2076137483"/>
        </pc:sldMkLst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2" creationId="{F5883657-C870-4140-92F0-3B38365E710F}"/>
          </ac:spMkLst>
        </pc:spChg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3" creationId="{AC74F117-FD2F-4360-851B-C03A1F8471F1}"/>
          </ac:spMkLst>
        </pc:spChg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4" creationId="{CB9D7D66-E221-4D49-9335-4CAF7C81B7C7}"/>
          </ac:spMkLst>
        </pc:spChg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5" creationId="{64065A64-32A9-4DD6-A7E0-D691829C6B7C}"/>
          </ac:spMkLst>
        </pc:spChg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6" creationId="{E13300D6-17A7-4A3D-8D09-0088441BEEC7}"/>
          </ac:spMkLst>
        </pc:spChg>
        <pc:spChg chg="add mod">
          <ac:chgData name="Amilcar Jose Rodriguez Barrios" userId="efa7753a-59bf-44f0-ad53-c3388f48cff0" providerId="ADAL" clId="{ECC100FD-023F-4E10-9A7E-BC0C9D78DF98}" dt="2021-03-05T18:57:30.869" v="6800" actId="1076"/>
          <ac:spMkLst>
            <pc:docMk/>
            <pc:sldMk cId="1701199369" sldId="2076137483"/>
            <ac:spMk id="17" creationId="{5D7CBF66-C777-4929-8F91-CAA4C8654E72}"/>
          </ac:spMkLst>
        </pc:spChg>
        <pc:spChg chg="add del mod">
          <ac:chgData name="Amilcar Jose Rodriguez Barrios" userId="efa7753a-59bf-44f0-ad53-c3388f48cff0" providerId="ADAL" clId="{ECC100FD-023F-4E10-9A7E-BC0C9D78DF98}" dt="2021-03-05T18:57:27.047" v="6797" actId="478"/>
          <ac:spMkLst>
            <pc:docMk/>
            <pc:sldMk cId="1701199369" sldId="2076137483"/>
            <ac:spMk id="18" creationId="{D1898898-5529-454E-BD5D-EC1628A4F214}"/>
          </ac:spMkLst>
        </pc:spChg>
        <pc:spChg chg="add del mod">
          <ac:chgData name="Amilcar Jose Rodriguez Barrios" userId="efa7753a-59bf-44f0-ad53-c3388f48cff0" providerId="ADAL" clId="{ECC100FD-023F-4E10-9A7E-BC0C9D78DF98}" dt="2021-03-05T18:57:29.188" v="6798" actId="478"/>
          <ac:spMkLst>
            <pc:docMk/>
            <pc:sldMk cId="1701199369" sldId="2076137483"/>
            <ac:spMk id="19" creationId="{FAF868A4-1126-4377-B684-CDB7D62DBD3D}"/>
          </ac:spMkLst>
        </pc:spChg>
        <pc:spChg chg="add del mod">
          <ac:chgData name="Amilcar Jose Rodriguez Barrios" userId="efa7753a-59bf-44f0-ad53-c3388f48cff0" providerId="ADAL" clId="{ECC100FD-023F-4E10-9A7E-BC0C9D78DF98}" dt="2021-03-05T18:57:33.190" v="6801" actId="478"/>
          <ac:spMkLst>
            <pc:docMk/>
            <pc:sldMk cId="1701199369" sldId="2076137483"/>
            <ac:spMk id="20" creationId="{4E4502C1-F537-4150-81EF-CA01C6C8CA13}"/>
          </ac:spMkLst>
        </pc:spChg>
        <pc:spChg chg="add mod">
          <ac:chgData name="Amilcar Jose Rodriguez Barrios" userId="efa7753a-59bf-44f0-ad53-c3388f48cff0" providerId="ADAL" clId="{ECC100FD-023F-4E10-9A7E-BC0C9D78DF98}" dt="2021-03-05T18:57:43.422" v="6817" actId="20577"/>
          <ac:spMkLst>
            <pc:docMk/>
            <pc:sldMk cId="1701199369" sldId="2076137483"/>
            <ac:spMk id="21" creationId="{2392FAD2-43BE-49F0-A493-02D2C0E34435}"/>
          </ac:spMkLst>
        </pc:spChg>
        <pc:spChg chg="add del mod">
          <ac:chgData name="Amilcar Jose Rodriguez Barrios" userId="efa7753a-59bf-44f0-ad53-c3388f48cff0" providerId="ADAL" clId="{ECC100FD-023F-4E10-9A7E-BC0C9D78DF98}" dt="2021-03-05T18:57:33.190" v="6801" actId="478"/>
          <ac:spMkLst>
            <pc:docMk/>
            <pc:sldMk cId="1701199369" sldId="2076137483"/>
            <ac:spMk id="22" creationId="{09B26403-602C-4D3B-BE6D-C21D51C224DD}"/>
          </ac:spMkLst>
        </pc:spChg>
        <pc:spChg chg="add del mod">
          <ac:chgData name="Amilcar Jose Rodriguez Barrios" userId="efa7753a-59bf-44f0-ad53-c3388f48cff0" providerId="ADAL" clId="{ECC100FD-023F-4E10-9A7E-BC0C9D78DF98}" dt="2021-03-05T18:57:33.190" v="6801" actId="478"/>
          <ac:spMkLst>
            <pc:docMk/>
            <pc:sldMk cId="1701199369" sldId="2076137483"/>
            <ac:spMk id="23" creationId="{6F5AC527-6A8B-4FB6-8F5C-273E440664A1}"/>
          </ac:spMkLst>
        </pc:spChg>
      </pc:sldChg>
      <pc:sldChg chg="addSp delSp modSp add mod modNotesTx">
        <pc:chgData name="Amilcar Jose Rodriguez Barrios" userId="efa7753a-59bf-44f0-ad53-c3388f48cff0" providerId="ADAL" clId="{ECC100FD-023F-4E10-9A7E-BC0C9D78DF98}" dt="2021-03-05T18:59:18.527" v="6866" actId="20577"/>
        <pc:sldMkLst>
          <pc:docMk/>
          <pc:sldMk cId="3516865577" sldId="2076137484"/>
        </pc:sldMkLst>
        <pc:spChg chg="add mod">
          <ac:chgData name="Amilcar Jose Rodriguez Barrios" userId="efa7753a-59bf-44f0-ad53-c3388f48cff0" providerId="ADAL" clId="{ECC100FD-023F-4E10-9A7E-BC0C9D78DF98}" dt="2021-03-05T18:58:30.710" v="6853" actId="20577"/>
          <ac:spMkLst>
            <pc:docMk/>
            <pc:sldMk cId="3516865577" sldId="2076137484"/>
            <ac:spMk id="13" creationId="{4E540443-09E4-4C15-A862-0F5900E95EB2}"/>
          </ac:spMkLst>
        </pc:spChg>
        <pc:spChg chg="mod">
          <ac:chgData name="Amilcar Jose Rodriguez Barrios" userId="efa7753a-59bf-44f0-ad53-c3388f48cff0" providerId="ADAL" clId="{ECC100FD-023F-4E10-9A7E-BC0C9D78DF98}" dt="2021-03-05T18:59:18.527" v="6866" actId="20577"/>
          <ac:spMkLst>
            <pc:docMk/>
            <pc:sldMk cId="3516865577" sldId="2076137484"/>
            <ac:spMk id="17" creationId="{5D7CBF66-C777-4929-8F91-CAA4C8654E72}"/>
          </ac:spMkLst>
        </pc:spChg>
        <pc:spChg chg="del">
          <ac:chgData name="Amilcar Jose Rodriguez Barrios" userId="efa7753a-59bf-44f0-ad53-c3388f48cff0" providerId="ADAL" clId="{ECC100FD-023F-4E10-9A7E-BC0C9D78DF98}" dt="2021-03-05T18:58:17.989" v="6842" actId="478"/>
          <ac:spMkLst>
            <pc:docMk/>
            <pc:sldMk cId="3516865577" sldId="2076137484"/>
            <ac:spMk id="21" creationId="{2392FAD2-43BE-49F0-A493-02D2C0E34435}"/>
          </ac:spMkLst>
        </pc:spChg>
      </pc:sldChg>
      <pc:sldChg chg="addSp delSp modSp new mod delAnim modAnim modNotesTx">
        <pc:chgData name="Amilcar Jose Rodriguez Barrios" userId="efa7753a-59bf-44f0-ad53-c3388f48cff0" providerId="ADAL" clId="{ECC100FD-023F-4E10-9A7E-BC0C9D78DF98}" dt="2021-03-05T19:03:53.197" v="6903" actId="20577"/>
        <pc:sldMkLst>
          <pc:docMk/>
          <pc:sldMk cId="3728772768" sldId="2076137485"/>
        </pc:sldMkLst>
        <pc:spChg chg="del">
          <ac:chgData name="Amilcar Jose Rodriguez Barrios" userId="efa7753a-59bf-44f0-ad53-c3388f48cff0" providerId="ADAL" clId="{ECC100FD-023F-4E10-9A7E-BC0C9D78DF98}" dt="2021-03-05T18:58:51.201" v="6858" actId="478"/>
          <ac:spMkLst>
            <pc:docMk/>
            <pc:sldMk cId="3728772768" sldId="2076137485"/>
            <ac:spMk id="2" creationId="{EB09A9BC-8100-475E-B7A4-5055928E5E39}"/>
          </ac:spMkLst>
        </pc:spChg>
        <pc:spChg chg="add mod">
          <ac:chgData name="Amilcar Jose Rodriguez Barrios" userId="efa7753a-59bf-44f0-ad53-c3388f48cff0" providerId="ADAL" clId="{ECC100FD-023F-4E10-9A7E-BC0C9D78DF98}" dt="2021-03-05T18:59:24.393" v="6869" actId="20577"/>
          <ac:spMkLst>
            <pc:docMk/>
            <pc:sldMk cId="3728772768" sldId="2076137485"/>
            <ac:spMk id="3" creationId="{DCA9DB2D-7CB4-4439-ACBC-93239EBB9425}"/>
          </ac:spMkLst>
        </pc:spChg>
        <pc:spChg chg="add del mod">
          <ac:chgData name="Amilcar Jose Rodriguez Barrios" userId="efa7753a-59bf-44f0-ad53-c3388f48cff0" providerId="ADAL" clId="{ECC100FD-023F-4E10-9A7E-BC0C9D78DF98}" dt="2021-03-05T18:59:31.125" v="6871" actId="478"/>
          <ac:spMkLst>
            <pc:docMk/>
            <pc:sldMk cId="3728772768" sldId="2076137485"/>
            <ac:spMk id="4" creationId="{A6362669-C230-4BBB-B7AC-9139CA77A8FE}"/>
          </ac:spMkLst>
        </pc:spChg>
        <pc:spChg chg="add del mod">
          <ac:chgData name="Amilcar Jose Rodriguez Barrios" userId="efa7753a-59bf-44f0-ad53-c3388f48cff0" providerId="ADAL" clId="{ECC100FD-023F-4E10-9A7E-BC0C9D78DF98}" dt="2021-03-05T18:59:31.125" v="6871" actId="478"/>
          <ac:spMkLst>
            <pc:docMk/>
            <pc:sldMk cId="3728772768" sldId="2076137485"/>
            <ac:spMk id="5" creationId="{D9522DBB-8E72-4240-B931-3250EB880CCA}"/>
          </ac:spMkLst>
        </pc:spChg>
        <pc:spChg chg="add del mod">
          <ac:chgData name="Amilcar Jose Rodriguez Barrios" userId="efa7753a-59bf-44f0-ad53-c3388f48cff0" providerId="ADAL" clId="{ECC100FD-023F-4E10-9A7E-BC0C9D78DF98}" dt="2021-03-05T18:59:31.125" v="6871" actId="478"/>
          <ac:spMkLst>
            <pc:docMk/>
            <pc:sldMk cId="3728772768" sldId="2076137485"/>
            <ac:spMk id="6" creationId="{FF403F3E-0739-4532-AB8B-FEE1E26EF882}"/>
          </ac:spMkLst>
        </pc:spChg>
        <pc:spChg chg="add mod">
          <ac:chgData name="Amilcar Jose Rodriguez Barrios" userId="efa7753a-59bf-44f0-ad53-c3388f48cff0" providerId="ADAL" clId="{ECC100FD-023F-4E10-9A7E-BC0C9D78DF98}" dt="2021-03-05T18:59:37.936" v="6880" actId="20577"/>
          <ac:spMkLst>
            <pc:docMk/>
            <pc:sldMk cId="3728772768" sldId="2076137485"/>
            <ac:spMk id="7" creationId="{3CE47BEE-FFB5-4DBD-9C51-6C2533FC02FA}"/>
          </ac:spMkLst>
        </pc:spChg>
        <pc:spChg chg="add del mod">
          <ac:chgData name="Amilcar Jose Rodriguez Barrios" userId="efa7753a-59bf-44f0-ad53-c3388f48cff0" providerId="ADAL" clId="{ECC100FD-023F-4E10-9A7E-BC0C9D78DF98}" dt="2021-03-05T18:59:31.125" v="6871" actId="478"/>
          <ac:spMkLst>
            <pc:docMk/>
            <pc:sldMk cId="3728772768" sldId="2076137485"/>
            <ac:spMk id="8" creationId="{ACEE4223-2043-4411-BF60-084F51E41354}"/>
          </ac:spMkLst>
        </pc:spChg>
        <pc:spChg chg="mod">
          <ac:chgData name="Amilcar Jose Rodriguez Barrios" userId="efa7753a-59bf-44f0-ad53-c3388f48cff0" providerId="ADAL" clId="{ECC100FD-023F-4E10-9A7E-BC0C9D78DF98}" dt="2021-03-05T18:59:08.710" v="6862"/>
          <ac:spMkLst>
            <pc:docMk/>
            <pc:sldMk cId="3728772768" sldId="2076137485"/>
            <ac:spMk id="11" creationId="{5607892F-1475-4A10-AD6C-34928576ACBC}"/>
          </ac:spMkLst>
        </pc:spChg>
        <pc:spChg chg="mod">
          <ac:chgData name="Amilcar Jose Rodriguez Barrios" userId="efa7753a-59bf-44f0-ad53-c3388f48cff0" providerId="ADAL" clId="{ECC100FD-023F-4E10-9A7E-BC0C9D78DF98}" dt="2021-03-05T18:59:08.710" v="6862"/>
          <ac:spMkLst>
            <pc:docMk/>
            <pc:sldMk cId="3728772768" sldId="2076137485"/>
            <ac:spMk id="13" creationId="{EECC27CD-3705-4A5F-B66F-AAF58117FFFB}"/>
          </ac:spMkLst>
        </pc:spChg>
        <pc:spChg chg="mod">
          <ac:chgData name="Amilcar Jose Rodriguez Barrios" userId="efa7753a-59bf-44f0-ad53-c3388f48cff0" providerId="ADAL" clId="{ECC100FD-023F-4E10-9A7E-BC0C9D78DF98}" dt="2021-03-05T18:59:08.710" v="6862"/>
          <ac:spMkLst>
            <pc:docMk/>
            <pc:sldMk cId="3728772768" sldId="2076137485"/>
            <ac:spMk id="16" creationId="{9CA87596-FBF3-4790-B99D-D0C0DD637046}"/>
          </ac:spMkLst>
        </pc:spChg>
        <pc:spChg chg="mod">
          <ac:chgData name="Amilcar Jose Rodriguez Barrios" userId="efa7753a-59bf-44f0-ad53-c3388f48cff0" providerId="ADAL" clId="{ECC100FD-023F-4E10-9A7E-BC0C9D78DF98}" dt="2021-03-05T18:59:08.710" v="6862"/>
          <ac:spMkLst>
            <pc:docMk/>
            <pc:sldMk cId="3728772768" sldId="2076137485"/>
            <ac:spMk id="17" creationId="{688C3DFE-7484-4DCD-A134-800F26281AEA}"/>
          </ac:spMkLst>
        </pc:spChg>
        <pc:grpChg chg="add mod">
          <ac:chgData name="Amilcar Jose Rodriguez Barrios" userId="efa7753a-59bf-44f0-ad53-c3388f48cff0" providerId="ADAL" clId="{ECC100FD-023F-4E10-9A7E-BC0C9D78DF98}" dt="2021-03-05T18:59:08.710" v="6862"/>
          <ac:grpSpMkLst>
            <pc:docMk/>
            <pc:sldMk cId="3728772768" sldId="2076137485"/>
            <ac:grpSpMk id="9" creationId="{729822DF-9E98-46B9-BB78-2E8AEC1DAE00}"/>
          </ac:grpSpMkLst>
        </pc:grpChg>
        <pc:grpChg chg="add mod">
          <ac:chgData name="Amilcar Jose Rodriguez Barrios" userId="efa7753a-59bf-44f0-ad53-c3388f48cff0" providerId="ADAL" clId="{ECC100FD-023F-4E10-9A7E-BC0C9D78DF98}" dt="2021-03-05T18:59:08.710" v="6862"/>
          <ac:grpSpMkLst>
            <pc:docMk/>
            <pc:sldMk cId="3728772768" sldId="2076137485"/>
            <ac:grpSpMk id="12" creationId="{49191AF9-4B3D-418D-93E2-51EF9F760846}"/>
          </ac:grpSpMkLst>
        </pc:grpChg>
        <pc:grpChg chg="add mod">
          <ac:chgData name="Amilcar Jose Rodriguez Barrios" userId="efa7753a-59bf-44f0-ad53-c3388f48cff0" providerId="ADAL" clId="{ECC100FD-023F-4E10-9A7E-BC0C9D78DF98}" dt="2021-03-05T18:59:08.710" v="6862"/>
          <ac:grpSpMkLst>
            <pc:docMk/>
            <pc:sldMk cId="3728772768" sldId="2076137485"/>
            <ac:grpSpMk id="15" creationId="{E1EB8D2F-7F82-4AB8-9F37-169A07E4A633}"/>
          </ac:grpSpMkLst>
        </pc:grpChg>
        <pc:picChg chg="mod">
          <ac:chgData name="Amilcar Jose Rodriguez Barrios" userId="efa7753a-59bf-44f0-ad53-c3388f48cff0" providerId="ADAL" clId="{ECC100FD-023F-4E10-9A7E-BC0C9D78DF98}" dt="2021-03-05T18:59:08.710" v="6862"/>
          <ac:picMkLst>
            <pc:docMk/>
            <pc:sldMk cId="3728772768" sldId="2076137485"/>
            <ac:picMk id="14" creationId="{5965CFC9-F489-492D-9CD3-32C93F8ADDF4}"/>
          </ac:picMkLst>
        </pc:picChg>
        <pc:cxnChg chg="mod">
          <ac:chgData name="Amilcar Jose Rodriguez Barrios" userId="efa7753a-59bf-44f0-ad53-c3388f48cff0" providerId="ADAL" clId="{ECC100FD-023F-4E10-9A7E-BC0C9D78DF98}" dt="2021-03-05T18:59:08.710" v="6862"/>
          <ac:cxnSpMkLst>
            <pc:docMk/>
            <pc:sldMk cId="3728772768" sldId="2076137485"/>
            <ac:cxnSpMk id="10" creationId="{74AF559C-C33E-4A9E-ADAB-DB7AFD2452A5}"/>
          </ac:cxnSpMkLst>
        </pc:cxnChg>
      </pc:sldChg>
      <pc:sldChg chg="modSp add mod modNotesTx">
        <pc:chgData name="Amilcar Jose Rodriguez Barrios" userId="efa7753a-59bf-44f0-ad53-c3388f48cff0" providerId="ADAL" clId="{ECC100FD-023F-4E10-9A7E-BC0C9D78DF98}" dt="2021-03-05T19:04:35.492" v="6915" actId="20577"/>
        <pc:sldMkLst>
          <pc:docMk/>
          <pc:sldMk cId="2849012049" sldId="2076137486"/>
        </pc:sldMkLst>
        <pc:spChg chg="mod">
          <ac:chgData name="Amilcar Jose Rodriguez Barrios" userId="efa7753a-59bf-44f0-ad53-c3388f48cff0" providerId="ADAL" clId="{ECC100FD-023F-4E10-9A7E-BC0C9D78DF98}" dt="2021-03-05T19:04:13.602" v="6912"/>
          <ac:spMkLst>
            <pc:docMk/>
            <pc:sldMk cId="2849012049" sldId="2076137486"/>
            <ac:spMk id="3" creationId="{DCA9DB2D-7CB4-4439-ACBC-93239EBB9425}"/>
          </ac:spMkLst>
        </pc:spChg>
        <pc:spChg chg="mod">
          <ac:chgData name="Amilcar Jose Rodriguez Barrios" userId="efa7753a-59bf-44f0-ad53-c3388f48cff0" providerId="ADAL" clId="{ECC100FD-023F-4E10-9A7E-BC0C9D78DF98}" dt="2021-03-05T19:04:16.462" v="6913" actId="1076"/>
          <ac:spMkLst>
            <pc:docMk/>
            <pc:sldMk cId="2849012049" sldId="2076137486"/>
            <ac:spMk id="7" creationId="{3CE47BEE-FFB5-4DBD-9C51-6C2533FC02FA}"/>
          </ac:spMkLst>
        </pc:spChg>
      </pc:sldChg>
      <pc:sldChg chg="addSp delSp modSp add mod modAnim">
        <pc:chgData name="Amilcar Jose Rodriguez Barrios" userId="efa7753a-59bf-44f0-ad53-c3388f48cff0" providerId="ADAL" clId="{ECC100FD-023F-4E10-9A7E-BC0C9D78DF98}" dt="2021-03-08T01:18:38.800" v="6931" actId="108"/>
        <pc:sldMkLst>
          <pc:docMk/>
          <pc:sldMk cId="4007527771" sldId="2076137487"/>
        </pc:sldMkLst>
        <pc:spChg chg="del">
          <ac:chgData name="Amilcar Jose Rodriguez Barrios" userId="efa7753a-59bf-44f0-ad53-c3388f48cff0" providerId="ADAL" clId="{ECC100FD-023F-4E10-9A7E-BC0C9D78DF98}" dt="2021-03-08T01:17:22.540" v="6917" actId="478"/>
          <ac:spMkLst>
            <pc:docMk/>
            <pc:sldMk cId="4007527771" sldId="2076137487"/>
            <ac:spMk id="3" creationId="{DCA9DB2D-7CB4-4439-ACBC-93239EBB9425}"/>
          </ac:spMkLst>
        </pc:spChg>
        <pc:spChg chg="del">
          <ac:chgData name="Amilcar Jose Rodriguez Barrios" userId="efa7753a-59bf-44f0-ad53-c3388f48cff0" providerId="ADAL" clId="{ECC100FD-023F-4E10-9A7E-BC0C9D78DF98}" dt="2021-03-08T01:17:23.511" v="6918" actId="478"/>
          <ac:spMkLst>
            <pc:docMk/>
            <pc:sldMk cId="4007527771" sldId="2076137487"/>
            <ac:spMk id="7" creationId="{3CE47BEE-FFB5-4DBD-9C51-6C2533FC02FA}"/>
          </ac:spMkLst>
        </pc:spChg>
        <pc:spChg chg="mod">
          <ac:chgData name="Amilcar Jose Rodriguez Barrios" userId="efa7753a-59bf-44f0-ad53-c3388f48cff0" providerId="ADAL" clId="{ECC100FD-023F-4E10-9A7E-BC0C9D78DF98}" dt="2021-03-08T01:17:41.632" v="6927" actId="20577"/>
          <ac:spMkLst>
            <pc:docMk/>
            <pc:sldMk cId="4007527771" sldId="2076137487"/>
            <ac:spMk id="17" creationId="{688C3DFE-7484-4DCD-A134-800F26281AEA}"/>
          </ac:spMkLst>
        </pc:spChg>
        <pc:spChg chg="add mod">
          <ac:chgData name="Amilcar Jose Rodriguez Barrios" userId="efa7753a-59bf-44f0-ad53-c3388f48cff0" providerId="ADAL" clId="{ECC100FD-023F-4E10-9A7E-BC0C9D78DF98}" dt="2021-03-08T01:18:38.800" v="6931" actId="108"/>
          <ac:spMkLst>
            <pc:docMk/>
            <pc:sldMk cId="4007527771" sldId="2076137487"/>
            <ac:spMk id="18" creationId="{19FBBC94-37DB-4ED8-B84E-DAB3AA539864}"/>
          </ac:spMkLst>
        </pc:spChg>
        <pc:spChg chg="add mod">
          <ac:chgData name="Amilcar Jose Rodriguez Barrios" userId="efa7753a-59bf-44f0-ad53-c3388f48cff0" providerId="ADAL" clId="{ECC100FD-023F-4E10-9A7E-BC0C9D78DF98}" dt="2021-03-08T01:18:25.752" v="6930" actId="1076"/>
          <ac:spMkLst>
            <pc:docMk/>
            <pc:sldMk cId="4007527771" sldId="2076137487"/>
            <ac:spMk id="19" creationId="{69B88E35-132A-465D-9196-B1493BBE6D1E}"/>
          </ac:spMkLst>
        </pc:spChg>
      </pc:sldChg>
      <pc:sldChg chg="addSp delSp modSp new mod modNotesTx">
        <pc:chgData name="Amilcar Jose Rodriguez Barrios" userId="efa7753a-59bf-44f0-ad53-c3388f48cff0" providerId="ADAL" clId="{ECC100FD-023F-4E10-9A7E-BC0C9D78DF98}" dt="2021-03-08T01:21:29.515" v="7066" actId="20577"/>
        <pc:sldMkLst>
          <pc:docMk/>
          <pc:sldMk cId="2086616395" sldId="2076137488"/>
        </pc:sldMkLst>
        <pc:spChg chg="del">
          <ac:chgData name="Amilcar Jose Rodriguez Barrios" userId="efa7753a-59bf-44f0-ad53-c3388f48cff0" providerId="ADAL" clId="{ECC100FD-023F-4E10-9A7E-BC0C9D78DF98}" dt="2021-03-08T01:18:52.597" v="6933" actId="478"/>
          <ac:spMkLst>
            <pc:docMk/>
            <pc:sldMk cId="2086616395" sldId="2076137488"/>
            <ac:spMk id="2" creationId="{B96AEB3A-8603-48B2-BA4B-C27C82C57A8F}"/>
          </ac:spMkLst>
        </pc:spChg>
        <pc:spChg chg="mod">
          <ac:chgData name="Amilcar Jose Rodriguez Barrios" userId="efa7753a-59bf-44f0-ad53-c3388f48cff0" providerId="ADAL" clId="{ECC100FD-023F-4E10-9A7E-BC0C9D78DF98}" dt="2021-03-08T01:18:59.178" v="6934"/>
          <ac:spMkLst>
            <pc:docMk/>
            <pc:sldMk cId="2086616395" sldId="2076137488"/>
            <ac:spMk id="5" creationId="{CBA18FDC-A2A1-4E79-8A9F-18C36C4D0812}"/>
          </ac:spMkLst>
        </pc:spChg>
        <pc:spChg chg="mod">
          <ac:chgData name="Amilcar Jose Rodriguez Barrios" userId="efa7753a-59bf-44f0-ad53-c3388f48cff0" providerId="ADAL" clId="{ECC100FD-023F-4E10-9A7E-BC0C9D78DF98}" dt="2021-03-08T01:18:59.178" v="6934"/>
          <ac:spMkLst>
            <pc:docMk/>
            <pc:sldMk cId="2086616395" sldId="2076137488"/>
            <ac:spMk id="7" creationId="{DE60C889-B4BF-43E5-AD01-0CC9231F110A}"/>
          </ac:spMkLst>
        </pc:spChg>
        <pc:spChg chg="mod">
          <ac:chgData name="Amilcar Jose Rodriguez Barrios" userId="efa7753a-59bf-44f0-ad53-c3388f48cff0" providerId="ADAL" clId="{ECC100FD-023F-4E10-9A7E-BC0C9D78DF98}" dt="2021-03-08T01:18:59.178" v="6934"/>
          <ac:spMkLst>
            <pc:docMk/>
            <pc:sldMk cId="2086616395" sldId="2076137488"/>
            <ac:spMk id="10" creationId="{59477E27-1B67-409B-AE93-FFF3BEBA48A8}"/>
          </ac:spMkLst>
        </pc:spChg>
        <pc:spChg chg="mod">
          <ac:chgData name="Amilcar Jose Rodriguez Barrios" userId="efa7753a-59bf-44f0-ad53-c3388f48cff0" providerId="ADAL" clId="{ECC100FD-023F-4E10-9A7E-BC0C9D78DF98}" dt="2021-03-08T01:18:59.178" v="6934"/>
          <ac:spMkLst>
            <pc:docMk/>
            <pc:sldMk cId="2086616395" sldId="2076137488"/>
            <ac:spMk id="11" creationId="{6FEF0470-DD58-44DE-AE0C-81222E4CD6F2}"/>
          </ac:spMkLst>
        </pc:spChg>
        <pc:grpChg chg="add mod">
          <ac:chgData name="Amilcar Jose Rodriguez Barrios" userId="efa7753a-59bf-44f0-ad53-c3388f48cff0" providerId="ADAL" clId="{ECC100FD-023F-4E10-9A7E-BC0C9D78DF98}" dt="2021-03-08T01:18:59.178" v="6934"/>
          <ac:grpSpMkLst>
            <pc:docMk/>
            <pc:sldMk cId="2086616395" sldId="2076137488"/>
            <ac:grpSpMk id="3" creationId="{323068F2-DCD4-499B-875E-A874C9345186}"/>
          </ac:grpSpMkLst>
        </pc:grpChg>
        <pc:grpChg chg="add mod">
          <ac:chgData name="Amilcar Jose Rodriguez Barrios" userId="efa7753a-59bf-44f0-ad53-c3388f48cff0" providerId="ADAL" clId="{ECC100FD-023F-4E10-9A7E-BC0C9D78DF98}" dt="2021-03-08T01:18:59.178" v="6934"/>
          <ac:grpSpMkLst>
            <pc:docMk/>
            <pc:sldMk cId="2086616395" sldId="2076137488"/>
            <ac:grpSpMk id="6" creationId="{0B9FC2E7-099C-4EB5-8BF1-30540D8D3D21}"/>
          </ac:grpSpMkLst>
        </pc:grpChg>
        <pc:grpChg chg="add mod">
          <ac:chgData name="Amilcar Jose Rodriguez Barrios" userId="efa7753a-59bf-44f0-ad53-c3388f48cff0" providerId="ADAL" clId="{ECC100FD-023F-4E10-9A7E-BC0C9D78DF98}" dt="2021-03-08T01:18:59.178" v="6934"/>
          <ac:grpSpMkLst>
            <pc:docMk/>
            <pc:sldMk cId="2086616395" sldId="2076137488"/>
            <ac:grpSpMk id="9" creationId="{7E3191AC-D29C-409F-A25B-750352B2DC7D}"/>
          </ac:grpSpMkLst>
        </pc:grpChg>
        <pc:picChg chg="mod">
          <ac:chgData name="Amilcar Jose Rodriguez Barrios" userId="efa7753a-59bf-44f0-ad53-c3388f48cff0" providerId="ADAL" clId="{ECC100FD-023F-4E10-9A7E-BC0C9D78DF98}" dt="2021-03-08T01:18:59.178" v="6934"/>
          <ac:picMkLst>
            <pc:docMk/>
            <pc:sldMk cId="2086616395" sldId="2076137488"/>
            <ac:picMk id="8" creationId="{E7E21B4F-5DF0-4FDC-8BEB-4C09C5AADFFA}"/>
          </ac:picMkLst>
        </pc:picChg>
        <pc:picChg chg="add mod">
          <ac:chgData name="Amilcar Jose Rodriguez Barrios" userId="efa7753a-59bf-44f0-ad53-c3388f48cff0" providerId="ADAL" clId="{ECC100FD-023F-4E10-9A7E-BC0C9D78DF98}" dt="2021-03-08T01:19:08.246" v="6937" actId="1076"/>
          <ac:picMkLst>
            <pc:docMk/>
            <pc:sldMk cId="2086616395" sldId="2076137488"/>
            <ac:picMk id="12" creationId="{3CE5F0F8-01B1-4EE7-BDFC-F00EE6DC00F9}"/>
          </ac:picMkLst>
        </pc:picChg>
        <pc:cxnChg chg="mod">
          <ac:chgData name="Amilcar Jose Rodriguez Barrios" userId="efa7753a-59bf-44f0-ad53-c3388f48cff0" providerId="ADAL" clId="{ECC100FD-023F-4E10-9A7E-BC0C9D78DF98}" dt="2021-03-08T01:18:59.178" v="6934"/>
          <ac:cxnSpMkLst>
            <pc:docMk/>
            <pc:sldMk cId="2086616395" sldId="2076137488"/>
            <ac:cxnSpMk id="4" creationId="{1FEBD8CC-111A-4E2D-8891-F12883F340C6}"/>
          </ac:cxnSpMkLst>
        </pc:cxnChg>
      </pc:sldChg>
      <pc:sldChg chg="addSp delSp modSp add mod modNotesTx">
        <pc:chgData name="Amilcar Jose Rodriguez Barrios" userId="efa7753a-59bf-44f0-ad53-c3388f48cff0" providerId="ADAL" clId="{ECC100FD-023F-4E10-9A7E-BC0C9D78DF98}" dt="2021-03-08T01:46:48.717" v="7461" actId="20577"/>
        <pc:sldMkLst>
          <pc:docMk/>
          <pc:sldMk cId="4144563406" sldId="2076137489"/>
        </pc:sldMkLst>
        <pc:spChg chg="mod">
          <ac:chgData name="Amilcar Jose Rodriguez Barrios" userId="efa7753a-59bf-44f0-ad53-c3388f48cff0" providerId="ADAL" clId="{ECC100FD-023F-4E10-9A7E-BC0C9D78DF98}" dt="2021-03-08T01:46:48.717" v="7461" actId="20577"/>
          <ac:spMkLst>
            <pc:docMk/>
            <pc:sldMk cId="4144563406" sldId="2076137489"/>
            <ac:spMk id="12" creationId="{F5883657-C870-4140-92F0-3B38365E710F}"/>
          </ac:spMkLst>
        </pc:spChg>
        <pc:spChg chg="mod">
          <ac:chgData name="Amilcar Jose Rodriguez Barrios" userId="efa7753a-59bf-44f0-ad53-c3388f48cff0" providerId="ADAL" clId="{ECC100FD-023F-4E10-9A7E-BC0C9D78DF98}" dt="2021-03-08T01:22:07.202" v="7109" actId="20577"/>
          <ac:spMkLst>
            <pc:docMk/>
            <pc:sldMk cId="4144563406" sldId="2076137489"/>
            <ac:spMk id="15" creationId="{64065A64-32A9-4DD6-A7E0-D691829C6B7C}"/>
          </ac:spMkLst>
        </pc:spChg>
        <pc:spChg chg="mod">
          <ac:chgData name="Amilcar Jose Rodriguez Barrios" userId="efa7753a-59bf-44f0-ad53-c3388f48cff0" providerId="ADAL" clId="{ECC100FD-023F-4E10-9A7E-BC0C9D78DF98}" dt="2021-03-08T01:22:21.135" v="7175" actId="20577"/>
          <ac:spMkLst>
            <pc:docMk/>
            <pc:sldMk cId="4144563406" sldId="2076137489"/>
            <ac:spMk id="16" creationId="{E13300D6-17A7-4A3D-8D09-0088441BEEC7}"/>
          </ac:spMkLst>
        </pc:spChg>
        <pc:spChg chg="mod">
          <ac:chgData name="Amilcar Jose Rodriguez Barrios" userId="efa7753a-59bf-44f0-ad53-c3388f48cff0" providerId="ADAL" clId="{ECC100FD-023F-4E10-9A7E-BC0C9D78DF98}" dt="2021-03-08T01:24:30.612" v="7255"/>
          <ac:spMkLst>
            <pc:docMk/>
            <pc:sldMk cId="4144563406" sldId="2076137489"/>
            <ac:spMk id="18" creationId="{880C0640-D0A0-4569-85C6-EE3E0A76EC15}"/>
          </ac:spMkLst>
        </pc:spChg>
        <pc:spChg chg="mod">
          <ac:chgData name="Amilcar Jose Rodriguez Barrios" userId="efa7753a-59bf-44f0-ad53-c3388f48cff0" providerId="ADAL" clId="{ECC100FD-023F-4E10-9A7E-BC0C9D78DF98}" dt="2021-03-08T01:24:30.612" v="7255"/>
          <ac:spMkLst>
            <pc:docMk/>
            <pc:sldMk cId="4144563406" sldId="2076137489"/>
            <ac:spMk id="19" creationId="{BF3E5396-BA6B-4772-B694-B248F4E8C863}"/>
          </ac:spMkLst>
        </pc:spChg>
        <pc:grpChg chg="del">
          <ac:chgData name="Amilcar Jose Rodriguez Barrios" userId="efa7753a-59bf-44f0-ad53-c3388f48cff0" providerId="ADAL" clId="{ECC100FD-023F-4E10-9A7E-BC0C9D78DF98}" dt="2021-03-08T01:24:30.387" v="7254" actId="478"/>
          <ac:grpSpMkLst>
            <pc:docMk/>
            <pc:sldMk cId="4144563406" sldId="2076137489"/>
            <ac:grpSpMk id="9" creationId="{D04679F7-75B0-4340-AE3E-014B5EEBDFF6}"/>
          </ac:grpSpMkLst>
        </pc:grpChg>
        <pc:grpChg chg="add mod">
          <ac:chgData name="Amilcar Jose Rodriguez Barrios" userId="efa7753a-59bf-44f0-ad53-c3388f48cff0" providerId="ADAL" clId="{ECC100FD-023F-4E10-9A7E-BC0C9D78DF98}" dt="2021-03-08T01:24:30.612" v="7255"/>
          <ac:grpSpMkLst>
            <pc:docMk/>
            <pc:sldMk cId="4144563406" sldId="2076137489"/>
            <ac:grpSpMk id="17" creationId="{B8872C59-7F5F-4A46-BDF0-671E2F058A43}"/>
          </ac:grpSpMkLst>
        </pc:grpChg>
      </pc:sldChg>
      <pc:sldChg chg="addSp delSp modSp new mod modAnim">
        <pc:chgData name="Amilcar Jose Rodriguez Barrios" userId="efa7753a-59bf-44f0-ad53-c3388f48cff0" providerId="ADAL" clId="{ECC100FD-023F-4E10-9A7E-BC0C9D78DF98}" dt="2021-03-08T01:24:33.865" v="7257"/>
        <pc:sldMkLst>
          <pc:docMk/>
          <pc:sldMk cId="1697539080" sldId="2076137490"/>
        </pc:sldMkLst>
        <pc:spChg chg="del">
          <ac:chgData name="Amilcar Jose Rodriguez Barrios" userId="efa7753a-59bf-44f0-ad53-c3388f48cff0" providerId="ADAL" clId="{ECC100FD-023F-4E10-9A7E-BC0C9D78DF98}" dt="2021-03-08T01:22:29.896" v="7177" actId="478"/>
          <ac:spMkLst>
            <pc:docMk/>
            <pc:sldMk cId="1697539080" sldId="2076137490"/>
            <ac:spMk id="2" creationId="{19775BF5-EB51-4356-8243-CABC42A0F5C5}"/>
          </ac:spMkLst>
        </pc:spChg>
        <pc:spChg chg="add mod">
          <ac:chgData name="Amilcar Jose Rodriguez Barrios" userId="efa7753a-59bf-44f0-ad53-c3388f48cff0" providerId="ADAL" clId="{ECC100FD-023F-4E10-9A7E-BC0C9D78DF98}" dt="2021-03-08T01:23:47.843" v="7223" actId="1076"/>
          <ac:spMkLst>
            <pc:docMk/>
            <pc:sldMk cId="1697539080" sldId="2076137490"/>
            <ac:spMk id="3" creationId="{1A836C3A-F51D-4708-81EE-879797F6AEC2}"/>
          </ac:spMkLst>
        </pc:spChg>
        <pc:spChg chg="add mod">
          <ac:chgData name="Amilcar Jose Rodriguez Barrios" userId="efa7753a-59bf-44f0-ad53-c3388f48cff0" providerId="ADAL" clId="{ECC100FD-023F-4E10-9A7E-BC0C9D78DF98}" dt="2021-03-08T01:23:01.378" v="7210" actId="1036"/>
          <ac:spMkLst>
            <pc:docMk/>
            <pc:sldMk cId="1697539080" sldId="2076137490"/>
            <ac:spMk id="5" creationId="{E7E0B65A-E375-449F-AC17-63FF67A9F09B}"/>
          </ac:spMkLst>
        </pc:spChg>
        <pc:spChg chg="add mod">
          <ac:chgData name="Amilcar Jose Rodriguez Barrios" userId="efa7753a-59bf-44f0-ad53-c3388f48cff0" providerId="ADAL" clId="{ECC100FD-023F-4E10-9A7E-BC0C9D78DF98}" dt="2021-03-08T01:23:01.378" v="7210" actId="1036"/>
          <ac:spMkLst>
            <pc:docMk/>
            <pc:sldMk cId="1697539080" sldId="2076137490"/>
            <ac:spMk id="7" creationId="{AACBC5BA-8F6C-4B61-B693-84431AFB548D}"/>
          </ac:spMkLst>
        </pc:spChg>
        <pc:spChg chg="mod">
          <ac:chgData name="Amilcar Jose Rodriguez Barrios" userId="efa7753a-59bf-44f0-ad53-c3388f48cff0" providerId="ADAL" clId="{ECC100FD-023F-4E10-9A7E-BC0C9D78DF98}" dt="2021-03-08T01:23:11.013" v="7213"/>
          <ac:spMkLst>
            <pc:docMk/>
            <pc:sldMk cId="1697539080" sldId="2076137490"/>
            <ac:spMk id="14" creationId="{1EADE832-314D-4EFB-8AE2-7662F6969823}"/>
          </ac:spMkLst>
        </pc:spChg>
        <pc:spChg chg="mod">
          <ac:chgData name="Amilcar Jose Rodriguez Barrios" userId="efa7753a-59bf-44f0-ad53-c3388f48cff0" providerId="ADAL" clId="{ECC100FD-023F-4E10-9A7E-BC0C9D78DF98}" dt="2021-03-08T01:23:11.013" v="7213"/>
          <ac:spMkLst>
            <pc:docMk/>
            <pc:sldMk cId="1697539080" sldId="2076137490"/>
            <ac:spMk id="16" creationId="{4072480D-35C9-44D3-A6C8-2C8A82289441}"/>
          </ac:spMkLst>
        </pc:spChg>
        <pc:spChg chg="mod">
          <ac:chgData name="Amilcar Jose Rodriguez Barrios" userId="efa7753a-59bf-44f0-ad53-c3388f48cff0" providerId="ADAL" clId="{ECC100FD-023F-4E10-9A7E-BC0C9D78DF98}" dt="2021-03-08T01:23:11.013" v="7213"/>
          <ac:spMkLst>
            <pc:docMk/>
            <pc:sldMk cId="1697539080" sldId="2076137490"/>
            <ac:spMk id="19" creationId="{2BFBD0D3-F50E-4DD0-9831-8B44442C7154}"/>
          </ac:spMkLst>
        </pc:spChg>
        <pc:spChg chg="mod">
          <ac:chgData name="Amilcar Jose Rodriguez Barrios" userId="efa7753a-59bf-44f0-ad53-c3388f48cff0" providerId="ADAL" clId="{ECC100FD-023F-4E10-9A7E-BC0C9D78DF98}" dt="2021-03-08T01:23:11.013" v="7213"/>
          <ac:spMkLst>
            <pc:docMk/>
            <pc:sldMk cId="1697539080" sldId="2076137490"/>
            <ac:spMk id="20" creationId="{3973FC44-4130-44D5-B145-14391C805EA0}"/>
          </ac:spMkLst>
        </pc:spChg>
        <pc:spChg chg="mod">
          <ac:chgData name="Amilcar Jose Rodriguez Barrios" userId="efa7753a-59bf-44f0-ad53-c3388f48cff0" providerId="ADAL" clId="{ECC100FD-023F-4E10-9A7E-BC0C9D78DF98}" dt="2021-03-08T01:24:33.865" v="7257"/>
          <ac:spMkLst>
            <pc:docMk/>
            <pc:sldMk cId="1697539080" sldId="2076137490"/>
            <ac:spMk id="22" creationId="{206B2F81-B996-423E-BB49-1D01700D1EEF}"/>
          </ac:spMkLst>
        </pc:spChg>
        <pc:spChg chg="mod">
          <ac:chgData name="Amilcar Jose Rodriguez Barrios" userId="efa7753a-59bf-44f0-ad53-c3388f48cff0" providerId="ADAL" clId="{ECC100FD-023F-4E10-9A7E-BC0C9D78DF98}" dt="2021-03-08T01:24:33.865" v="7257"/>
          <ac:spMkLst>
            <pc:docMk/>
            <pc:sldMk cId="1697539080" sldId="2076137490"/>
            <ac:spMk id="23" creationId="{C1534E76-40ED-4B33-9167-0F60722C052A}"/>
          </ac:spMkLst>
        </pc:spChg>
        <pc:grpChg chg="add mod">
          <ac:chgData name="Amilcar Jose Rodriguez Barrios" userId="efa7753a-59bf-44f0-ad53-c3388f48cff0" providerId="ADAL" clId="{ECC100FD-023F-4E10-9A7E-BC0C9D78DF98}" dt="2021-03-08T01:23:11.013" v="7213"/>
          <ac:grpSpMkLst>
            <pc:docMk/>
            <pc:sldMk cId="1697539080" sldId="2076137490"/>
            <ac:grpSpMk id="12" creationId="{1B25782B-5D90-4396-835B-16F2086EAB54}"/>
          </ac:grpSpMkLst>
        </pc:grpChg>
        <pc:grpChg chg="add mod">
          <ac:chgData name="Amilcar Jose Rodriguez Barrios" userId="efa7753a-59bf-44f0-ad53-c3388f48cff0" providerId="ADAL" clId="{ECC100FD-023F-4E10-9A7E-BC0C9D78DF98}" dt="2021-03-08T01:23:11.013" v="7213"/>
          <ac:grpSpMkLst>
            <pc:docMk/>
            <pc:sldMk cId="1697539080" sldId="2076137490"/>
            <ac:grpSpMk id="15" creationId="{F25265A3-65B6-4A49-8933-1C083F920FAC}"/>
          </ac:grpSpMkLst>
        </pc:grpChg>
        <pc:grpChg chg="add del mod">
          <ac:chgData name="Amilcar Jose Rodriguez Barrios" userId="efa7753a-59bf-44f0-ad53-c3388f48cff0" providerId="ADAL" clId="{ECC100FD-023F-4E10-9A7E-BC0C9D78DF98}" dt="2021-03-08T01:24:33.162" v="7256" actId="478"/>
          <ac:grpSpMkLst>
            <pc:docMk/>
            <pc:sldMk cId="1697539080" sldId="2076137490"/>
            <ac:grpSpMk id="18" creationId="{917F391F-AEA7-4247-99C7-765C347DECAB}"/>
          </ac:grpSpMkLst>
        </pc:grpChg>
        <pc:grpChg chg="add mod">
          <ac:chgData name="Amilcar Jose Rodriguez Barrios" userId="efa7753a-59bf-44f0-ad53-c3388f48cff0" providerId="ADAL" clId="{ECC100FD-023F-4E10-9A7E-BC0C9D78DF98}" dt="2021-03-08T01:24:33.865" v="7257"/>
          <ac:grpSpMkLst>
            <pc:docMk/>
            <pc:sldMk cId="1697539080" sldId="2076137490"/>
            <ac:grpSpMk id="21" creationId="{93698B5B-54FC-493A-A329-D13EA6B21603}"/>
          </ac:grpSpMkLst>
        </pc:grp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4" creationId="{2C436B20-6B57-4CD5-94CC-0041B54DC296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6" creationId="{2D857823-3712-4733-A719-573B2A0F545D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8" creationId="{C58DE4D8-C46A-4A50-B6BE-D24C81AE8856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9" creationId="{3DA297F9-B613-446F-AAC3-F964549AF60A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10" creationId="{8F5D898E-D7D2-41DE-8C40-2731F2801A28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11" creationId="{2FF443D8-803B-4929-99AE-3C98C1A1C11C}"/>
          </ac:picMkLst>
        </pc:picChg>
        <pc:picChg chg="mod">
          <ac:chgData name="Amilcar Jose Rodriguez Barrios" userId="efa7753a-59bf-44f0-ad53-c3388f48cff0" providerId="ADAL" clId="{ECC100FD-023F-4E10-9A7E-BC0C9D78DF98}" dt="2021-03-08T01:23:11.013" v="7213"/>
          <ac:picMkLst>
            <pc:docMk/>
            <pc:sldMk cId="1697539080" sldId="2076137490"/>
            <ac:picMk id="17" creationId="{42BD0971-18DD-4582-B4F9-D3D39129BBAB}"/>
          </ac:picMkLst>
        </pc:picChg>
        <pc:cxnChg chg="mod">
          <ac:chgData name="Amilcar Jose Rodriguez Barrios" userId="efa7753a-59bf-44f0-ad53-c3388f48cff0" providerId="ADAL" clId="{ECC100FD-023F-4E10-9A7E-BC0C9D78DF98}" dt="2021-03-08T01:23:11.013" v="7213"/>
          <ac:cxnSpMkLst>
            <pc:docMk/>
            <pc:sldMk cId="1697539080" sldId="2076137490"/>
            <ac:cxnSpMk id="13" creationId="{42C5FE61-7C42-41CF-9662-BDC97445DD11}"/>
          </ac:cxnSpMkLst>
        </pc:cxnChg>
      </pc:sldChg>
      <pc:sldChg chg="add">
        <pc:chgData name="Amilcar Jose Rodriguez Barrios" userId="efa7753a-59bf-44f0-ad53-c3388f48cff0" providerId="ADAL" clId="{ECC100FD-023F-4E10-9A7E-BC0C9D78DF98}" dt="2021-03-08T01:23:22.510" v="7216"/>
        <pc:sldMkLst>
          <pc:docMk/>
          <pc:sldMk cId="63210255" sldId="2076137491"/>
        </pc:sldMkLst>
      </pc:sldChg>
      <pc:sldChg chg="add del">
        <pc:chgData name="Amilcar Jose Rodriguez Barrios" userId="efa7753a-59bf-44f0-ad53-c3388f48cff0" providerId="ADAL" clId="{ECC100FD-023F-4E10-9A7E-BC0C9D78DF98}" dt="2021-03-08T01:23:21.365" v="7215"/>
        <pc:sldMkLst>
          <pc:docMk/>
          <pc:sldMk cId="1140099785" sldId="2076137491"/>
        </pc:sldMkLst>
      </pc:sldChg>
      <pc:sldChg chg="addSp delSp modSp new mod modAnim modNotesTx">
        <pc:chgData name="Amilcar Jose Rodriguez Barrios" userId="efa7753a-59bf-44f0-ad53-c3388f48cff0" providerId="ADAL" clId="{ECC100FD-023F-4E10-9A7E-BC0C9D78DF98}" dt="2021-03-08T01:24:39.693" v="7259"/>
        <pc:sldMkLst>
          <pc:docMk/>
          <pc:sldMk cId="347800843" sldId="2076137492"/>
        </pc:sldMkLst>
        <pc:spChg chg="del">
          <ac:chgData name="Amilcar Jose Rodriguez Barrios" userId="efa7753a-59bf-44f0-ad53-c3388f48cff0" providerId="ADAL" clId="{ECC100FD-023F-4E10-9A7E-BC0C9D78DF98}" dt="2021-03-08T01:23:26.721" v="7218" actId="478"/>
          <ac:spMkLst>
            <pc:docMk/>
            <pc:sldMk cId="347800843" sldId="2076137492"/>
            <ac:spMk id="2" creationId="{C381BA14-FD75-4545-8FE5-E2E142D4D2D7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3" creationId="{8236115D-8FF8-4DE3-8036-DB2F268A2FF3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4" creationId="{52AB7877-E169-4063-A6AB-F293516BF3C3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5" creationId="{9B37FDFA-86CE-4908-B226-967F27AE21D6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6" creationId="{277BE299-CDE8-4C2F-86AD-F2243C3A43DB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7" creationId="{C3C61281-6903-4636-81B5-ACCDAAC9D1E6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8" creationId="{6E52D235-BF32-4CCA-871A-4D141294AE2A}"/>
          </ac:spMkLst>
        </pc:spChg>
        <pc:spChg chg="add mod">
          <ac:chgData name="Amilcar Jose Rodriguez Barrios" userId="efa7753a-59bf-44f0-ad53-c3388f48cff0" providerId="ADAL" clId="{ECC100FD-023F-4E10-9A7E-BC0C9D78DF98}" dt="2021-03-08T01:23:55.561" v="7225" actId="14100"/>
          <ac:spMkLst>
            <pc:docMk/>
            <pc:sldMk cId="347800843" sldId="2076137492"/>
            <ac:spMk id="9" creationId="{1B96CEE2-1781-4468-8C48-9CF5B1AF3C9B}"/>
          </ac:spMkLst>
        </pc:spChg>
        <pc:spChg chg="add mod">
          <ac:chgData name="Amilcar Jose Rodriguez Barrios" userId="efa7753a-59bf-44f0-ad53-c3388f48cff0" providerId="ADAL" clId="{ECC100FD-023F-4E10-9A7E-BC0C9D78DF98}" dt="2021-03-08T01:24:10.609" v="7240" actId="1076"/>
          <ac:spMkLst>
            <pc:docMk/>
            <pc:sldMk cId="347800843" sldId="2076137492"/>
            <ac:spMk id="10" creationId="{E25FF5D8-76D4-4529-BDB6-823F98A57D25}"/>
          </ac:spMkLst>
        </pc:spChg>
        <pc:spChg chg="mod">
          <ac:chgData name="Amilcar Jose Rodriguez Barrios" userId="efa7753a-59bf-44f0-ad53-c3388f48cff0" providerId="ADAL" clId="{ECC100FD-023F-4E10-9A7E-BC0C9D78DF98}" dt="2021-03-08T01:24:36.185" v="7258"/>
          <ac:spMkLst>
            <pc:docMk/>
            <pc:sldMk cId="347800843" sldId="2076137492"/>
            <ac:spMk id="12" creationId="{21394EB2-6DB5-4DF2-96B8-6513394D57C2}"/>
          </ac:spMkLst>
        </pc:spChg>
        <pc:spChg chg="mod">
          <ac:chgData name="Amilcar Jose Rodriguez Barrios" userId="efa7753a-59bf-44f0-ad53-c3388f48cff0" providerId="ADAL" clId="{ECC100FD-023F-4E10-9A7E-BC0C9D78DF98}" dt="2021-03-08T01:24:36.185" v="7258"/>
          <ac:spMkLst>
            <pc:docMk/>
            <pc:sldMk cId="347800843" sldId="2076137492"/>
            <ac:spMk id="13" creationId="{50636F68-A4C6-4ED6-9EDD-DEEC747B5239}"/>
          </ac:spMkLst>
        </pc:spChg>
        <pc:spChg chg="mod">
          <ac:chgData name="Amilcar Jose Rodriguez Barrios" userId="efa7753a-59bf-44f0-ad53-c3388f48cff0" providerId="ADAL" clId="{ECC100FD-023F-4E10-9A7E-BC0C9D78DF98}" dt="2021-03-08T01:24:39.693" v="7259"/>
          <ac:spMkLst>
            <pc:docMk/>
            <pc:sldMk cId="347800843" sldId="2076137492"/>
            <ac:spMk id="16" creationId="{48AC8A47-E8D4-4905-87E9-E92487DCE1AC}"/>
          </ac:spMkLst>
        </pc:spChg>
        <pc:spChg chg="mod">
          <ac:chgData name="Amilcar Jose Rodriguez Barrios" userId="efa7753a-59bf-44f0-ad53-c3388f48cff0" providerId="ADAL" clId="{ECC100FD-023F-4E10-9A7E-BC0C9D78DF98}" dt="2021-03-08T01:24:39.693" v="7259"/>
          <ac:spMkLst>
            <pc:docMk/>
            <pc:sldMk cId="347800843" sldId="2076137492"/>
            <ac:spMk id="18" creationId="{98B5B8A6-02CA-4862-ADCD-23B6E084183C}"/>
          </ac:spMkLst>
        </pc:spChg>
        <pc:grpChg chg="add mod">
          <ac:chgData name="Amilcar Jose Rodriguez Barrios" userId="efa7753a-59bf-44f0-ad53-c3388f48cff0" providerId="ADAL" clId="{ECC100FD-023F-4E10-9A7E-BC0C9D78DF98}" dt="2021-03-08T01:24:36.185" v="7258"/>
          <ac:grpSpMkLst>
            <pc:docMk/>
            <pc:sldMk cId="347800843" sldId="2076137492"/>
            <ac:grpSpMk id="11" creationId="{60A3FF7C-CDFF-4CCC-8A6C-3001F1AA03D5}"/>
          </ac:grpSpMkLst>
        </pc:grpChg>
        <pc:grpChg chg="add mod">
          <ac:chgData name="Amilcar Jose Rodriguez Barrios" userId="efa7753a-59bf-44f0-ad53-c3388f48cff0" providerId="ADAL" clId="{ECC100FD-023F-4E10-9A7E-BC0C9D78DF98}" dt="2021-03-08T01:24:39.693" v="7259"/>
          <ac:grpSpMkLst>
            <pc:docMk/>
            <pc:sldMk cId="347800843" sldId="2076137492"/>
            <ac:grpSpMk id="14" creationId="{C8246595-3FDB-4593-ABB1-39750C1D4EEA}"/>
          </ac:grpSpMkLst>
        </pc:grpChg>
        <pc:grpChg chg="add mod">
          <ac:chgData name="Amilcar Jose Rodriguez Barrios" userId="efa7753a-59bf-44f0-ad53-c3388f48cff0" providerId="ADAL" clId="{ECC100FD-023F-4E10-9A7E-BC0C9D78DF98}" dt="2021-03-08T01:24:39.693" v="7259"/>
          <ac:grpSpMkLst>
            <pc:docMk/>
            <pc:sldMk cId="347800843" sldId="2076137492"/>
            <ac:grpSpMk id="17" creationId="{D98F7118-5EDF-4A79-8CF8-E98C8641ECE0}"/>
          </ac:grpSpMkLst>
        </pc:grpChg>
        <pc:picChg chg="mod">
          <ac:chgData name="Amilcar Jose Rodriguez Barrios" userId="efa7753a-59bf-44f0-ad53-c3388f48cff0" providerId="ADAL" clId="{ECC100FD-023F-4E10-9A7E-BC0C9D78DF98}" dt="2021-03-08T01:24:39.693" v="7259"/>
          <ac:picMkLst>
            <pc:docMk/>
            <pc:sldMk cId="347800843" sldId="2076137492"/>
            <ac:picMk id="19" creationId="{AB3BE983-12DB-403E-BC28-CD6E4E9764BC}"/>
          </ac:picMkLst>
        </pc:picChg>
        <pc:cxnChg chg="mod">
          <ac:chgData name="Amilcar Jose Rodriguez Barrios" userId="efa7753a-59bf-44f0-ad53-c3388f48cff0" providerId="ADAL" clId="{ECC100FD-023F-4E10-9A7E-BC0C9D78DF98}" dt="2021-03-08T01:24:39.693" v="7259"/>
          <ac:cxnSpMkLst>
            <pc:docMk/>
            <pc:sldMk cId="347800843" sldId="2076137492"/>
            <ac:cxnSpMk id="15" creationId="{F3D2B22F-6875-42A6-AF65-B746FCF71B73}"/>
          </ac:cxnSpMkLst>
        </pc:cxnChg>
      </pc:sldChg>
      <pc:sldChg chg="addSp delSp modSp add mod modNotesTx">
        <pc:chgData name="Amilcar Jose Rodriguez Barrios" userId="efa7753a-59bf-44f0-ad53-c3388f48cff0" providerId="ADAL" clId="{ECC100FD-023F-4E10-9A7E-BC0C9D78DF98}" dt="2021-03-08T01:25:12.655" v="7273" actId="20577"/>
        <pc:sldMkLst>
          <pc:docMk/>
          <pc:sldMk cId="2436681202" sldId="2076137493"/>
        </pc:sldMkLst>
        <pc:spChg chg="mod">
          <ac:chgData name="Amilcar Jose Rodriguez Barrios" userId="efa7753a-59bf-44f0-ad53-c3388f48cff0" providerId="ADAL" clId="{ECC100FD-023F-4E10-9A7E-BC0C9D78DF98}" dt="2021-03-08T01:25:06.873" v="7268" actId="1076"/>
          <ac:spMkLst>
            <pc:docMk/>
            <pc:sldMk cId="2436681202" sldId="2076137493"/>
            <ac:spMk id="9" creationId="{1B96CEE2-1781-4468-8C48-9CF5B1AF3C9B}"/>
          </ac:spMkLst>
        </pc:spChg>
        <pc:spChg chg="del">
          <ac:chgData name="Amilcar Jose Rodriguez Barrios" userId="efa7753a-59bf-44f0-ad53-c3388f48cff0" providerId="ADAL" clId="{ECC100FD-023F-4E10-9A7E-BC0C9D78DF98}" dt="2021-03-08T01:24:48.395" v="7261" actId="478"/>
          <ac:spMkLst>
            <pc:docMk/>
            <pc:sldMk cId="2436681202" sldId="2076137493"/>
            <ac:spMk id="10" creationId="{E25FF5D8-76D4-4529-BDB6-823F98A57D25}"/>
          </ac:spMkLst>
        </pc:spChg>
        <pc:spChg chg="add mod">
          <ac:chgData name="Amilcar Jose Rodriguez Barrios" userId="efa7753a-59bf-44f0-ad53-c3388f48cff0" providerId="ADAL" clId="{ECC100FD-023F-4E10-9A7E-BC0C9D78DF98}" dt="2021-03-08T01:25:09.595" v="7271" actId="20577"/>
          <ac:spMkLst>
            <pc:docMk/>
            <pc:sldMk cId="2436681202" sldId="2076137493"/>
            <ac:spMk id="20" creationId="{778CF98F-56D3-41D8-967D-1DC1B2E99090}"/>
          </ac:spMkLst>
        </pc:spChg>
      </pc:sldChg>
      <pc:sldChg chg="addSp delSp modSp new mod modNotesTx">
        <pc:chgData name="Amilcar Jose Rodriguez Barrios" userId="efa7753a-59bf-44f0-ad53-c3388f48cff0" providerId="ADAL" clId="{ECC100FD-023F-4E10-9A7E-BC0C9D78DF98}" dt="2021-03-08T01:26:09.641" v="7313" actId="20577"/>
        <pc:sldMkLst>
          <pc:docMk/>
          <pc:sldMk cId="1585472053" sldId="2076137494"/>
        </pc:sldMkLst>
        <pc:spChg chg="del">
          <ac:chgData name="Amilcar Jose Rodriguez Barrios" userId="efa7753a-59bf-44f0-ad53-c3388f48cff0" providerId="ADAL" clId="{ECC100FD-023F-4E10-9A7E-BC0C9D78DF98}" dt="2021-03-08T01:25:20.827" v="7275" actId="478"/>
          <ac:spMkLst>
            <pc:docMk/>
            <pc:sldMk cId="1585472053" sldId="2076137494"/>
            <ac:spMk id="2" creationId="{11F21DD7-C1C9-4C56-99A0-DE5F4D3FA76B}"/>
          </ac:spMkLst>
        </pc:spChg>
        <pc:spChg chg="add mod">
          <ac:chgData name="Amilcar Jose Rodriguez Barrios" userId="efa7753a-59bf-44f0-ad53-c3388f48cff0" providerId="ADAL" clId="{ECC100FD-023F-4E10-9A7E-BC0C9D78DF98}" dt="2021-03-08T01:25:39.743" v="7277"/>
          <ac:spMkLst>
            <pc:docMk/>
            <pc:sldMk cId="1585472053" sldId="2076137494"/>
            <ac:spMk id="3" creationId="{A506FE4B-672E-4B28-BD52-10288ADA78A8}"/>
          </ac:spMkLst>
        </pc:spChg>
        <pc:spChg chg="mod">
          <ac:chgData name="Amilcar Jose Rodriguez Barrios" userId="efa7753a-59bf-44f0-ad53-c3388f48cff0" providerId="ADAL" clId="{ECC100FD-023F-4E10-9A7E-BC0C9D78DF98}" dt="2021-03-08T01:25:32.673" v="7276"/>
          <ac:spMkLst>
            <pc:docMk/>
            <pc:sldMk cId="1585472053" sldId="2076137494"/>
            <ac:spMk id="5" creationId="{EEBD42D9-348A-417B-B2E8-5295B979F87E}"/>
          </ac:spMkLst>
        </pc:spChg>
        <pc:spChg chg="mod">
          <ac:chgData name="Amilcar Jose Rodriguez Barrios" userId="efa7753a-59bf-44f0-ad53-c3388f48cff0" providerId="ADAL" clId="{ECC100FD-023F-4E10-9A7E-BC0C9D78DF98}" dt="2021-03-08T01:25:32.673" v="7276"/>
          <ac:spMkLst>
            <pc:docMk/>
            <pc:sldMk cId="1585472053" sldId="2076137494"/>
            <ac:spMk id="6" creationId="{957056A0-F913-4AE0-9D9B-B060CF1B7E75}"/>
          </ac:spMkLst>
        </pc:spChg>
        <pc:spChg chg="mod">
          <ac:chgData name="Amilcar Jose Rodriguez Barrios" userId="efa7753a-59bf-44f0-ad53-c3388f48cff0" providerId="ADAL" clId="{ECC100FD-023F-4E10-9A7E-BC0C9D78DF98}" dt="2021-03-08T01:25:32.673" v="7276"/>
          <ac:spMkLst>
            <pc:docMk/>
            <pc:sldMk cId="1585472053" sldId="2076137494"/>
            <ac:spMk id="9" creationId="{F9466960-6C30-4236-A2FC-ABFE5CFC1056}"/>
          </ac:spMkLst>
        </pc:spChg>
        <pc:spChg chg="mod">
          <ac:chgData name="Amilcar Jose Rodriguez Barrios" userId="efa7753a-59bf-44f0-ad53-c3388f48cff0" providerId="ADAL" clId="{ECC100FD-023F-4E10-9A7E-BC0C9D78DF98}" dt="2021-03-08T01:25:32.673" v="7276"/>
          <ac:spMkLst>
            <pc:docMk/>
            <pc:sldMk cId="1585472053" sldId="2076137494"/>
            <ac:spMk id="11" creationId="{96679971-A81C-40F2-8DB9-DEA49BABD2CA}"/>
          </ac:spMkLst>
        </pc:spChg>
        <pc:spChg chg="add mod">
          <ac:chgData name="Amilcar Jose Rodriguez Barrios" userId="efa7753a-59bf-44f0-ad53-c3388f48cff0" providerId="ADAL" clId="{ECC100FD-023F-4E10-9A7E-BC0C9D78DF98}" dt="2021-03-08T01:25:56.456" v="7291" actId="20577"/>
          <ac:spMkLst>
            <pc:docMk/>
            <pc:sldMk cId="1585472053" sldId="2076137494"/>
            <ac:spMk id="13" creationId="{FED8BF27-9B97-4E37-AF08-CA5C4EBF94DD}"/>
          </ac:spMkLst>
        </pc:spChg>
        <pc:grpChg chg="add mod">
          <ac:chgData name="Amilcar Jose Rodriguez Barrios" userId="efa7753a-59bf-44f0-ad53-c3388f48cff0" providerId="ADAL" clId="{ECC100FD-023F-4E10-9A7E-BC0C9D78DF98}" dt="2021-03-08T01:25:32.673" v="7276"/>
          <ac:grpSpMkLst>
            <pc:docMk/>
            <pc:sldMk cId="1585472053" sldId="2076137494"/>
            <ac:grpSpMk id="4" creationId="{AA080A83-3D46-4BCA-BBC3-E37F5665B8F1}"/>
          </ac:grpSpMkLst>
        </pc:grpChg>
        <pc:grpChg chg="add mod">
          <ac:chgData name="Amilcar Jose Rodriguez Barrios" userId="efa7753a-59bf-44f0-ad53-c3388f48cff0" providerId="ADAL" clId="{ECC100FD-023F-4E10-9A7E-BC0C9D78DF98}" dt="2021-03-08T01:25:32.673" v="7276"/>
          <ac:grpSpMkLst>
            <pc:docMk/>
            <pc:sldMk cId="1585472053" sldId="2076137494"/>
            <ac:grpSpMk id="7" creationId="{1AE9F3C2-02C0-4A47-8C25-2A021C9072A1}"/>
          </ac:grpSpMkLst>
        </pc:grpChg>
        <pc:grpChg chg="add mod">
          <ac:chgData name="Amilcar Jose Rodriguez Barrios" userId="efa7753a-59bf-44f0-ad53-c3388f48cff0" providerId="ADAL" clId="{ECC100FD-023F-4E10-9A7E-BC0C9D78DF98}" dt="2021-03-08T01:25:32.673" v="7276"/>
          <ac:grpSpMkLst>
            <pc:docMk/>
            <pc:sldMk cId="1585472053" sldId="2076137494"/>
            <ac:grpSpMk id="10" creationId="{0A8B0D2D-BBCF-4F59-9F34-7C669D5A0D13}"/>
          </ac:grpSpMkLst>
        </pc:grpChg>
        <pc:picChg chg="mod">
          <ac:chgData name="Amilcar Jose Rodriguez Barrios" userId="efa7753a-59bf-44f0-ad53-c3388f48cff0" providerId="ADAL" clId="{ECC100FD-023F-4E10-9A7E-BC0C9D78DF98}" dt="2021-03-08T01:25:32.673" v="7276"/>
          <ac:picMkLst>
            <pc:docMk/>
            <pc:sldMk cId="1585472053" sldId="2076137494"/>
            <ac:picMk id="12" creationId="{58720838-2E46-439F-BB1F-644808EDC014}"/>
          </ac:picMkLst>
        </pc:picChg>
        <pc:cxnChg chg="mod">
          <ac:chgData name="Amilcar Jose Rodriguez Barrios" userId="efa7753a-59bf-44f0-ad53-c3388f48cff0" providerId="ADAL" clId="{ECC100FD-023F-4E10-9A7E-BC0C9D78DF98}" dt="2021-03-08T01:25:32.673" v="7276"/>
          <ac:cxnSpMkLst>
            <pc:docMk/>
            <pc:sldMk cId="1585472053" sldId="2076137494"/>
            <ac:cxnSpMk id="8" creationId="{6FED1AA4-3D0A-47FB-A21E-7DC33EF0208F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8T01:39:14.129" v="7455" actId="20577"/>
        <pc:sldMkLst>
          <pc:docMk/>
          <pc:sldMk cId="3702675007" sldId="2076137495"/>
        </pc:sldMkLst>
        <pc:spChg chg="mod">
          <ac:chgData name="Amilcar Jose Rodriguez Barrios" userId="efa7753a-59bf-44f0-ad53-c3388f48cff0" providerId="ADAL" clId="{ECC100FD-023F-4E10-9A7E-BC0C9D78DF98}" dt="2021-03-08T01:38:42.954" v="7316" actId="20577"/>
          <ac:spMkLst>
            <pc:docMk/>
            <pc:sldMk cId="3702675007" sldId="2076137495"/>
            <ac:spMk id="12" creationId="{F5872AF8-752D-4676-9459-FE649B8CD871}"/>
          </ac:spMkLst>
        </pc:spChg>
        <pc:spChg chg="mod">
          <ac:chgData name="Amilcar Jose Rodriguez Barrios" userId="efa7753a-59bf-44f0-ad53-c3388f48cff0" providerId="ADAL" clId="{ECC100FD-023F-4E10-9A7E-BC0C9D78DF98}" dt="2021-03-08T01:38:50.707" v="7341" actId="20577"/>
          <ac:spMkLst>
            <pc:docMk/>
            <pc:sldMk cId="3702675007" sldId="2076137495"/>
            <ac:spMk id="15" creationId="{7644E663-497C-4A27-924A-C3A23CFD02CB}"/>
          </ac:spMkLst>
        </pc:spChg>
        <pc:spChg chg="mod">
          <ac:chgData name="Amilcar Jose Rodriguez Barrios" userId="efa7753a-59bf-44f0-ad53-c3388f48cff0" providerId="ADAL" clId="{ECC100FD-023F-4E10-9A7E-BC0C9D78DF98}" dt="2021-03-08T01:39:14.129" v="7455" actId="20577"/>
          <ac:spMkLst>
            <pc:docMk/>
            <pc:sldMk cId="3702675007" sldId="2076137495"/>
            <ac:spMk id="16" creationId="{0569FD1F-1742-41C3-9E42-DA546B606566}"/>
          </ac:spMkLst>
        </pc:spChg>
      </pc:sldChg>
      <pc:sldChg chg="addSp delSp modSp add mod modAnim">
        <pc:chgData name="Amilcar Jose Rodriguez Barrios" userId="efa7753a-59bf-44f0-ad53-c3388f48cff0" providerId="ADAL" clId="{ECC100FD-023F-4E10-9A7E-BC0C9D78DF98}" dt="2021-03-08T14:07:10.645" v="7523" actId="1076"/>
        <pc:sldMkLst>
          <pc:docMk/>
          <pc:sldMk cId="1245411019" sldId="2076137496"/>
        </pc:sldMkLst>
        <pc:spChg chg="del">
          <ac:chgData name="Amilcar Jose Rodriguez Barrios" userId="efa7753a-59bf-44f0-ad53-c3388f48cff0" providerId="ADAL" clId="{ECC100FD-023F-4E10-9A7E-BC0C9D78DF98}" dt="2021-03-08T14:05:39.639" v="7492" actId="478"/>
          <ac:spMkLst>
            <pc:docMk/>
            <pc:sldMk cId="1245411019" sldId="2076137496"/>
            <ac:spMk id="3" creationId="{A506FE4B-672E-4B28-BD52-10288ADA78A8}"/>
          </ac:spMkLst>
        </pc:spChg>
        <pc:spChg chg="mod">
          <ac:chgData name="Amilcar Jose Rodriguez Barrios" userId="efa7753a-59bf-44f0-ad53-c3388f48cff0" providerId="ADAL" clId="{ECC100FD-023F-4E10-9A7E-BC0C9D78DF98}" dt="2021-03-08T14:05:43.128" v="7494" actId="20577"/>
          <ac:spMkLst>
            <pc:docMk/>
            <pc:sldMk cId="1245411019" sldId="2076137496"/>
            <ac:spMk id="6" creationId="{957056A0-F913-4AE0-9D9B-B060CF1B7E75}"/>
          </ac:spMkLst>
        </pc:spChg>
        <pc:spChg chg="del">
          <ac:chgData name="Amilcar Jose Rodriguez Barrios" userId="efa7753a-59bf-44f0-ad53-c3388f48cff0" providerId="ADAL" clId="{ECC100FD-023F-4E10-9A7E-BC0C9D78DF98}" dt="2021-03-08T14:05:41.161" v="7493" actId="478"/>
          <ac:spMkLst>
            <pc:docMk/>
            <pc:sldMk cId="1245411019" sldId="2076137496"/>
            <ac:spMk id="13" creationId="{FED8BF27-9B97-4E37-AF08-CA5C4EBF94DD}"/>
          </ac:spMkLst>
        </pc:spChg>
        <pc:spChg chg="add del mod">
          <ac:chgData name="Amilcar Jose Rodriguez Barrios" userId="efa7753a-59bf-44f0-ad53-c3388f48cff0" providerId="ADAL" clId="{ECC100FD-023F-4E10-9A7E-BC0C9D78DF98}" dt="2021-03-08T14:06:37.082" v="7513"/>
          <ac:spMkLst>
            <pc:docMk/>
            <pc:sldMk cId="1245411019" sldId="2076137496"/>
            <ac:spMk id="14" creationId="{DAD6A073-25E0-4A2B-A2D1-8449E1A4E8A4}"/>
          </ac:spMkLst>
        </pc:spChg>
        <pc:spChg chg="add del mod">
          <ac:chgData name="Amilcar Jose Rodriguez Barrios" userId="efa7753a-59bf-44f0-ad53-c3388f48cff0" providerId="ADAL" clId="{ECC100FD-023F-4E10-9A7E-BC0C9D78DF98}" dt="2021-03-08T14:06:37.082" v="7513"/>
          <ac:spMkLst>
            <pc:docMk/>
            <pc:sldMk cId="1245411019" sldId="2076137496"/>
            <ac:spMk id="16" creationId="{656FD68E-58DE-47C9-801C-C62FC65A8BAC}"/>
          </ac:spMkLst>
        </pc:spChg>
        <pc:spChg chg="mod">
          <ac:chgData name="Amilcar Jose Rodriguez Barrios" userId="efa7753a-59bf-44f0-ad53-c3388f48cff0" providerId="ADAL" clId="{ECC100FD-023F-4E10-9A7E-BC0C9D78DF98}" dt="2021-03-08T14:06:36.032" v="7512"/>
          <ac:spMkLst>
            <pc:docMk/>
            <pc:sldMk cId="1245411019" sldId="2076137496"/>
            <ac:spMk id="18" creationId="{0807542F-A31E-46D4-8EB4-587A75962BEE}"/>
          </ac:spMkLst>
        </pc:spChg>
        <pc:spChg chg="mod">
          <ac:chgData name="Amilcar Jose Rodriguez Barrios" userId="efa7753a-59bf-44f0-ad53-c3388f48cff0" providerId="ADAL" clId="{ECC100FD-023F-4E10-9A7E-BC0C9D78DF98}" dt="2021-03-08T14:06:36.032" v="7512"/>
          <ac:spMkLst>
            <pc:docMk/>
            <pc:sldMk cId="1245411019" sldId="2076137496"/>
            <ac:spMk id="19" creationId="{9D6FC686-4B6C-463A-80E1-00162FC289B6}"/>
          </ac:spMkLst>
        </pc:spChg>
        <pc:spChg chg="add mod">
          <ac:chgData name="Amilcar Jose Rodriguez Barrios" userId="efa7753a-59bf-44f0-ad53-c3388f48cff0" providerId="ADAL" clId="{ECC100FD-023F-4E10-9A7E-BC0C9D78DF98}" dt="2021-03-08T14:07:10.645" v="7523" actId="1076"/>
          <ac:spMkLst>
            <pc:docMk/>
            <pc:sldMk cId="1245411019" sldId="2076137496"/>
            <ac:spMk id="20" creationId="{054AE04B-F930-4EC8-9E30-50C963F34D8A}"/>
          </ac:spMkLst>
        </pc:spChg>
        <pc:spChg chg="add mod">
          <ac:chgData name="Amilcar Jose Rodriguez Barrios" userId="efa7753a-59bf-44f0-ad53-c3388f48cff0" providerId="ADAL" clId="{ECC100FD-023F-4E10-9A7E-BC0C9D78DF98}" dt="2021-03-08T14:06:58.942" v="7520" actId="1076"/>
          <ac:spMkLst>
            <pc:docMk/>
            <pc:sldMk cId="1245411019" sldId="2076137496"/>
            <ac:spMk id="22" creationId="{F3489285-A14B-4A7A-9530-27382EE76692}"/>
          </ac:spMkLst>
        </pc:spChg>
        <pc:spChg chg="mod">
          <ac:chgData name="Amilcar Jose Rodriguez Barrios" userId="efa7753a-59bf-44f0-ad53-c3388f48cff0" providerId="ADAL" clId="{ECC100FD-023F-4E10-9A7E-BC0C9D78DF98}" dt="2021-03-08T14:06:41.213" v="7514"/>
          <ac:spMkLst>
            <pc:docMk/>
            <pc:sldMk cId="1245411019" sldId="2076137496"/>
            <ac:spMk id="24" creationId="{C1C7F96A-D717-47A5-AA9E-CF6F241A6709}"/>
          </ac:spMkLst>
        </pc:spChg>
        <pc:spChg chg="mod">
          <ac:chgData name="Amilcar Jose Rodriguez Barrios" userId="efa7753a-59bf-44f0-ad53-c3388f48cff0" providerId="ADAL" clId="{ECC100FD-023F-4E10-9A7E-BC0C9D78DF98}" dt="2021-03-08T14:06:41.213" v="7514"/>
          <ac:spMkLst>
            <pc:docMk/>
            <pc:sldMk cId="1245411019" sldId="2076137496"/>
            <ac:spMk id="25" creationId="{866A1EE5-7528-4143-8F0F-100B0291E873}"/>
          </ac:spMkLst>
        </pc:spChg>
        <pc:spChg chg="add mod">
          <ac:chgData name="Amilcar Jose Rodriguez Barrios" userId="efa7753a-59bf-44f0-ad53-c3388f48cff0" providerId="ADAL" clId="{ECC100FD-023F-4E10-9A7E-BC0C9D78DF98}" dt="2021-03-08T14:06:54.520" v="7518" actId="1076"/>
          <ac:spMkLst>
            <pc:docMk/>
            <pc:sldMk cId="1245411019" sldId="2076137496"/>
            <ac:spMk id="26" creationId="{4BB89529-E078-41AF-B5D3-3E585ECB8733}"/>
          </ac:spMkLst>
        </pc:spChg>
        <pc:grpChg chg="add del mod">
          <ac:chgData name="Amilcar Jose Rodriguez Barrios" userId="efa7753a-59bf-44f0-ad53-c3388f48cff0" providerId="ADAL" clId="{ECC100FD-023F-4E10-9A7E-BC0C9D78DF98}" dt="2021-03-08T14:06:37.082" v="7513"/>
          <ac:grpSpMkLst>
            <pc:docMk/>
            <pc:sldMk cId="1245411019" sldId="2076137496"/>
            <ac:grpSpMk id="17" creationId="{33C59C15-D635-4721-AAC9-E027CCD1FA5A}"/>
          </ac:grpSpMkLst>
        </pc:grpChg>
        <pc:grpChg chg="add mod">
          <ac:chgData name="Amilcar Jose Rodriguez Barrios" userId="efa7753a-59bf-44f0-ad53-c3388f48cff0" providerId="ADAL" clId="{ECC100FD-023F-4E10-9A7E-BC0C9D78DF98}" dt="2021-03-08T14:06:55.721" v="7519" actId="1076"/>
          <ac:grpSpMkLst>
            <pc:docMk/>
            <pc:sldMk cId="1245411019" sldId="2076137496"/>
            <ac:grpSpMk id="23" creationId="{9FE90FB7-EACB-42CF-AD4C-6DD53592B40D}"/>
          </ac:grpSpMkLst>
        </pc:grpChg>
        <pc:picChg chg="add del mod">
          <ac:chgData name="Amilcar Jose Rodriguez Barrios" userId="efa7753a-59bf-44f0-ad53-c3388f48cff0" providerId="ADAL" clId="{ECC100FD-023F-4E10-9A7E-BC0C9D78DF98}" dt="2021-03-08T14:06:37.082" v="7513"/>
          <ac:picMkLst>
            <pc:docMk/>
            <pc:sldMk cId="1245411019" sldId="2076137496"/>
            <ac:picMk id="15" creationId="{0F950FFB-D1B3-48C4-B13B-17D9CA6BAACC}"/>
          </ac:picMkLst>
        </pc:picChg>
        <pc:picChg chg="add mod">
          <ac:chgData name="Amilcar Jose Rodriguez Barrios" userId="efa7753a-59bf-44f0-ad53-c3388f48cff0" providerId="ADAL" clId="{ECC100FD-023F-4E10-9A7E-BC0C9D78DF98}" dt="2021-03-08T14:06:58.942" v="7520" actId="1076"/>
          <ac:picMkLst>
            <pc:docMk/>
            <pc:sldMk cId="1245411019" sldId="2076137496"/>
            <ac:picMk id="21" creationId="{55E715AF-8ABD-4229-A115-A35729250763}"/>
          </ac:picMkLst>
        </pc:picChg>
      </pc:sldChg>
      <pc:sldChg chg="addSp modSp add mod">
        <pc:chgData name="Amilcar Jose Rodriguez Barrios" userId="efa7753a-59bf-44f0-ad53-c3388f48cff0" providerId="ADAL" clId="{ECC100FD-023F-4E10-9A7E-BC0C9D78DF98}" dt="2021-03-08T14:07:37.819" v="7527" actId="1076"/>
        <pc:sldMkLst>
          <pc:docMk/>
          <pc:sldMk cId="839503798" sldId="2076137497"/>
        </pc:sldMkLst>
        <pc:spChg chg="add mod">
          <ac:chgData name="Amilcar Jose Rodriguez Barrios" userId="efa7753a-59bf-44f0-ad53-c3388f48cff0" providerId="ADAL" clId="{ECC100FD-023F-4E10-9A7E-BC0C9D78DF98}" dt="2021-03-08T14:07:28.616" v="7525" actId="1076"/>
          <ac:spMkLst>
            <pc:docMk/>
            <pc:sldMk cId="839503798" sldId="2076137497"/>
            <ac:spMk id="13" creationId="{2AFE58E0-16B2-4CC7-911E-49AFC46DF281}"/>
          </ac:spMkLst>
        </pc:spChg>
        <pc:spChg chg="add mod">
          <ac:chgData name="Amilcar Jose Rodriguez Barrios" userId="efa7753a-59bf-44f0-ad53-c3388f48cff0" providerId="ADAL" clId="{ECC100FD-023F-4E10-9A7E-BC0C9D78DF98}" dt="2021-03-08T14:07:28.616" v="7525" actId="1076"/>
          <ac:spMkLst>
            <pc:docMk/>
            <pc:sldMk cId="839503798" sldId="2076137497"/>
            <ac:spMk id="14" creationId="{BC52D130-34CC-440C-9733-E934D2266448}"/>
          </ac:spMkLst>
        </pc:spChg>
        <pc:spChg chg="add mod">
          <ac:chgData name="Amilcar Jose Rodriguez Barrios" userId="efa7753a-59bf-44f0-ad53-c3388f48cff0" providerId="ADAL" clId="{ECC100FD-023F-4E10-9A7E-BC0C9D78DF98}" dt="2021-03-08T14:07:28.616" v="7525" actId="1076"/>
          <ac:spMkLst>
            <pc:docMk/>
            <pc:sldMk cId="839503798" sldId="2076137497"/>
            <ac:spMk id="15" creationId="{4C732538-21DA-4AE6-8D3C-92A2A32D98AD}"/>
          </ac:spMkLst>
        </pc:spChg>
        <pc:spChg chg="add mod">
          <ac:chgData name="Amilcar Jose Rodriguez Barrios" userId="efa7753a-59bf-44f0-ad53-c3388f48cff0" providerId="ADAL" clId="{ECC100FD-023F-4E10-9A7E-BC0C9D78DF98}" dt="2021-03-08T14:07:28.616" v="7525" actId="1076"/>
          <ac:spMkLst>
            <pc:docMk/>
            <pc:sldMk cId="839503798" sldId="2076137497"/>
            <ac:spMk id="16" creationId="{F0853EA3-F528-4CFA-9655-9F9599A7DC33}"/>
          </ac:spMkLst>
        </pc:spChg>
        <pc:spChg chg="add mod">
          <ac:chgData name="Amilcar Jose Rodriguez Barrios" userId="efa7753a-59bf-44f0-ad53-c3388f48cff0" providerId="ADAL" clId="{ECC100FD-023F-4E10-9A7E-BC0C9D78DF98}" dt="2021-03-08T14:07:37.819" v="7527" actId="1076"/>
          <ac:spMkLst>
            <pc:docMk/>
            <pc:sldMk cId="839503798" sldId="2076137497"/>
            <ac:spMk id="22" creationId="{09942E98-5542-411E-9E58-073F13118C64}"/>
          </ac:spMkLst>
        </pc:spChg>
        <pc:picChg chg="add mod">
          <ac:chgData name="Amilcar Jose Rodriguez Barrios" userId="efa7753a-59bf-44f0-ad53-c3388f48cff0" providerId="ADAL" clId="{ECC100FD-023F-4E10-9A7E-BC0C9D78DF98}" dt="2021-03-08T14:07:28.616" v="7525" actId="1076"/>
          <ac:picMkLst>
            <pc:docMk/>
            <pc:sldMk cId="839503798" sldId="2076137497"/>
            <ac:picMk id="17" creationId="{5DBEEEF9-B580-4667-B93F-EEF22FFB022F}"/>
          </ac:picMkLst>
        </pc:picChg>
        <pc:picChg chg="add mod">
          <ac:chgData name="Amilcar Jose Rodriguez Barrios" userId="efa7753a-59bf-44f0-ad53-c3388f48cff0" providerId="ADAL" clId="{ECC100FD-023F-4E10-9A7E-BC0C9D78DF98}" dt="2021-03-08T14:07:28.616" v="7525" actId="1076"/>
          <ac:picMkLst>
            <pc:docMk/>
            <pc:sldMk cId="839503798" sldId="2076137497"/>
            <ac:picMk id="18" creationId="{6656C49B-961C-47D3-B472-80FF7D4DC22E}"/>
          </ac:picMkLst>
        </pc:picChg>
        <pc:picChg chg="add mod">
          <ac:chgData name="Amilcar Jose Rodriguez Barrios" userId="efa7753a-59bf-44f0-ad53-c3388f48cff0" providerId="ADAL" clId="{ECC100FD-023F-4E10-9A7E-BC0C9D78DF98}" dt="2021-03-08T14:07:28.616" v="7525" actId="1076"/>
          <ac:picMkLst>
            <pc:docMk/>
            <pc:sldMk cId="839503798" sldId="2076137497"/>
            <ac:picMk id="19" creationId="{11867F1B-1ADD-4E25-AFAD-421C2E9FCCB5}"/>
          </ac:picMkLst>
        </pc:picChg>
        <pc:cxnChg chg="add mod">
          <ac:chgData name="Amilcar Jose Rodriguez Barrios" userId="efa7753a-59bf-44f0-ad53-c3388f48cff0" providerId="ADAL" clId="{ECC100FD-023F-4E10-9A7E-BC0C9D78DF98}" dt="2021-03-08T14:07:28.616" v="7525" actId="1076"/>
          <ac:cxnSpMkLst>
            <pc:docMk/>
            <pc:sldMk cId="839503798" sldId="2076137497"/>
            <ac:cxnSpMk id="20" creationId="{9AFE3199-3033-416B-B0F5-0AB53B036E4B}"/>
          </ac:cxnSpMkLst>
        </pc:cxnChg>
        <pc:cxnChg chg="add mod">
          <ac:chgData name="Amilcar Jose Rodriguez Barrios" userId="efa7753a-59bf-44f0-ad53-c3388f48cff0" providerId="ADAL" clId="{ECC100FD-023F-4E10-9A7E-BC0C9D78DF98}" dt="2021-03-08T14:07:28.616" v="7525" actId="1076"/>
          <ac:cxnSpMkLst>
            <pc:docMk/>
            <pc:sldMk cId="839503798" sldId="2076137497"/>
            <ac:cxnSpMk id="21" creationId="{C613FED3-1DFE-485A-9552-CED30F47789E}"/>
          </ac:cxnSpMkLst>
        </pc:cxnChg>
      </pc:sldChg>
      <pc:sldChg chg="addSp delSp modSp add mod">
        <pc:chgData name="Amilcar Jose Rodriguez Barrios" userId="efa7753a-59bf-44f0-ad53-c3388f48cff0" providerId="ADAL" clId="{ECC100FD-023F-4E10-9A7E-BC0C9D78DF98}" dt="2021-03-08T14:09:40.370" v="7634" actId="1076"/>
        <pc:sldMkLst>
          <pc:docMk/>
          <pc:sldMk cId="775126458" sldId="2076137498"/>
        </pc:sldMkLst>
        <pc:spChg chg="add del mod">
          <ac:chgData name="Amilcar Jose Rodriguez Barrios" userId="efa7753a-59bf-44f0-ad53-c3388f48cff0" providerId="ADAL" clId="{ECC100FD-023F-4E10-9A7E-BC0C9D78DF98}" dt="2021-03-08T14:09:14.699" v="7590"/>
          <ac:spMkLst>
            <pc:docMk/>
            <pc:sldMk cId="775126458" sldId="2076137498"/>
            <ac:spMk id="13" creationId="{AC541F13-3CF2-456E-A3DF-7C0FDAF3EDD6}"/>
          </ac:spMkLst>
        </pc:spChg>
        <pc:spChg chg="add del mod">
          <ac:chgData name="Amilcar Jose Rodriguez Barrios" userId="efa7753a-59bf-44f0-ad53-c3388f48cff0" providerId="ADAL" clId="{ECC100FD-023F-4E10-9A7E-BC0C9D78DF98}" dt="2021-03-08T14:09:14.699" v="7590"/>
          <ac:spMkLst>
            <pc:docMk/>
            <pc:sldMk cId="775126458" sldId="2076137498"/>
            <ac:spMk id="14" creationId="{A60E9778-DF1D-4FB2-8E6C-A413F854E463}"/>
          </ac:spMkLst>
        </pc:spChg>
        <pc:spChg chg="add del mod">
          <ac:chgData name="Amilcar Jose Rodriguez Barrios" userId="efa7753a-59bf-44f0-ad53-c3388f48cff0" providerId="ADAL" clId="{ECC100FD-023F-4E10-9A7E-BC0C9D78DF98}" dt="2021-03-08T14:09:14.699" v="7590"/>
          <ac:spMkLst>
            <pc:docMk/>
            <pc:sldMk cId="775126458" sldId="2076137498"/>
            <ac:spMk id="16" creationId="{94FE8808-88FE-4EAA-9D54-5B55A0A034E4}"/>
          </ac:spMkLst>
        </pc:spChg>
        <pc:spChg chg="add mod">
          <ac:chgData name="Amilcar Jose Rodriguez Barrios" userId="efa7753a-59bf-44f0-ad53-c3388f48cff0" providerId="ADAL" clId="{ECC100FD-023F-4E10-9A7E-BC0C9D78DF98}" dt="2021-03-08T14:09:40.370" v="7634" actId="1076"/>
          <ac:spMkLst>
            <pc:docMk/>
            <pc:sldMk cId="775126458" sldId="2076137498"/>
            <ac:spMk id="17" creationId="{09718B9F-EA0E-4A1E-9DE1-AB850DB87194}"/>
          </ac:spMkLst>
        </pc:spChg>
        <pc:spChg chg="add del mod">
          <ac:chgData name="Amilcar Jose Rodriguez Barrios" userId="efa7753a-59bf-44f0-ad53-c3388f48cff0" providerId="ADAL" clId="{ECC100FD-023F-4E10-9A7E-BC0C9D78DF98}" dt="2021-03-08T14:09:22.656" v="7631" actId="478"/>
          <ac:spMkLst>
            <pc:docMk/>
            <pc:sldMk cId="775126458" sldId="2076137498"/>
            <ac:spMk id="18" creationId="{5D7E92D5-61E0-4BD3-8956-E04C5D4F906A}"/>
          </ac:spMkLst>
        </pc:spChg>
        <pc:spChg chg="add mod">
          <ac:chgData name="Amilcar Jose Rodriguez Barrios" userId="efa7753a-59bf-44f0-ad53-c3388f48cff0" providerId="ADAL" clId="{ECC100FD-023F-4E10-9A7E-BC0C9D78DF98}" dt="2021-03-08T14:09:19.310" v="7630" actId="1036"/>
          <ac:spMkLst>
            <pc:docMk/>
            <pc:sldMk cId="775126458" sldId="2076137498"/>
            <ac:spMk id="20" creationId="{BB4262B1-127C-41DC-9C2E-D29439B9B081}"/>
          </ac:spMkLst>
        </pc:spChg>
        <pc:picChg chg="add del mod">
          <ac:chgData name="Amilcar Jose Rodriguez Barrios" userId="efa7753a-59bf-44f0-ad53-c3388f48cff0" providerId="ADAL" clId="{ECC100FD-023F-4E10-9A7E-BC0C9D78DF98}" dt="2021-03-08T14:09:14.699" v="7590"/>
          <ac:picMkLst>
            <pc:docMk/>
            <pc:sldMk cId="775126458" sldId="2076137498"/>
            <ac:picMk id="15" creationId="{79AC79B4-6825-4F25-BD6D-E07D9905EE0B}"/>
          </ac:picMkLst>
        </pc:picChg>
        <pc:picChg chg="add mod">
          <ac:chgData name="Amilcar Jose Rodriguez Barrios" userId="efa7753a-59bf-44f0-ad53-c3388f48cff0" providerId="ADAL" clId="{ECC100FD-023F-4E10-9A7E-BC0C9D78DF98}" dt="2021-03-08T14:09:19.310" v="7630" actId="1036"/>
          <ac:picMkLst>
            <pc:docMk/>
            <pc:sldMk cId="775126458" sldId="2076137498"/>
            <ac:picMk id="19" creationId="{EE93EBFB-259A-4896-AADF-A5C133F6D7E6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8T14:10:03.191" v="7639" actId="1076"/>
        <pc:sldMkLst>
          <pc:docMk/>
          <pc:sldMk cId="584288653" sldId="2076137499"/>
        </pc:sldMkLst>
        <pc:spChg chg="add mod">
          <ac:chgData name="Amilcar Jose Rodriguez Barrios" userId="efa7753a-59bf-44f0-ad53-c3388f48cff0" providerId="ADAL" clId="{ECC100FD-023F-4E10-9A7E-BC0C9D78DF98}" dt="2021-03-08T14:10:03.191" v="7639" actId="1076"/>
          <ac:spMkLst>
            <pc:docMk/>
            <pc:sldMk cId="584288653" sldId="2076137499"/>
            <ac:spMk id="13" creationId="{C625DC4F-8BFB-45C9-815E-876209C826B0}"/>
          </ac:spMkLst>
        </pc:spChg>
        <pc:spChg chg="add mod">
          <ac:chgData name="Amilcar Jose Rodriguez Barrios" userId="efa7753a-59bf-44f0-ad53-c3388f48cff0" providerId="ADAL" clId="{ECC100FD-023F-4E10-9A7E-BC0C9D78DF98}" dt="2021-03-08T14:09:57.509" v="7637" actId="14100"/>
          <ac:spMkLst>
            <pc:docMk/>
            <pc:sldMk cId="584288653" sldId="2076137499"/>
            <ac:spMk id="15" creationId="{10766BEF-F670-4ED2-B02B-E6077E324994}"/>
          </ac:spMkLst>
        </pc:spChg>
        <pc:spChg chg="add mod">
          <ac:chgData name="Amilcar Jose Rodriguez Barrios" userId="efa7753a-59bf-44f0-ad53-c3388f48cff0" providerId="ADAL" clId="{ECC100FD-023F-4E10-9A7E-BC0C9D78DF98}" dt="2021-03-08T14:09:57.509" v="7637" actId="14100"/>
          <ac:spMkLst>
            <pc:docMk/>
            <pc:sldMk cId="584288653" sldId="2076137499"/>
            <ac:spMk id="16" creationId="{CDE95055-D204-4837-907A-30C1419C2755}"/>
          </ac:spMkLst>
        </pc:spChg>
        <pc:picChg chg="add mod">
          <ac:chgData name="Amilcar Jose Rodriguez Barrios" userId="efa7753a-59bf-44f0-ad53-c3388f48cff0" providerId="ADAL" clId="{ECC100FD-023F-4E10-9A7E-BC0C9D78DF98}" dt="2021-03-08T14:09:57.509" v="7637" actId="14100"/>
          <ac:picMkLst>
            <pc:docMk/>
            <pc:sldMk cId="584288653" sldId="2076137499"/>
            <ac:picMk id="14" creationId="{3B8A54CE-3BC2-4FDC-B9FE-0218C267BF73}"/>
          </ac:picMkLst>
        </pc:picChg>
        <pc:picChg chg="add mod">
          <ac:chgData name="Amilcar Jose Rodriguez Barrios" userId="efa7753a-59bf-44f0-ad53-c3388f48cff0" providerId="ADAL" clId="{ECC100FD-023F-4E10-9A7E-BC0C9D78DF98}" dt="2021-03-08T14:09:57.509" v="7637" actId="14100"/>
          <ac:picMkLst>
            <pc:docMk/>
            <pc:sldMk cId="584288653" sldId="2076137499"/>
            <ac:picMk id="17" creationId="{B853F6A5-F247-4652-BEEB-05B0BD6BD658}"/>
          </ac:picMkLst>
        </pc:picChg>
      </pc:sldChg>
      <pc:sldChg chg="addSp delSp modSp add mod">
        <pc:chgData name="Amilcar Jose Rodriguez Barrios" userId="efa7753a-59bf-44f0-ad53-c3388f48cff0" providerId="ADAL" clId="{ECC100FD-023F-4E10-9A7E-BC0C9D78DF98}" dt="2021-03-08T14:10:56.493" v="7672" actId="1076"/>
        <pc:sldMkLst>
          <pc:docMk/>
          <pc:sldMk cId="3189377723" sldId="2076137500"/>
        </pc:sldMkLst>
        <pc:spChg chg="add mod">
          <ac:chgData name="Amilcar Jose Rodriguez Barrios" userId="efa7753a-59bf-44f0-ad53-c3388f48cff0" providerId="ADAL" clId="{ECC100FD-023F-4E10-9A7E-BC0C9D78DF98}" dt="2021-03-08T14:10:56.493" v="7672" actId="1076"/>
          <ac:spMkLst>
            <pc:docMk/>
            <pc:sldMk cId="3189377723" sldId="2076137500"/>
            <ac:spMk id="13" creationId="{348FDB4A-6DEA-4F1B-8699-9DCB475CE5BB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16" creationId="{B5CD7500-E695-42E2-AC2E-1B584E19769D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17" creationId="{0ECBB669-94BB-4F6F-8407-271DF4FC9CEE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19" creationId="{C9161EA1-CD57-492D-8F35-305F39EE2125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0" creationId="{1D4F2E22-5278-4D1D-A248-59C073F61ECA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2" creationId="{DFCB786D-DF54-478D-A5C7-7338F5E49DE4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3" creationId="{A8A43F72-95CB-42F9-9097-3D890DEDED28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5" creationId="{8BC1D3A9-68FD-4AF3-B24E-F16DB254E58D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6" creationId="{E98617F4-B2BD-4BA4-8AD6-650D6510313E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27" creationId="{A1A29FB5-66CE-4199-B921-331351F7E799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28" creationId="{6C7799AE-E923-40CF-957A-48345D19F001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29" creationId="{CC2127E6-A97C-449E-A76D-0F9F76CA6215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0" creationId="{FEFC6130-BAA7-40F3-8866-037C41B9C222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1" creationId="{E9B7C425-CAB1-4618-AC3A-DE4AF918AFCB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2" creationId="{7A836B2F-C329-40FC-8C59-6115604F96D8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3" creationId="{F50A6A06-F9E2-41D1-9D52-94E0835A4C94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4" creationId="{AAE03955-8168-4745-9AC9-BE6A55DAE1C6}"/>
          </ac:spMkLst>
        </pc:spChg>
        <pc:grpChg chg="del mod">
          <ac:chgData name="Amilcar Jose Rodriguez Barrios" userId="efa7753a-59bf-44f0-ad53-c3388f48cff0" providerId="ADAL" clId="{ECC100FD-023F-4E10-9A7E-BC0C9D78DF98}" dt="2021-03-08T14:10:54.148" v="7671" actId="478"/>
          <ac:grpSpMkLst>
            <pc:docMk/>
            <pc:sldMk cId="3189377723" sldId="2076137500"/>
            <ac:grpSpMk id="7" creationId="{1AE9F3C2-02C0-4A47-8C25-2A021C9072A1}"/>
          </ac:grpSpMkLst>
        </pc:grpChg>
        <pc:grpChg chg="add mod">
          <ac:chgData name="Amilcar Jose Rodriguez Barrios" userId="efa7753a-59bf-44f0-ad53-c3388f48cff0" providerId="ADAL" clId="{ECC100FD-023F-4E10-9A7E-BC0C9D78DF98}" dt="2021-03-08T14:10:51.633" v="7670" actId="1036"/>
          <ac:grpSpMkLst>
            <pc:docMk/>
            <pc:sldMk cId="3189377723" sldId="2076137500"/>
            <ac:grpSpMk id="15" creationId="{8396D344-2B99-44BB-AB8F-D56FB3043A6C}"/>
          </ac:grpSpMkLst>
        </pc:grpChg>
        <pc:grpChg chg="add mod">
          <ac:chgData name="Amilcar Jose Rodriguez Barrios" userId="efa7753a-59bf-44f0-ad53-c3388f48cff0" providerId="ADAL" clId="{ECC100FD-023F-4E10-9A7E-BC0C9D78DF98}" dt="2021-03-08T14:10:51.633" v="7670" actId="1036"/>
          <ac:grpSpMkLst>
            <pc:docMk/>
            <pc:sldMk cId="3189377723" sldId="2076137500"/>
            <ac:grpSpMk id="18" creationId="{38BA2BFD-C27D-4698-AEB9-AA346B3A790A}"/>
          </ac:grpSpMkLst>
        </pc:grpChg>
        <pc:grpChg chg="add mod">
          <ac:chgData name="Amilcar Jose Rodriguez Barrios" userId="efa7753a-59bf-44f0-ad53-c3388f48cff0" providerId="ADAL" clId="{ECC100FD-023F-4E10-9A7E-BC0C9D78DF98}" dt="2021-03-08T14:10:51.633" v="7670" actId="1036"/>
          <ac:grpSpMkLst>
            <pc:docMk/>
            <pc:sldMk cId="3189377723" sldId="2076137500"/>
            <ac:grpSpMk id="21" creationId="{9E08D5B0-94D6-4558-94F5-345529F4595D}"/>
          </ac:grpSpMkLst>
        </pc:grpChg>
        <pc:grpChg chg="add mod">
          <ac:chgData name="Amilcar Jose Rodriguez Barrios" userId="efa7753a-59bf-44f0-ad53-c3388f48cff0" providerId="ADAL" clId="{ECC100FD-023F-4E10-9A7E-BC0C9D78DF98}" dt="2021-03-08T14:10:51.633" v="7670" actId="1036"/>
          <ac:grpSpMkLst>
            <pc:docMk/>
            <pc:sldMk cId="3189377723" sldId="2076137500"/>
            <ac:grpSpMk id="24" creationId="{FF856ACE-DDCE-4017-A5F7-DF9013100CE2}"/>
          </ac:grpSpMkLst>
        </pc:grpChg>
        <pc:cxnChg chg="add mod">
          <ac:chgData name="Amilcar Jose Rodriguez Barrios" userId="efa7753a-59bf-44f0-ad53-c3388f48cff0" providerId="ADAL" clId="{ECC100FD-023F-4E10-9A7E-BC0C9D78DF98}" dt="2021-03-08T14:10:51.633" v="7670" actId="1036"/>
          <ac:cxnSpMkLst>
            <pc:docMk/>
            <pc:sldMk cId="3189377723" sldId="2076137500"/>
            <ac:cxnSpMk id="14" creationId="{71EA8D0F-C064-4768-A445-74C99D0B9859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3-09T13:50:09.508" v="7678" actId="108"/>
        <pc:sldMkLst>
          <pc:docMk/>
          <pc:sldMk cId="344936182" sldId="2076137501"/>
        </pc:sldMkLst>
        <pc:spChg chg="add mod">
          <ac:chgData name="Amilcar Jose Rodriguez Barrios" userId="efa7753a-59bf-44f0-ad53-c3388f48cff0" providerId="ADAL" clId="{ECC100FD-023F-4E10-9A7E-BC0C9D78DF98}" dt="2021-03-09T13:50:09.508" v="7678" actId="108"/>
          <ac:spMkLst>
            <pc:docMk/>
            <pc:sldMk cId="344936182" sldId="2076137501"/>
            <ac:spMk id="13" creationId="{40F227EE-96C1-4C94-9456-5511382B03AA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4" creationId="{1623735A-4444-467C-8FB8-B6F51CE2B378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5" creationId="{BB2AC485-C655-4651-BA1E-C2C475EBE254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6" creationId="{96E4BE50-E4C4-4821-9BAE-ECD4AB57A61C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7" creationId="{EB56BB04-A874-442C-ADE7-7CF8177858A4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8" creationId="{DDE99B80-EACA-44C7-A64A-06D62AFAAE3F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9" creationId="{DB90DEDA-9983-4F81-881C-5F91DB614CEC}"/>
          </ac:spMkLst>
        </pc:spChg>
      </pc:sldChg>
      <pc:sldChg chg="addSp delSp modSp add mod">
        <pc:chgData name="Amilcar Jose Rodriguez Barrios" userId="efa7753a-59bf-44f0-ad53-c3388f48cff0" providerId="ADAL" clId="{ECC100FD-023F-4E10-9A7E-BC0C9D78DF98}" dt="2021-03-09T13:51:50.619" v="7723" actId="1076"/>
        <pc:sldMkLst>
          <pc:docMk/>
          <pc:sldMk cId="1447628414" sldId="2076137502"/>
        </pc:sldMkLst>
        <pc:spChg chg="add del mod">
          <ac:chgData name="Amilcar Jose Rodriguez Barrios" userId="efa7753a-59bf-44f0-ad53-c3388f48cff0" providerId="ADAL" clId="{ECC100FD-023F-4E10-9A7E-BC0C9D78DF98}" dt="2021-03-09T13:51:13.447" v="7681" actId="478"/>
          <ac:spMkLst>
            <pc:docMk/>
            <pc:sldMk cId="1447628414" sldId="2076137502"/>
            <ac:spMk id="13" creationId="{A374CA0A-89D0-40CC-944D-3BC3483F3FE0}"/>
          </ac:spMkLst>
        </pc:spChg>
        <pc:spChg chg="add del mod">
          <ac:chgData name="Amilcar Jose Rodriguez Barrios" userId="efa7753a-59bf-44f0-ad53-c3388f48cff0" providerId="ADAL" clId="{ECC100FD-023F-4E10-9A7E-BC0C9D78DF98}" dt="2021-03-09T13:51:13.447" v="7681" actId="478"/>
          <ac:spMkLst>
            <pc:docMk/>
            <pc:sldMk cId="1447628414" sldId="2076137502"/>
            <ac:spMk id="14" creationId="{7AFA7232-9A60-49A0-91CF-053E919F81B7}"/>
          </ac:spMkLst>
        </pc:spChg>
        <pc:spChg chg="add del mod">
          <ac:chgData name="Amilcar Jose Rodriguez Barrios" userId="efa7753a-59bf-44f0-ad53-c3388f48cff0" providerId="ADAL" clId="{ECC100FD-023F-4E10-9A7E-BC0C9D78DF98}" dt="2021-03-09T13:51:13.447" v="7681" actId="478"/>
          <ac:spMkLst>
            <pc:docMk/>
            <pc:sldMk cId="1447628414" sldId="2076137502"/>
            <ac:spMk id="15" creationId="{89D080E0-9D5A-4C7A-BAF3-E94EF374DCD9}"/>
          </ac:spMkLst>
        </pc:spChg>
        <pc:spChg chg="add mod">
          <ac:chgData name="Amilcar Jose Rodriguez Barrios" userId="efa7753a-59bf-44f0-ad53-c3388f48cff0" providerId="ADAL" clId="{ECC100FD-023F-4E10-9A7E-BC0C9D78DF98}" dt="2021-03-09T13:51:18.596" v="7694" actId="20577"/>
          <ac:spMkLst>
            <pc:docMk/>
            <pc:sldMk cId="1447628414" sldId="2076137502"/>
            <ac:spMk id="16" creationId="{33143112-0880-4B2F-A3BF-70AC00B37D95}"/>
          </ac:spMkLst>
        </pc:spChg>
        <pc:spChg chg="add mod">
          <ac:chgData name="Amilcar Jose Rodriguez Barrios" userId="efa7753a-59bf-44f0-ad53-c3388f48cff0" providerId="ADAL" clId="{ECC100FD-023F-4E10-9A7E-BC0C9D78DF98}" dt="2021-03-09T13:51:48.079" v="7722" actId="1076"/>
          <ac:spMkLst>
            <pc:docMk/>
            <pc:sldMk cId="1447628414" sldId="2076137502"/>
            <ac:spMk id="17" creationId="{79621502-EDD2-4FCF-9653-8E510D2E444D}"/>
          </ac:spMkLst>
        </pc:spChg>
        <pc:spChg chg="add mod">
          <ac:chgData name="Amilcar Jose Rodriguez Barrios" userId="efa7753a-59bf-44f0-ad53-c3388f48cff0" providerId="ADAL" clId="{ECC100FD-023F-4E10-9A7E-BC0C9D78DF98}" dt="2021-03-09T13:51:50.619" v="7723" actId="1076"/>
          <ac:spMkLst>
            <pc:docMk/>
            <pc:sldMk cId="1447628414" sldId="2076137502"/>
            <ac:spMk id="18" creationId="{A3BC86CC-2AAC-4248-A7F7-8EDA9339ECB7}"/>
          </ac:spMkLst>
        </pc:spChg>
        <pc:spChg chg="add mod">
          <ac:chgData name="Amilcar Jose Rodriguez Barrios" userId="efa7753a-59bf-44f0-ad53-c3388f48cff0" providerId="ADAL" clId="{ECC100FD-023F-4E10-9A7E-BC0C9D78DF98}" dt="2021-03-09T13:51:27.355" v="7715" actId="20577"/>
          <ac:spMkLst>
            <pc:docMk/>
            <pc:sldMk cId="1447628414" sldId="2076137502"/>
            <ac:spMk id="19" creationId="{0BA1F80F-4E70-40FD-837C-951C9296856D}"/>
          </ac:spMkLst>
        </pc:spChg>
        <pc:spChg chg="add mod">
          <ac:chgData name="Amilcar Jose Rodriguez Barrios" userId="efa7753a-59bf-44f0-ad53-c3388f48cff0" providerId="ADAL" clId="{ECC100FD-023F-4E10-9A7E-BC0C9D78DF98}" dt="2021-03-09T13:51:44.511" v="7720" actId="1076"/>
          <ac:spMkLst>
            <pc:docMk/>
            <pc:sldMk cId="1447628414" sldId="2076137502"/>
            <ac:spMk id="20" creationId="{1D6CAB85-88DE-409B-8D51-A163F228E2B3}"/>
          </ac:spMkLst>
        </pc:spChg>
      </pc:sldChg>
      <pc:sldChg chg="addSp modSp add mod ord">
        <pc:chgData name="Amilcar Jose Rodriguez Barrios" userId="efa7753a-59bf-44f0-ad53-c3388f48cff0" providerId="ADAL" clId="{ECC100FD-023F-4E10-9A7E-BC0C9D78DF98}" dt="2021-03-08T14:06:12.656" v="7510"/>
        <pc:sldMkLst>
          <pc:docMk/>
          <pc:sldMk cId="1084139260" sldId="2076137503"/>
        </pc:sldMkLst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3" creationId="{503219D2-3B4E-4B59-B2B4-5C8876F62059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4" creationId="{3D8DEBE8-BD17-49C1-9B12-B8CF3E42334C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5" creationId="{E2852F90-6E44-4A76-BB89-E8E3064F6E89}"/>
          </ac:spMkLst>
        </pc:spChg>
        <pc:spChg chg="add mod">
          <ac:chgData name="Amilcar Jose Rodriguez Barrios" userId="efa7753a-59bf-44f0-ad53-c3388f48cff0" providerId="ADAL" clId="{ECC100FD-023F-4E10-9A7E-BC0C9D78DF98}" dt="2021-03-08T14:06:04.125" v="7504" actId="207"/>
          <ac:spMkLst>
            <pc:docMk/>
            <pc:sldMk cId="1084139260" sldId="2076137503"/>
            <ac:spMk id="16" creationId="{2EC8A42F-15FC-4444-A40C-DC72BA664307}"/>
          </ac:spMkLst>
        </pc:spChg>
        <pc:spChg chg="add mod">
          <ac:chgData name="Amilcar Jose Rodriguez Barrios" userId="efa7753a-59bf-44f0-ad53-c3388f48cff0" providerId="ADAL" clId="{ECC100FD-023F-4E10-9A7E-BC0C9D78DF98}" dt="2021-03-08T14:06:04.125" v="7504" actId="207"/>
          <ac:spMkLst>
            <pc:docMk/>
            <pc:sldMk cId="1084139260" sldId="2076137503"/>
            <ac:spMk id="17" creationId="{83C387EE-6805-4BA5-A2B9-DDF4038C9A8F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8" creationId="{38F88665-EBFF-4DBA-B958-F95F5E099CA8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9" creationId="{07CA1071-3605-4091-822D-C53DF9316FC5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0" creationId="{6B322EE9-16F6-494F-93B8-694948896C17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1" creationId="{C0E6BC61-A473-481F-9979-094A540B3A3D}"/>
          </ac:spMkLst>
        </pc:spChg>
        <pc:spChg chg="add mod">
          <ac:chgData name="Amilcar Jose Rodriguez Barrios" userId="efa7753a-59bf-44f0-ad53-c3388f48cff0" providerId="ADAL" clId="{ECC100FD-023F-4E10-9A7E-BC0C9D78DF98}" dt="2021-03-08T14:06:04.125" v="7504" actId="207"/>
          <ac:spMkLst>
            <pc:docMk/>
            <pc:sldMk cId="1084139260" sldId="2076137503"/>
            <ac:spMk id="22" creationId="{7771F043-CD0D-4462-B631-8E94D3B37239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3" creationId="{5AB8300C-7ABC-45DB-8482-3D7BB376FA9A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4" creationId="{E5198627-8286-4FDB-86AD-10745004AA00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5" creationId="{743535D5-388B-4533-8C20-E5AD7E9C5BC9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6" creationId="{7BF6E682-4A95-4FA6-AB4D-0860D6048462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7" creationId="{24AD9888-90BD-4036-96EC-70FCBFD537B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8T14:08:21.884" v="7586" actId="20577"/>
        <pc:sldMkLst>
          <pc:docMk/>
          <pc:sldMk cId="873942873" sldId="2076137504"/>
        </pc:sldMkLst>
        <pc:spChg chg="mod">
          <ac:chgData name="Amilcar Jose Rodriguez Barrios" userId="efa7753a-59bf-44f0-ad53-c3388f48cff0" providerId="ADAL" clId="{ECC100FD-023F-4E10-9A7E-BC0C9D78DF98}" dt="2021-03-08T14:08:21.884" v="7586" actId="20577"/>
          <ac:spMkLst>
            <pc:docMk/>
            <pc:sldMk cId="873942873" sldId="2076137504"/>
            <ac:spMk id="9" creationId="{E7731D0A-BED0-4C7D-80D9-145621B03A73}"/>
          </ac:spMkLst>
        </pc:spChg>
      </pc:sldChg>
      <pc:sldChg chg="modSp add mod modNotesTx">
        <pc:chgData name="Amilcar Jose Rodriguez Barrios" userId="efa7753a-59bf-44f0-ad53-c3388f48cff0" providerId="ADAL" clId="{ECC100FD-023F-4E10-9A7E-BC0C9D78DF98}" dt="2021-03-09T13:53:45.570" v="7740" actId="6549"/>
        <pc:sldMkLst>
          <pc:docMk/>
          <pc:sldMk cId="1200930668" sldId="2076137505"/>
        </pc:sldMkLst>
        <pc:spChg chg="mod">
          <ac:chgData name="Amilcar Jose Rodriguez Barrios" userId="efa7753a-59bf-44f0-ad53-c3388f48cff0" providerId="ADAL" clId="{ECC100FD-023F-4E10-9A7E-BC0C9D78DF98}" dt="2021-03-08T14:08:02.624" v="7556" actId="20577"/>
          <ac:spMkLst>
            <pc:docMk/>
            <pc:sldMk cId="1200930668" sldId="2076137505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9T13:54:40.761" v="7770" actId="14100"/>
        <pc:sldMkLst>
          <pc:docMk/>
          <pc:sldMk cId="3161416821" sldId="2076137506"/>
        </pc:sldMkLst>
        <pc:spChg chg="del">
          <ac:chgData name="Amilcar Jose Rodriguez Barrios" userId="efa7753a-59bf-44f0-ad53-c3388f48cff0" providerId="ADAL" clId="{ECC100FD-023F-4E10-9A7E-BC0C9D78DF98}" dt="2021-03-09T13:52:10.175" v="7725" actId="478"/>
          <ac:spMkLst>
            <pc:docMk/>
            <pc:sldMk cId="3161416821" sldId="2076137506"/>
            <ac:spMk id="2" creationId="{5D54747D-1380-41A8-999E-7A43CB2C8640}"/>
          </ac:spMkLst>
        </pc:spChg>
        <pc:spChg chg="mod">
          <ac:chgData name="Amilcar Jose Rodriguez Barrios" userId="efa7753a-59bf-44f0-ad53-c3388f48cff0" providerId="ADAL" clId="{ECC100FD-023F-4E10-9A7E-BC0C9D78DF98}" dt="2021-03-09T13:52:14.270" v="7726"/>
          <ac:spMkLst>
            <pc:docMk/>
            <pc:sldMk cId="3161416821" sldId="2076137506"/>
            <ac:spMk id="4" creationId="{4A19BF1C-872D-4C7A-9F1A-D435ACEF8573}"/>
          </ac:spMkLst>
        </pc:spChg>
        <pc:spChg chg="mod">
          <ac:chgData name="Amilcar Jose Rodriguez Barrios" userId="efa7753a-59bf-44f0-ad53-c3388f48cff0" providerId="ADAL" clId="{ECC100FD-023F-4E10-9A7E-BC0C9D78DF98}" dt="2021-03-09T13:52:14.270" v="7726"/>
          <ac:spMkLst>
            <pc:docMk/>
            <pc:sldMk cId="3161416821" sldId="2076137506"/>
            <ac:spMk id="5" creationId="{2F1A4789-C3D9-40AD-847D-B0D7959CA6DC}"/>
          </ac:spMkLst>
        </pc:spChg>
        <pc:spChg chg="mod">
          <ac:chgData name="Amilcar Jose Rodriguez Barrios" userId="efa7753a-59bf-44f0-ad53-c3388f48cff0" providerId="ADAL" clId="{ECC100FD-023F-4E10-9A7E-BC0C9D78DF98}" dt="2021-03-09T13:52:14.270" v="7726"/>
          <ac:spMkLst>
            <pc:docMk/>
            <pc:sldMk cId="3161416821" sldId="2076137506"/>
            <ac:spMk id="8" creationId="{C36B16F6-4E52-4A9D-AB33-32EFCAB864C4}"/>
          </ac:spMkLst>
        </pc:spChg>
        <pc:spChg chg="mod">
          <ac:chgData name="Amilcar Jose Rodriguez Barrios" userId="efa7753a-59bf-44f0-ad53-c3388f48cff0" providerId="ADAL" clId="{ECC100FD-023F-4E10-9A7E-BC0C9D78DF98}" dt="2021-03-09T13:52:14.270" v="7726"/>
          <ac:spMkLst>
            <pc:docMk/>
            <pc:sldMk cId="3161416821" sldId="2076137506"/>
            <ac:spMk id="10" creationId="{6EE5B9D5-473E-41D3-B24C-7D4F8F58456C}"/>
          </ac:spMkLst>
        </pc:spChg>
        <pc:spChg chg="add mod">
          <ac:chgData name="Amilcar Jose Rodriguez Barrios" userId="efa7753a-59bf-44f0-ad53-c3388f48cff0" providerId="ADAL" clId="{ECC100FD-023F-4E10-9A7E-BC0C9D78DF98}" dt="2021-03-09T13:52:27.111" v="7728" actId="1076"/>
          <ac:spMkLst>
            <pc:docMk/>
            <pc:sldMk cId="3161416821" sldId="2076137506"/>
            <ac:spMk id="13" creationId="{78FA0499-A902-44EA-B1E3-7CEACE3FCC9B}"/>
          </ac:spMkLst>
        </pc:spChg>
        <pc:spChg chg="add mod">
          <ac:chgData name="Amilcar Jose Rodriguez Barrios" userId="efa7753a-59bf-44f0-ad53-c3388f48cff0" providerId="ADAL" clId="{ECC100FD-023F-4E10-9A7E-BC0C9D78DF98}" dt="2021-03-09T13:52:27.111" v="7728" actId="1076"/>
          <ac:spMkLst>
            <pc:docMk/>
            <pc:sldMk cId="3161416821" sldId="2076137506"/>
            <ac:spMk id="14" creationId="{FE43AD97-954B-4E5A-ADB4-2C902D028C30}"/>
          </ac:spMkLst>
        </pc:spChg>
        <pc:spChg chg="add mod">
          <ac:chgData name="Amilcar Jose Rodriguez Barrios" userId="efa7753a-59bf-44f0-ad53-c3388f48cff0" providerId="ADAL" clId="{ECC100FD-023F-4E10-9A7E-BC0C9D78DF98}" dt="2021-03-09T13:52:37.085" v="7731" actId="255"/>
          <ac:spMkLst>
            <pc:docMk/>
            <pc:sldMk cId="3161416821" sldId="2076137506"/>
            <ac:spMk id="15" creationId="{6BB3D7CE-FF1C-4909-8DB5-A92131DC8AC6}"/>
          </ac:spMkLst>
        </pc:spChg>
        <pc:spChg chg="add mod">
          <ac:chgData name="Amilcar Jose Rodriguez Barrios" userId="efa7753a-59bf-44f0-ad53-c3388f48cff0" providerId="ADAL" clId="{ECC100FD-023F-4E10-9A7E-BC0C9D78DF98}" dt="2021-03-09T13:52:41.230" v="7732" actId="255"/>
          <ac:spMkLst>
            <pc:docMk/>
            <pc:sldMk cId="3161416821" sldId="2076137506"/>
            <ac:spMk id="16" creationId="{FF350C6D-7F97-4E2D-BBAA-C04748F2E380}"/>
          </ac:spMkLst>
        </pc:spChg>
        <pc:spChg chg="add mod">
          <ac:chgData name="Amilcar Jose Rodriguez Barrios" userId="efa7753a-59bf-44f0-ad53-c3388f48cff0" providerId="ADAL" clId="{ECC100FD-023F-4E10-9A7E-BC0C9D78DF98}" dt="2021-03-09T13:52:27.111" v="7728" actId="1076"/>
          <ac:spMkLst>
            <pc:docMk/>
            <pc:sldMk cId="3161416821" sldId="2076137506"/>
            <ac:spMk id="17" creationId="{9ABE16C9-D2DB-49F6-B70E-7485A29B6CB2}"/>
          </ac:spMkLst>
        </pc:spChg>
        <pc:spChg chg="add mod">
          <ac:chgData name="Amilcar Jose Rodriguez Barrios" userId="efa7753a-59bf-44f0-ad53-c3388f48cff0" providerId="ADAL" clId="{ECC100FD-023F-4E10-9A7E-BC0C9D78DF98}" dt="2021-03-09T13:52:34.259" v="7730" actId="255"/>
          <ac:spMkLst>
            <pc:docMk/>
            <pc:sldMk cId="3161416821" sldId="2076137506"/>
            <ac:spMk id="18" creationId="{4312FAA2-C36E-4731-9A73-EF70A1BA3883}"/>
          </ac:spMkLst>
        </pc:spChg>
        <pc:spChg chg="add mod">
          <ac:chgData name="Amilcar Jose Rodriguez Barrios" userId="efa7753a-59bf-44f0-ad53-c3388f48cff0" providerId="ADAL" clId="{ECC100FD-023F-4E10-9A7E-BC0C9D78DF98}" dt="2021-03-09T13:54:40.761" v="7770" actId="14100"/>
          <ac:spMkLst>
            <pc:docMk/>
            <pc:sldMk cId="3161416821" sldId="2076137506"/>
            <ac:spMk id="19" creationId="{3CB62B44-4927-4276-A6B3-4FC7E9C91F6F}"/>
          </ac:spMkLst>
        </pc:spChg>
        <pc:spChg chg="add mod">
          <ac:chgData name="Amilcar Jose Rodriguez Barrios" userId="efa7753a-59bf-44f0-ad53-c3388f48cff0" providerId="ADAL" clId="{ECC100FD-023F-4E10-9A7E-BC0C9D78DF98}" dt="2021-03-09T13:52:27.111" v="7728" actId="1076"/>
          <ac:spMkLst>
            <pc:docMk/>
            <pc:sldMk cId="3161416821" sldId="2076137506"/>
            <ac:spMk id="20" creationId="{51154C44-73FB-4DB3-A016-71044DBBFC6A}"/>
          </ac:spMkLst>
        </pc:spChg>
        <pc:spChg chg="add mod">
          <ac:chgData name="Amilcar Jose Rodriguez Barrios" userId="efa7753a-59bf-44f0-ad53-c3388f48cff0" providerId="ADAL" clId="{ECC100FD-023F-4E10-9A7E-BC0C9D78DF98}" dt="2021-03-09T13:53:03.185" v="7737" actId="1076"/>
          <ac:spMkLst>
            <pc:docMk/>
            <pc:sldMk cId="3161416821" sldId="2076137506"/>
            <ac:spMk id="25" creationId="{8A13BC7B-C3F3-4F67-8E32-A0E600990B51}"/>
          </ac:spMkLst>
        </pc:spChg>
        <pc:spChg chg="add mod">
          <ac:chgData name="Amilcar Jose Rodriguez Barrios" userId="efa7753a-59bf-44f0-ad53-c3388f48cff0" providerId="ADAL" clId="{ECC100FD-023F-4E10-9A7E-BC0C9D78DF98}" dt="2021-03-09T13:53:01.022" v="7736" actId="14100"/>
          <ac:spMkLst>
            <pc:docMk/>
            <pc:sldMk cId="3161416821" sldId="2076137506"/>
            <ac:spMk id="26" creationId="{5069042F-4EAE-48D9-9A38-3234131A8DA5}"/>
          </ac:spMkLst>
        </pc:spChg>
        <pc:grpChg chg="add mod">
          <ac:chgData name="Amilcar Jose Rodriguez Barrios" userId="efa7753a-59bf-44f0-ad53-c3388f48cff0" providerId="ADAL" clId="{ECC100FD-023F-4E10-9A7E-BC0C9D78DF98}" dt="2021-03-09T13:52:14.270" v="7726"/>
          <ac:grpSpMkLst>
            <pc:docMk/>
            <pc:sldMk cId="3161416821" sldId="2076137506"/>
            <ac:grpSpMk id="3" creationId="{012EB601-E496-427B-B9B2-35FBFE5694C6}"/>
          </ac:grpSpMkLst>
        </pc:grpChg>
        <pc:grpChg chg="add mod">
          <ac:chgData name="Amilcar Jose Rodriguez Barrios" userId="efa7753a-59bf-44f0-ad53-c3388f48cff0" providerId="ADAL" clId="{ECC100FD-023F-4E10-9A7E-BC0C9D78DF98}" dt="2021-03-09T13:52:14.270" v="7726"/>
          <ac:grpSpMkLst>
            <pc:docMk/>
            <pc:sldMk cId="3161416821" sldId="2076137506"/>
            <ac:grpSpMk id="6" creationId="{609CC909-5870-4A3E-B151-CD27F4E7C014}"/>
          </ac:grpSpMkLst>
        </pc:grpChg>
        <pc:grpChg chg="add mod">
          <ac:chgData name="Amilcar Jose Rodriguez Barrios" userId="efa7753a-59bf-44f0-ad53-c3388f48cff0" providerId="ADAL" clId="{ECC100FD-023F-4E10-9A7E-BC0C9D78DF98}" dt="2021-03-09T13:52:14.270" v="7726"/>
          <ac:grpSpMkLst>
            <pc:docMk/>
            <pc:sldMk cId="3161416821" sldId="2076137506"/>
            <ac:grpSpMk id="9" creationId="{CA2456DF-55EB-4D24-9F6D-B5786F6B5CC8}"/>
          </ac:grpSpMkLst>
        </pc:grpChg>
        <pc:picChg chg="mod">
          <ac:chgData name="Amilcar Jose Rodriguez Barrios" userId="efa7753a-59bf-44f0-ad53-c3388f48cff0" providerId="ADAL" clId="{ECC100FD-023F-4E10-9A7E-BC0C9D78DF98}" dt="2021-03-09T13:52:14.270" v="7726"/>
          <ac:picMkLst>
            <pc:docMk/>
            <pc:sldMk cId="3161416821" sldId="2076137506"/>
            <ac:picMk id="11" creationId="{B5425D51-D572-47B7-88F1-70A56EDEF731}"/>
          </ac:picMkLst>
        </pc:picChg>
        <pc:picChg chg="add mod">
          <ac:chgData name="Amilcar Jose Rodriguez Barrios" userId="efa7753a-59bf-44f0-ad53-c3388f48cff0" providerId="ADAL" clId="{ECC100FD-023F-4E10-9A7E-BC0C9D78DF98}" dt="2021-03-09T13:52:27.111" v="7728" actId="1076"/>
          <ac:picMkLst>
            <pc:docMk/>
            <pc:sldMk cId="3161416821" sldId="2076137506"/>
            <ac:picMk id="12" creationId="{ED21EF17-AF2C-4B88-8795-3DFA5FB72880}"/>
          </ac:picMkLst>
        </pc:picChg>
        <pc:cxnChg chg="mod">
          <ac:chgData name="Amilcar Jose Rodriguez Barrios" userId="efa7753a-59bf-44f0-ad53-c3388f48cff0" providerId="ADAL" clId="{ECC100FD-023F-4E10-9A7E-BC0C9D78DF98}" dt="2021-03-09T13:52:14.270" v="7726"/>
          <ac:cxnSpMkLst>
            <pc:docMk/>
            <pc:sldMk cId="3161416821" sldId="2076137506"/>
            <ac:cxnSpMk id="7" creationId="{466E4E10-9E2F-48BE-B23A-4B2BA5AEC207}"/>
          </ac:cxnSpMkLst>
        </pc:cxnChg>
        <pc:cxnChg chg="add mod">
          <ac:chgData name="Amilcar Jose Rodriguez Barrios" userId="efa7753a-59bf-44f0-ad53-c3388f48cff0" providerId="ADAL" clId="{ECC100FD-023F-4E10-9A7E-BC0C9D78DF98}" dt="2021-03-09T13:52:27.111" v="7728" actId="1076"/>
          <ac:cxnSpMkLst>
            <pc:docMk/>
            <pc:sldMk cId="3161416821" sldId="2076137506"/>
            <ac:cxnSpMk id="21" creationId="{06C31746-010F-4567-8769-EBA0E7B9C3EA}"/>
          </ac:cxnSpMkLst>
        </pc:cxnChg>
        <pc:cxnChg chg="add mod">
          <ac:chgData name="Amilcar Jose Rodriguez Barrios" userId="efa7753a-59bf-44f0-ad53-c3388f48cff0" providerId="ADAL" clId="{ECC100FD-023F-4E10-9A7E-BC0C9D78DF98}" dt="2021-03-09T13:52:27.111" v="7728" actId="1076"/>
          <ac:cxnSpMkLst>
            <pc:docMk/>
            <pc:sldMk cId="3161416821" sldId="2076137506"/>
            <ac:cxnSpMk id="22" creationId="{0C31FFC8-4750-4D2F-8395-43CBA4B59785}"/>
          </ac:cxnSpMkLst>
        </pc:cxnChg>
        <pc:cxnChg chg="add mod">
          <ac:chgData name="Amilcar Jose Rodriguez Barrios" userId="efa7753a-59bf-44f0-ad53-c3388f48cff0" providerId="ADAL" clId="{ECC100FD-023F-4E10-9A7E-BC0C9D78DF98}" dt="2021-03-09T13:52:27.111" v="7728" actId="1076"/>
          <ac:cxnSpMkLst>
            <pc:docMk/>
            <pc:sldMk cId="3161416821" sldId="2076137506"/>
            <ac:cxnSpMk id="23" creationId="{61A6B869-6636-4AEF-B293-8E0BE69C9B56}"/>
          </ac:cxnSpMkLst>
        </pc:cxnChg>
        <pc:cxnChg chg="add mod">
          <ac:chgData name="Amilcar Jose Rodriguez Barrios" userId="efa7753a-59bf-44f0-ad53-c3388f48cff0" providerId="ADAL" clId="{ECC100FD-023F-4E10-9A7E-BC0C9D78DF98}" dt="2021-03-09T13:52:27.111" v="7728" actId="1076"/>
          <ac:cxnSpMkLst>
            <pc:docMk/>
            <pc:sldMk cId="3161416821" sldId="2076137506"/>
            <ac:cxnSpMk id="24" creationId="{B2659521-0A5D-42FB-89C8-B8A81748F612}"/>
          </ac:cxnSpMkLst>
        </pc:cxnChg>
      </pc:sldChg>
      <pc:sldChg chg="modSp add mod modNotesTx">
        <pc:chgData name="Amilcar Jose Rodriguez Barrios" userId="efa7753a-59bf-44f0-ad53-c3388f48cff0" providerId="ADAL" clId="{ECC100FD-023F-4E10-9A7E-BC0C9D78DF98}" dt="2021-03-09T13:54:15.718" v="7765" actId="1076"/>
        <pc:sldMkLst>
          <pc:docMk/>
          <pc:sldMk cId="3594014550" sldId="2076137507"/>
        </pc:sldMkLst>
        <pc:spChg chg="mod">
          <ac:chgData name="Amilcar Jose Rodriguez Barrios" userId="efa7753a-59bf-44f0-ad53-c3388f48cff0" providerId="ADAL" clId="{ECC100FD-023F-4E10-9A7E-BC0C9D78DF98}" dt="2021-03-09T13:54:15.718" v="7765" actId="1076"/>
          <ac:spMkLst>
            <pc:docMk/>
            <pc:sldMk cId="3594014550" sldId="2076137507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3-10T14:44:12.740" v="7964" actId="1076"/>
        <pc:sldMkLst>
          <pc:docMk/>
          <pc:sldMk cId="239475988" sldId="2076137508"/>
        </pc:sldMkLst>
        <pc:spChg chg="del">
          <ac:chgData name="Amilcar Jose Rodriguez Barrios" userId="efa7753a-59bf-44f0-ad53-c3388f48cff0" providerId="ADAL" clId="{ECC100FD-023F-4E10-9A7E-BC0C9D78DF98}" dt="2021-03-09T13:54:10.644" v="7764" actId="478"/>
          <ac:spMkLst>
            <pc:docMk/>
            <pc:sldMk cId="239475988" sldId="2076137508"/>
            <ac:spMk id="2" creationId="{B849CA18-8287-4E79-82AB-8F44EADCA2BD}"/>
          </ac:spMkLst>
        </pc:spChg>
        <pc:spChg chg="add mod">
          <ac:chgData name="Amilcar Jose Rodriguez Barrios" userId="efa7753a-59bf-44f0-ad53-c3388f48cff0" providerId="ADAL" clId="{ECC100FD-023F-4E10-9A7E-BC0C9D78DF98}" dt="2021-03-09T13:57:20.756" v="7811" actId="1076"/>
          <ac:spMkLst>
            <pc:docMk/>
            <pc:sldMk cId="239475988" sldId="2076137508"/>
            <ac:spMk id="3" creationId="{D1B46916-0323-4C73-9237-8881E98ABB96}"/>
          </ac:spMkLst>
        </pc:spChg>
        <pc:spChg chg="add mod">
          <ac:chgData name="Amilcar Jose Rodriguez Barrios" userId="efa7753a-59bf-44f0-ad53-c3388f48cff0" providerId="ADAL" clId="{ECC100FD-023F-4E10-9A7E-BC0C9D78DF98}" dt="2021-03-10T14:32:15.086" v="7961" actId="13926"/>
          <ac:spMkLst>
            <pc:docMk/>
            <pc:sldMk cId="239475988" sldId="2076137508"/>
            <ac:spMk id="6" creationId="{86D582B2-F37E-4111-9238-80A82B29AD46}"/>
          </ac:spMkLst>
        </pc:spChg>
        <pc:spChg chg="add mod">
          <ac:chgData name="Amilcar Jose Rodriguez Barrios" userId="efa7753a-59bf-44f0-ad53-c3388f48cff0" providerId="ADAL" clId="{ECC100FD-023F-4E10-9A7E-BC0C9D78DF98}" dt="2021-03-09T13:54:51.844" v="7773" actId="1076"/>
          <ac:spMkLst>
            <pc:docMk/>
            <pc:sldMk cId="239475988" sldId="2076137508"/>
            <ac:spMk id="7" creationId="{25F1F8A0-3F8F-402B-B8F1-32627304125B}"/>
          </ac:spMkLst>
        </pc:spChg>
        <pc:spChg chg="mod">
          <ac:chgData name="Amilcar Jose Rodriguez Barrios" userId="efa7753a-59bf-44f0-ad53-c3388f48cff0" providerId="ADAL" clId="{ECC100FD-023F-4E10-9A7E-BC0C9D78DF98}" dt="2021-03-09T13:54:45.041" v="7771"/>
          <ac:spMkLst>
            <pc:docMk/>
            <pc:sldMk cId="239475988" sldId="2076137508"/>
            <ac:spMk id="9" creationId="{7D0FEFC1-24EC-4030-A90A-45D17D3C4735}"/>
          </ac:spMkLst>
        </pc:spChg>
        <pc:spChg chg="mod">
          <ac:chgData name="Amilcar Jose Rodriguez Barrios" userId="efa7753a-59bf-44f0-ad53-c3388f48cff0" providerId="ADAL" clId="{ECC100FD-023F-4E10-9A7E-BC0C9D78DF98}" dt="2021-03-09T13:54:45.041" v="7771"/>
          <ac:spMkLst>
            <pc:docMk/>
            <pc:sldMk cId="239475988" sldId="2076137508"/>
            <ac:spMk id="10" creationId="{85C2E1EC-F2C4-4597-997B-CFD55542CD83}"/>
          </ac:spMkLst>
        </pc:spChg>
        <pc:spChg chg="mod">
          <ac:chgData name="Amilcar Jose Rodriguez Barrios" userId="efa7753a-59bf-44f0-ad53-c3388f48cff0" providerId="ADAL" clId="{ECC100FD-023F-4E10-9A7E-BC0C9D78DF98}" dt="2021-03-09T13:54:45.041" v="7771"/>
          <ac:spMkLst>
            <pc:docMk/>
            <pc:sldMk cId="239475988" sldId="2076137508"/>
            <ac:spMk id="13" creationId="{21FC490E-3AA2-4B61-905C-9CE60EF2558D}"/>
          </ac:spMkLst>
        </pc:spChg>
        <pc:spChg chg="mod">
          <ac:chgData name="Amilcar Jose Rodriguez Barrios" userId="efa7753a-59bf-44f0-ad53-c3388f48cff0" providerId="ADAL" clId="{ECC100FD-023F-4E10-9A7E-BC0C9D78DF98}" dt="2021-03-09T13:54:45.041" v="7771"/>
          <ac:spMkLst>
            <pc:docMk/>
            <pc:sldMk cId="239475988" sldId="2076137508"/>
            <ac:spMk id="15" creationId="{DEA8629A-D618-4A20-9A05-7EDFB48A85FA}"/>
          </ac:spMkLst>
        </pc:spChg>
        <pc:grpChg chg="add mod">
          <ac:chgData name="Amilcar Jose Rodriguez Barrios" userId="efa7753a-59bf-44f0-ad53-c3388f48cff0" providerId="ADAL" clId="{ECC100FD-023F-4E10-9A7E-BC0C9D78DF98}" dt="2021-03-09T13:54:45.041" v="7771"/>
          <ac:grpSpMkLst>
            <pc:docMk/>
            <pc:sldMk cId="239475988" sldId="2076137508"/>
            <ac:grpSpMk id="8" creationId="{5CD3C6B5-6983-4073-9E9E-C4140208F08B}"/>
          </ac:grpSpMkLst>
        </pc:grpChg>
        <pc:grpChg chg="add mod">
          <ac:chgData name="Amilcar Jose Rodriguez Barrios" userId="efa7753a-59bf-44f0-ad53-c3388f48cff0" providerId="ADAL" clId="{ECC100FD-023F-4E10-9A7E-BC0C9D78DF98}" dt="2021-03-09T13:54:45.041" v="7771"/>
          <ac:grpSpMkLst>
            <pc:docMk/>
            <pc:sldMk cId="239475988" sldId="2076137508"/>
            <ac:grpSpMk id="11" creationId="{26DEA551-D2AC-4F5A-86DC-4AEA2F1DE6B7}"/>
          </ac:grpSpMkLst>
        </pc:grpChg>
        <pc:grpChg chg="add mod">
          <ac:chgData name="Amilcar Jose Rodriguez Barrios" userId="efa7753a-59bf-44f0-ad53-c3388f48cff0" providerId="ADAL" clId="{ECC100FD-023F-4E10-9A7E-BC0C9D78DF98}" dt="2021-03-09T13:54:45.041" v="7771"/>
          <ac:grpSpMkLst>
            <pc:docMk/>
            <pc:sldMk cId="239475988" sldId="2076137508"/>
            <ac:grpSpMk id="14" creationId="{EF643914-BF35-497C-807C-25F6EEED0424}"/>
          </ac:grpSpMkLst>
        </pc:grpChg>
        <pc:picChg chg="add mod">
          <ac:chgData name="Amilcar Jose Rodriguez Barrios" userId="efa7753a-59bf-44f0-ad53-c3388f48cff0" providerId="ADAL" clId="{ECC100FD-023F-4E10-9A7E-BC0C9D78DF98}" dt="2021-03-10T14:44:12.740" v="7964" actId="1076"/>
          <ac:picMkLst>
            <pc:docMk/>
            <pc:sldMk cId="239475988" sldId="2076137508"/>
            <ac:picMk id="4" creationId="{A3F12571-4401-4879-A5C9-C18AA08AAD33}"/>
          </ac:picMkLst>
        </pc:picChg>
        <pc:picChg chg="mod">
          <ac:chgData name="Amilcar Jose Rodriguez Barrios" userId="efa7753a-59bf-44f0-ad53-c3388f48cff0" providerId="ADAL" clId="{ECC100FD-023F-4E10-9A7E-BC0C9D78DF98}" dt="2021-03-09T13:54:45.041" v="7771"/>
          <ac:picMkLst>
            <pc:docMk/>
            <pc:sldMk cId="239475988" sldId="2076137508"/>
            <ac:picMk id="16" creationId="{AF408C2C-5E72-4363-B9E5-CCFB12F71C91}"/>
          </ac:picMkLst>
        </pc:picChg>
        <pc:cxnChg chg="add mod">
          <ac:chgData name="Amilcar Jose Rodriguez Barrios" userId="efa7753a-59bf-44f0-ad53-c3388f48cff0" providerId="ADAL" clId="{ECC100FD-023F-4E10-9A7E-BC0C9D78DF98}" dt="2021-03-09T13:54:53.455" v="7774" actId="1076"/>
          <ac:cxnSpMkLst>
            <pc:docMk/>
            <pc:sldMk cId="239475988" sldId="2076137508"/>
            <ac:cxnSpMk id="5" creationId="{6F53ACB8-C7B0-4C83-B4FA-0AB15C1AD5D6}"/>
          </ac:cxnSpMkLst>
        </pc:cxnChg>
        <pc:cxnChg chg="mod">
          <ac:chgData name="Amilcar Jose Rodriguez Barrios" userId="efa7753a-59bf-44f0-ad53-c3388f48cff0" providerId="ADAL" clId="{ECC100FD-023F-4E10-9A7E-BC0C9D78DF98}" dt="2021-03-09T13:54:45.041" v="7771"/>
          <ac:cxnSpMkLst>
            <pc:docMk/>
            <pc:sldMk cId="239475988" sldId="2076137508"/>
            <ac:cxnSpMk id="12" creationId="{32FA06E9-CD55-4ECE-A03A-29831B549BD4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9T13:57:28.682" v="7814"/>
        <pc:sldMkLst>
          <pc:docMk/>
          <pc:sldMk cId="3695360283" sldId="2076137509"/>
        </pc:sldMkLst>
        <pc:spChg chg="del">
          <ac:chgData name="Amilcar Jose Rodriguez Barrios" userId="efa7753a-59bf-44f0-ad53-c3388f48cff0" providerId="ADAL" clId="{ECC100FD-023F-4E10-9A7E-BC0C9D78DF98}" dt="2021-03-09T13:56:58.583" v="7805" actId="478"/>
          <ac:spMkLst>
            <pc:docMk/>
            <pc:sldMk cId="3695360283" sldId="2076137509"/>
            <ac:spMk id="2" creationId="{0288AA45-2016-4A1F-ADAC-08AD93763B36}"/>
          </ac:spMkLst>
        </pc:spChg>
        <pc:spChg chg="add mod">
          <ac:chgData name="Amilcar Jose Rodriguez Barrios" userId="efa7753a-59bf-44f0-ad53-c3388f48cff0" providerId="ADAL" clId="{ECC100FD-023F-4E10-9A7E-BC0C9D78DF98}" dt="2021-03-09T13:57:06.221" v="7807" actId="1076"/>
          <ac:spMkLst>
            <pc:docMk/>
            <pc:sldMk cId="3695360283" sldId="2076137509"/>
            <ac:spMk id="4" creationId="{B6A2D5FB-F006-4F31-84E2-7035B25457A9}"/>
          </ac:spMkLst>
        </pc:spChg>
        <pc:spChg chg="add mod">
          <ac:chgData name="Amilcar Jose Rodriguez Barrios" userId="efa7753a-59bf-44f0-ad53-c3388f48cff0" providerId="ADAL" clId="{ECC100FD-023F-4E10-9A7E-BC0C9D78DF98}" dt="2021-03-09T13:57:06.221" v="7807" actId="1076"/>
          <ac:spMkLst>
            <pc:docMk/>
            <pc:sldMk cId="3695360283" sldId="2076137509"/>
            <ac:spMk id="5" creationId="{E03A8440-EBCF-4CF1-8546-730F528C1587}"/>
          </ac:spMkLst>
        </pc:spChg>
        <pc:spChg chg="add mod">
          <ac:chgData name="Amilcar Jose Rodriguez Barrios" userId="efa7753a-59bf-44f0-ad53-c3388f48cff0" providerId="ADAL" clId="{ECC100FD-023F-4E10-9A7E-BC0C9D78DF98}" dt="2021-03-09T13:57:24.111" v="7813" actId="1076"/>
          <ac:spMkLst>
            <pc:docMk/>
            <pc:sldMk cId="3695360283" sldId="2076137509"/>
            <ac:spMk id="7" creationId="{DB83B415-1CE0-46EA-B31F-7C6E283E3693}"/>
          </ac:spMkLst>
        </pc:spChg>
        <pc:spChg chg="mod">
          <ac:chgData name="Amilcar Jose Rodriguez Barrios" userId="efa7753a-59bf-44f0-ad53-c3388f48cff0" providerId="ADAL" clId="{ECC100FD-023F-4E10-9A7E-BC0C9D78DF98}" dt="2021-03-09T13:57:28.682" v="7814"/>
          <ac:spMkLst>
            <pc:docMk/>
            <pc:sldMk cId="3695360283" sldId="2076137509"/>
            <ac:spMk id="9" creationId="{80480751-65D4-4B83-99BA-2D293CD60C79}"/>
          </ac:spMkLst>
        </pc:spChg>
        <pc:spChg chg="mod">
          <ac:chgData name="Amilcar Jose Rodriguez Barrios" userId="efa7753a-59bf-44f0-ad53-c3388f48cff0" providerId="ADAL" clId="{ECC100FD-023F-4E10-9A7E-BC0C9D78DF98}" dt="2021-03-09T13:57:28.682" v="7814"/>
          <ac:spMkLst>
            <pc:docMk/>
            <pc:sldMk cId="3695360283" sldId="2076137509"/>
            <ac:spMk id="10" creationId="{221107C8-0ED9-4E70-9D7A-93F96C6BDEA3}"/>
          </ac:spMkLst>
        </pc:spChg>
        <pc:spChg chg="mod">
          <ac:chgData name="Amilcar Jose Rodriguez Barrios" userId="efa7753a-59bf-44f0-ad53-c3388f48cff0" providerId="ADAL" clId="{ECC100FD-023F-4E10-9A7E-BC0C9D78DF98}" dt="2021-03-09T13:57:28.682" v="7814"/>
          <ac:spMkLst>
            <pc:docMk/>
            <pc:sldMk cId="3695360283" sldId="2076137509"/>
            <ac:spMk id="13" creationId="{526F004A-9FAB-43E4-BB9D-C59800A57DC7}"/>
          </ac:spMkLst>
        </pc:spChg>
        <pc:spChg chg="mod">
          <ac:chgData name="Amilcar Jose Rodriguez Barrios" userId="efa7753a-59bf-44f0-ad53-c3388f48cff0" providerId="ADAL" clId="{ECC100FD-023F-4E10-9A7E-BC0C9D78DF98}" dt="2021-03-09T13:57:28.682" v="7814"/>
          <ac:spMkLst>
            <pc:docMk/>
            <pc:sldMk cId="3695360283" sldId="2076137509"/>
            <ac:spMk id="15" creationId="{4FD4063B-5EA8-4A38-B405-402AE1818856}"/>
          </ac:spMkLst>
        </pc:spChg>
        <pc:grpChg chg="add mod">
          <ac:chgData name="Amilcar Jose Rodriguez Barrios" userId="efa7753a-59bf-44f0-ad53-c3388f48cff0" providerId="ADAL" clId="{ECC100FD-023F-4E10-9A7E-BC0C9D78DF98}" dt="2021-03-09T13:57:28.682" v="7814"/>
          <ac:grpSpMkLst>
            <pc:docMk/>
            <pc:sldMk cId="3695360283" sldId="2076137509"/>
            <ac:grpSpMk id="8" creationId="{6325F349-FFCF-4EBE-9392-6A263F26607E}"/>
          </ac:grpSpMkLst>
        </pc:grpChg>
        <pc:grpChg chg="add mod">
          <ac:chgData name="Amilcar Jose Rodriguez Barrios" userId="efa7753a-59bf-44f0-ad53-c3388f48cff0" providerId="ADAL" clId="{ECC100FD-023F-4E10-9A7E-BC0C9D78DF98}" dt="2021-03-09T13:57:28.682" v="7814"/>
          <ac:grpSpMkLst>
            <pc:docMk/>
            <pc:sldMk cId="3695360283" sldId="2076137509"/>
            <ac:grpSpMk id="11" creationId="{EBDDC336-8803-4BBD-828F-5CD7BF0C51EC}"/>
          </ac:grpSpMkLst>
        </pc:grpChg>
        <pc:grpChg chg="add mod">
          <ac:chgData name="Amilcar Jose Rodriguez Barrios" userId="efa7753a-59bf-44f0-ad53-c3388f48cff0" providerId="ADAL" clId="{ECC100FD-023F-4E10-9A7E-BC0C9D78DF98}" dt="2021-03-09T13:57:28.682" v="7814"/>
          <ac:grpSpMkLst>
            <pc:docMk/>
            <pc:sldMk cId="3695360283" sldId="2076137509"/>
            <ac:grpSpMk id="14" creationId="{781FE418-2D99-4E0B-BA5A-E517D4C465D9}"/>
          </ac:grpSpMkLst>
        </pc:grpChg>
        <pc:picChg chg="add mod">
          <ac:chgData name="Amilcar Jose Rodriguez Barrios" userId="efa7753a-59bf-44f0-ad53-c3388f48cff0" providerId="ADAL" clId="{ECC100FD-023F-4E10-9A7E-BC0C9D78DF98}" dt="2021-03-09T13:57:06.221" v="7807" actId="1076"/>
          <ac:picMkLst>
            <pc:docMk/>
            <pc:sldMk cId="3695360283" sldId="2076137509"/>
            <ac:picMk id="6" creationId="{575FD7CF-E357-4797-8F10-9EF1380BFC5F}"/>
          </ac:picMkLst>
        </pc:picChg>
        <pc:picChg chg="mod">
          <ac:chgData name="Amilcar Jose Rodriguez Barrios" userId="efa7753a-59bf-44f0-ad53-c3388f48cff0" providerId="ADAL" clId="{ECC100FD-023F-4E10-9A7E-BC0C9D78DF98}" dt="2021-03-09T13:57:28.682" v="7814"/>
          <ac:picMkLst>
            <pc:docMk/>
            <pc:sldMk cId="3695360283" sldId="2076137509"/>
            <ac:picMk id="16" creationId="{72BF5A57-C1EE-46CF-BE62-11A4488C8873}"/>
          </ac:picMkLst>
        </pc:picChg>
        <pc:cxnChg chg="add mod">
          <ac:chgData name="Amilcar Jose Rodriguez Barrios" userId="efa7753a-59bf-44f0-ad53-c3388f48cff0" providerId="ADAL" clId="{ECC100FD-023F-4E10-9A7E-BC0C9D78DF98}" dt="2021-03-09T13:57:06.221" v="7807" actId="1076"/>
          <ac:cxnSpMkLst>
            <pc:docMk/>
            <pc:sldMk cId="3695360283" sldId="2076137509"/>
            <ac:cxnSpMk id="3" creationId="{71065803-9848-497C-88D8-2CF8E7601FC5}"/>
          </ac:cxnSpMkLst>
        </pc:cxnChg>
        <pc:cxnChg chg="mod">
          <ac:chgData name="Amilcar Jose Rodriguez Barrios" userId="efa7753a-59bf-44f0-ad53-c3388f48cff0" providerId="ADAL" clId="{ECC100FD-023F-4E10-9A7E-BC0C9D78DF98}" dt="2021-03-09T13:57:28.682" v="7814"/>
          <ac:cxnSpMkLst>
            <pc:docMk/>
            <pc:sldMk cId="3695360283" sldId="2076137509"/>
            <ac:cxnSpMk id="12" creationId="{9E32FB05-76B1-46EC-B872-2DA1344054D9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9T15:03:17.704" v="7958" actId="1076"/>
        <pc:sldMkLst>
          <pc:docMk/>
          <pc:sldMk cId="2851540913" sldId="2076137510"/>
        </pc:sldMkLst>
        <pc:spChg chg="del">
          <ac:chgData name="Amilcar Jose Rodriguez Barrios" userId="efa7753a-59bf-44f0-ad53-c3388f48cff0" providerId="ADAL" clId="{ECC100FD-023F-4E10-9A7E-BC0C9D78DF98}" dt="2021-03-09T13:57:36.126" v="7816" actId="478"/>
          <ac:spMkLst>
            <pc:docMk/>
            <pc:sldMk cId="2851540913" sldId="2076137510"/>
            <ac:spMk id="2" creationId="{03D02BE3-F447-4240-9331-2C638A747976}"/>
          </ac:spMkLst>
        </pc:spChg>
        <pc:spChg chg="add mod">
          <ac:chgData name="Amilcar Jose Rodriguez Barrios" userId="efa7753a-59bf-44f0-ad53-c3388f48cff0" providerId="ADAL" clId="{ECC100FD-023F-4E10-9A7E-BC0C9D78DF98}" dt="2021-03-09T15:03:17.704" v="7958" actId="1076"/>
          <ac:spMkLst>
            <pc:docMk/>
            <pc:sldMk cId="2851540913" sldId="2076137510"/>
            <ac:spMk id="3" creationId="{D69E6628-D311-42B9-877A-B3AD9479B9C9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1" creationId="{2EFDF654-38CA-425B-9A11-33C53D3A8E6A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2" creationId="{74395441-105C-4E8E-9E40-0638F1A27251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3" creationId="{F7AA6EBE-CEAB-4DE4-ABE6-FDC446970B60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4" creationId="{65180321-A997-4238-B667-902E0FEFABD1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5" creationId="{426F1D68-A76E-474E-80E0-0B6871A5452C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6" creationId="{407891FA-3599-49DA-8EE4-6B853A387714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7" creationId="{4AF5D491-F40D-4033-BC44-699F0DA8EB96}"/>
          </ac:spMkLst>
        </pc:spChg>
        <pc:spChg chg="mod">
          <ac:chgData name="Amilcar Jose Rodriguez Barrios" userId="efa7753a-59bf-44f0-ad53-c3388f48cff0" providerId="ADAL" clId="{ECC100FD-023F-4E10-9A7E-BC0C9D78DF98}" dt="2021-03-09T13:58:01.795" v="7823"/>
          <ac:spMkLst>
            <pc:docMk/>
            <pc:sldMk cId="2851540913" sldId="2076137510"/>
            <ac:spMk id="19" creationId="{16FE468C-8683-459A-A9A8-CF18903985AF}"/>
          </ac:spMkLst>
        </pc:spChg>
        <pc:spChg chg="mod">
          <ac:chgData name="Amilcar Jose Rodriguez Barrios" userId="efa7753a-59bf-44f0-ad53-c3388f48cff0" providerId="ADAL" clId="{ECC100FD-023F-4E10-9A7E-BC0C9D78DF98}" dt="2021-03-09T13:58:01.795" v="7823"/>
          <ac:spMkLst>
            <pc:docMk/>
            <pc:sldMk cId="2851540913" sldId="2076137510"/>
            <ac:spMk id="20" creationId="{9A305172-BFB5-4E30-B78D-A53EC5AB8745}"/>
          </ac:spMkLst>
        </pc:spChg>
        <pc:spChg chg="mod">
          <ac:chgData name="Amilcar Jose Rodriguez Barrios" userId="efa7753a-59bf-44f0-ad53-c3388f48cff0" providerId="ADAL" clId="{ECC100FD-023F-4E10-9A7E-BC0C9D78DF98}" dt="2021-03-09T13:58:01.795" v="7823"/>
          <ac:spMkLst>
            <pc:docMk/>
            <pc:sldMk cId="2851540913" sldId="2076137510"/>
            <ac:spMk id="23" creationId="{6034A99D-B278-4E65-80A5-4214B49AD395}"/>
          </ac:spMkLst>
        </pc:spChg>
        <pc:spChg chg="mod">
          <ac:chgData name="Amilcar Jose Rodriguez Barrios" userId="efa7753a-59bf-44f0-ad53-c3388f48cff0" providerId="ADAL" clId="{ECC100FD-023F-4E10-9A7E-BC0C9D78DF98}" dt="2021-03-09T13:58:01.795" v="7823"/>
          <ac:spMkLst>
            <pc:docMk/>
            <pc:sldMk cId="2851540913" sldId="2076137510"/>
            <ac:spMk id="25" creationId="{639332F4-5AA0-4CB2-A3C6-71A408D4AF52}"/>
          </ac:spMkLst>
        </pc:spChg>
        <pc:grpChg chg="add mod">
          <ac:chgData name="Amilcar Jose Rodriguez Barrios" userId="efa7753a-59bf-44f0-ad53-c3388f48cff0" providerId="ADAL" clId="{ECC100FD-023F-4E10-9A7E-BC0C9D78DF98}" dt="2021-03-09T13:58:01.795" v="7823"/>
          <ac:grpSpMkLst>
            <pc:docMk/>
            <pc:sldMk cId="2851540913" sldId="2076137510"/>
            <ac:grpSpMk id="18" creationId="{E7020BDF-ADF0-4CFB-B2F0-C9AC4AA160B5}"/>
          </ac:grpSpMkLst>
        </pc:grpChg>
        <pc:grpChg chg="add mod">
          <ac:chgData name="Amilcar Jose Rodriguez Barrios" userId="efa7753a-59bf-44f0-ad53-c3388f48cff0" providerId="ADAL" clId="{ECC100FD-023F-4E10-9A7E-BC0C9D78DF98}" dt="2021-03-09T13:58:01.795" v="7823"/>
          <ac:grpSpMkLst>
            <pc:docMk/>
            <pc:sldMk cId="2851540913" sldId="2076137510"/>
            <ac:grpSpMk id="21" creationId="{289E3501-7E16-44C3-91B3-C5DB5FA8F117}"/>
          </ac:grpSpMkLst>
        </pc:grpChg>
        <pc:grpChg chg="add mod">
          <ac:chgData name="Amilcar Jose Rodriguez Barrios" userId="efa7753a-59bf-44f0-ad53-c3388f48cff0" providerId="ADAL" clId="{ECC100FD-023F-4E10-9A7E-BC0C9D78DF98}" dt="2021-03-09T13:58:01.795" v="7823"/>
          <ac:grpSpMkLst>
            <pc:docMk/>
            <pc:sldMk cId="2851540913" sldId="2076137510"/>
            <ac:grpSpMk id="24" creationId="{99016BC9-3ADE-4479-AD83-829E460031DA}"/>
          </ac:grpSpMkLst>
        </pc:grp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4" creationId="{29BBD4EB-A41C-4370-97B9-712F7CEEB2DE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5" creationId="{DE2EE650-6FF1-4E62-99F7-96165CFA04D4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6" creationId="{72DDC082-A0B6-49ED-9783-604F78617119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7" creationId="{01753E7A-FA6B-4250-9035-C7EB20BD45F7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8" creationId="{E68A95B5-08D4-409A-BDA4-E350DACC37A0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9" creationId="{F1F0998D-8119-4AC9-A6DB-0BF735B5B940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10" creationId="{E2FD2F59-1A8C-4ABD-852C-E77B6861522A}"/>
          </ac:picMkLst>
        </pc:picChg>
        <pc:picChg chg="mod">
          <ac:chgData name="Amilcar Jose Rodriguez Barrios" userId="efa7753a-59bf-44f0-ad53-c3388f48cff0" providerId="ADAL" clId="{ECC100FD-023F-4E10-9A7E-BC0C9D78DF98}" dt="2021-03-09T13:58:01.795" v="7823"/>
          <ac:picMkLst>
            <pc:docMk/>
            <pc:sldMk cId="2851540913" sldId="2076137510"/>
            <ac:picMk id="26" creationId="{C111FED3-2844-475C-A55D-7E86603C7808}"/>
          </ac:picMkLst>
        </pc:picChg>
        <pc:cxnChg chg="mod">
          <ac:chgData name="Amilcar Jose Rodriguez Barrios" userId="efa7753a-59bf-44f0-ad53-c3388f48cff0" providerId="ADAL" clId="{ECC100FD-023F-4E10-9A7E-BC0C9D78DF98}" dt="2021-03-09T13:58:01.795" v="7823"/>
          <ac:cxnSpMkLst>
            <pc:docMk/>
            <pc:sldMk cId="2851540913" sldId="2076137510"/>
            <ac:cxnSpMk id="22" creationId="{18547900-21EA-4384-9F70-1B6E8728D64A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9T14:01:55.449" v="7882" actId="20577"/>
        <pc:sldMkLst>
          <pc:docMk/>
          <pc:sldMk cId="3547593912" sldId="2076137511"/>
        </pc:sldMkLst>
        <pc:spChg chg="del">
          <ac:chgData name="Amilcar Jose Rodriguez Barrios" userId="efa7753a-59bf-44f0-ad53-c3388f48cff0" providerId="ADAL" clId="{ECC100FD-023F-4E10-9A7E-BC0C9D78DF98}" dt="2021-03-09T13:58:13.849" v="7826" actId="478"/>
          <ac:spMkLst>
            <pc:docMk/>
            <pc:sldMk cId="3547593912" sldId="2076137511"/>
            <ac:spMk id="2" creationId="{E497A1E9-FE56-4C6D-AF11-482E16F3A3DA}"/>
          </ac:spMkLst>
        </pc:spChg>
        <pc:spChg chg="mod">
          <ac:chgData name="Amilcar Jose Rodriguez Barrios" userId="efa7753a-59bf-44f0-ad53-c3388f48cff0" providerId="ADAL" clId="{ECC100FD-023F-4E10-9A7E-BC0C9D78DF98}" dt="2021-03-09T14:00:50.487" v="7838"/>
          <ac:spMkLst>
            <pc:docMk/>
            <pc:sldMk cId="3547593912" sldId="2076137511"/>
            <ac:spMk id="4" creationId="{F13F6EA1-60B7-42AB-AFF2-ED7E2DF37F73}"/>
          </ac:spMkLst>
        </pc:spChg>
        <pc:spChg chg="mod">
          <ac:chgData name="Amilcar Jose Rodriguez Barrios" userId="efa7753a-59bf-44f0-ad53-c3388f48cff0" providerId="ADAL" clId="{ECC100FD-023F-4E10-9A7E-BC0C9D78DF98}" dt="2021-03-09T14:00:50.487" v="7838"/>
          <ac:spMkLst>
            <pc:docMk/>
            <pc:sldMk cId="3547593912" sldId="2076137511"/>
            <ac:spMk id="5" creationId="{04EC20FD-35BD-4011-A171-B6A1029718DE}"/>
          </ac:spMkLst>
        </pc:spChg>
        <pc:spChg chg="mod">
          <ac:chgData name="Amilcar Jose Rodriguez Barrios" userId="efa7753a-59bf-44f0-ad53-c3388f48cff0" providerId="ADAL" clId="{ECC100FD-023F-4E10-9A7E-BC0C9D78DF98}" dt="2021-03-09T14:00:50.487" v="7838"/>
          <ac:spMkLst>
            <pc:docMk/>
            <pc:sldMk cId="3547593912" sldId="2076137511"/>
            <ac:spMk id="8" creationId="{82FF0A51-2869-41A0-83AC-EC3B83A2E012}"/>
          </ac:spMkLst>
        </pc:spChg>
        <pc:spChg chg="mod">
          <ac:chgData name="Amilcar Jose Rodriguez Barrios" userId="efa7753a-59bf-44f0-ad53-c3388f48cff0" providerId="ADAL" clId="{ECC100FD-023F-4E10-9A7E-BC0C9D78DF98}" dt="2021-03-09T14:00:50.487" v="7838"/>
          <ac:spMkLst>
            <pc:docMk/>
            <pc:sldMk cId="3547593912" sldId="2076137511"/>
            <ac:spMk id="10" creationId="{5DB332A2-4CC7-448A-834D-A106A82F193B}"/>
          </ac:spMkLst>
        </pc:spChg>
        <pc:spChg chg="add mod">
          <ac:chgData name="Amilcar Jose Rodriguez Barrios" userId="efa7753a-59bf-44f0-ad53-c3388f48cff0" providerId="ADAL" clId="{ECC100FD-023F-4E10-9A7E-BC0C9D78DF98}" dt="2021-03-09T14:01:55.449" v="7882" actId="20577"/>
          <ac:spMkLst>
            <pc:docMk/>
            <pc:sldMk cId="3547593912" sldId="2076137511"/>
            <ac:spMk id="12" creationId="{7FC64038-DAB5-4BB5-B4A9-FF82398CC9BA}"/>
          </ac:spMkLst>
        </pc:spChg>
        <pc:spChg chg="add mod">
          <ac:chgData name="Amilcar Jose Rodriguez Barrios" userId="efa7753a-59bf-44f0-ad53-c3388f48cff0" providerId="ADAL" clId="{ECC100FD-023F-4E10-9A7E-BC0C9D78DF98}" dt="2021-03-09T14:01:17.195" v="7852" actId="1076"/>
          <ac:spMkLst>
            <pc:docMk/>
            <pc:sldMk cId="3547593912" sldId="2076137511"/>
            <ac:spMk id="13" creationId="{FEC9156F-A3D1-4DDC-849A-37EF50129F16}"/>
          </ac:spMkLst>
        </pc:spChg>
        <pc:grpChg chg="add mod">
          <ac:chgData name="Amilcar Jose Rodriguez Barrios" userId="efa7753a-59bf-44f0-ad53-c3388f48cff0" providerId="ADAL" clId="{ECC100FD-023F-4E10-9A7E-BC0C9D78DF98}" dt="2021-03-09T14:00:50.487" v="7838"/>
          <ac:grpSpMkLst>
            <pc:docMk/>
            <pc:sldMk cId="3547593912" sldId="2076137511"/>
            <ac:grpSpMk id="3" creationId="{800E0FC6-5F48-4638-B2E5-81A4FE9CD77E}"/>
          </ac:grpSpMkLst>
        </pc:grpChg>
        <pc:grpChg chg="add mod">
          <ac:chgData name="Amilcar Jose Rodriguez Barrios" userId="efa7753a-59bf-44f0-ad53-c3388f48cff0" providerId="ADAL" clId="{ECC100FD-023F-4E10-9A7E-BC0C9D78DF98}" dt="2021-03-09T14:00:50.487" v="7838"/>
          <ac:grpSpMkLst>
            <pc:docMk/>
            <pc:sldMk cId="3547593912" sldId="2076137511"/>
            <ac:grpSpMk id="6" creationId="{BA75C698-A855-4509-9BD3-9F9FBE87DA98}"/>
          </ac:grpSpMkLst>
        </pc:grpChg>
        <pc:grpChg chg="add mod">
          <ac:chgData name="Amilcar Jose Rodriguez Barrios" userId="efa7753a-59bf-44f0-ad53-c3388f48cff0" providerId="ADAL" clId="{ECC100FD-023F-4E10-9A7E-BC0C9D78DF98}" dt="2021-03-09T14:00:50.487" v="7838"/>
          <ac:grpSpMkLst>
            <pc:docMk/>
            <pc:sldMk cId="3547593912" sldId="2076137511"/>
            <ac:grpSpMk id="9" creationId="{7E7954CE-DCAD-4690-A33A-5229A158890D}"/>
          </ac:grpSpMkLst>
        </pc:grpChg>
        <pc:picChg chg="mod">
          <ac:chgData name="Amilcar Jose Rodriguez Barrios" userId="efa7753a-59bf-44f0-ad53-c3388f48cff0" providerId="ADAL" clId="{ECC100FD-023F-4E10-9A7E-BC0C9D78DF98}" dt="2021-03-09T14:00:50.487" v="7838"/>
          <ac:picMkLst>
            <pc:docMk/>
            <pc:sldMk cId="3547593912" sldId="2076137511"/>
            <ac:picMk id="11" creationId="{074C8770-8166-4CCA-9BF4-8784AA237AB2}"/>
          </ac:picMkLst>
        </pc:picChg>
        <pc:cxnChg chg="mod">
          <ac:chgData name="Amilcar Jose Rodriguez Barrios" userId="efa7753a-59bf-44f0-ad53-c3388f48cff0" providerId="ADAL" clId="{ECC100FD-023F-4E10-9A7E-BC0C9D78DF98}" dt="2021-03-09T14:00:50.487" v="7838"/>
          <ac:cxnSpMkLst>
            <pc:docMk/>
            <pc:sldMk cId="3547593912" sldId="2076137511"/>
            <ac:cxnSpMk id="7" creationId="{FCEE7638-50AA-4CEA-BF41-6EE3C8F0EF28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9T13:58:51.485" v="7837" actId="20577"/>
        <pc:sldMkLst>
          <pc:docMk/>
          <pc:sldMk cId="1764504403" sldId="2076137512"/>
        </pc:sldMkLst>
        <pc:spChg chg="mod">
          <ac:chgData name="Amilcar Jose Rodriguez Barrios" userId="efa7753a-59bf-44f0-ad53-c3388f48cff0" providerId="ADAL" clId="{ECC100FD-023F-4E10-9A7E-BC0C9D78DF98}" dt="2021-03-09T13:58:51.485" v="7837" actId="20577"/>
          <ac:spMkLst>
            <pc:docMk/>
            <pc:sldMk cId="1764504403" sldId="2076137512"/>
            <ac:spMk id="9" creationId="{E7731D0A-BED0-4C7D-80D9-145621B03A73}"/>
          </ac:spMkLst>
        </pc:spChg>
      </pc:sldChg>
      <pc:sldChg chg="addSp delSp modSp new mod modNotesTx">
        <pc:chgData name="Amilcar Jose Rodriguez Barrios" userId="efa7753a-59bf-44f0-ad53-c3388f48cff0" providerId="ADAL" clId="{ECC100FD-023F-4E10-9A7E-BC0C9D78DF98}" dt="2021-03-09T14:02:14.671" v="7901" actId="20577"/>
        <pc:sldMkLst>
          <pc:docMk/>
          <pc:sldMk cId="3753306958" sldId="2076137513"/>
        </pc:sldMkLst>
        <pc:spChg chg="del">
          <ac:chgData name="Amilcar Jose Rodriguez Barrios" userId="efa7753a-59bf-44f0-ad53-c3388f48cff0" providerId="ADAL" clId="{ECC100FD-023F-4E10-9A7E-BC0C9D78DF98}" dt="2021-03-09T14:01:26.827" v="7868" actId="478"/>
          <ac:spMkLst>
            <pc:docMk/>
            <pc:sldMk cId="3753306958" sldId="2076137513"/>
            <ac:spMk id="2" creationId="{F24397AE-2469-48AD-B886-C07D057E2272}"/>
          </ac:spMkLst>
        </pc:spChg>
        <pc:spChg chg="add mod">
          <ac:chgData name="Amilcar Jose Rodriguez Barrios" userId="efa7753a-59bf-44f0-ad53-c3388f48cff0" providerId="ADAL" clId="{ECC100FD-023F-4E10-9A7E-BC0C9D78DF98}" dt="2021-03-09T14:02:04.221" v="7884" actId="1076"/>
          <ac:spMkLst>
            <pc:docMk/>
            <pc:sldMk cId="3753306958" sldId="2076137513"/>
            <ac:spMk id="3" creationId="{93A6F276-ED4C-46FA-B93A-57B70A53F1C6}"/>
          </ac:spMkLst>
        </pc:spChg>
        <pc:spChg chg="add mod">
          <ac:chgData name="Amilcar Jose Rodriguez Barrios" userId="efa7753a-59bf-44f0-ad53-c3388f48cff0" providerId="ADAL" clId="{ECC100FD-023F-4E10-9A7E-BC0C9D78DF98}" dt="2021-03-09T14:02:07.405" v="7886" actId="14100"/>
          <ac:spMkLst>
            <pc:docMk/>
            <pc:sldMk cId="3753306958" sldId="2076137513"/>
            <ac:spMk id="4" creationId="{D8042E8C-9182-429F-A1D4-27F7B7C85711}"/>
          </ac:spMkLst>
        </pc:spChg>
        <pc:spChg chg="mod">
          <ac:chgData name="Amilcar Jose Rodriguez Barrios" userId="efa7753a-59bf-44f0-ad53-c3388f48cff0" providerId="ADAL" clId="{ECC100FD-023F-4E10-9A7E-BC0C9D78DF98}" dt="2021-03-09T14:02:01.516" v="7883"/>
          <ac:spMkLst>
            <pc:docMk/>
            <pc:sldMk cId="3753306958" sldId="2076137513"/>
            <ac:spMk id="6" creationId="{10A5B7DA-F12F-40ED-B5F0-31837070E9E5}"/>
          </ac:spMkLst>
        </pc:spChg>
        <pc:spChg chg="mod">
          <ac:chgData name="Amilcar Jose Rodriguez Barrios" userId="efa7753a-59bf-44f0-ad53-c3388f48cff0" providerId="ADAL" clId="{ECC100FD-023F-4E10-9A7E-BC0C9D78DF98}" dt="2021-03-09T14:02:01.516" v="7883"/>
          <ac:spMkLst>
            <pc:docMk/>
            <pc:sldMk cId="3753306958" sldId="2076137513"/>
            <ac:spMk id="7" creationId="{6CCDF755-FD8F-4CBC-93FD-30CB4DC1333A}"/>
          </ac:spMkLst>
        </pc:spChg>
        <pc:spChg chg="mod">
          <ac:chgData name="Amilcar Jose Rodriguez Barrios" userId="efa7753a-59bf-44f0-ad53-c3388f48cff0" providerId="ADAL" clId="{ECC100FD-023F-4E10-9A7E-BC0C9D78DF98}" dt="2021-03-09T14:02:01.516" v="7883"/>
          <ac:spMkLst>
            <pc:docMk/>
            <pc:sldMk cId="3753306958" sldId="2076137513"/>
            <ac:spMk id="10" creationId="{868DCB7F-E14D-4CCB-A194-E0FF6CA85FB6}"/>
          </ac:spMkLst>
        </pc:spChg>
        <pc:spChg chg="mod">
          <ac:chgData name="Amilcar Jose Rodriguez Barrios" userId="efa7753a-59bf-44f0-ad53-c3388f48cff0" providerId="ADAL" clId="{ECC100FD-023F-4E10-9A7E-BC0C9D78DF98}" dt="2021-03-09T14:02:01.516" v="7883"/>
          <ac:spMkLst>
            <pc:docMk/>
            <pc:sldMk cId="3753306958" sldId="2076137513"/>
            <ac:spMk id="12" creationId="{4C834982-DD99-425B-AFE0-D5EA5AFBAC31}"/>
          </ac:spMkLst>
        </pc:spChg>
        <pc:grpChg chg="add mod">
          <ac:chgData name="Amilcar Jose Rodriguez Barrios" userId="efa7753a-59bf-44f0-ad53-c3388f48cff0" providerId="ADAL" clId="{ECC100FD-023F-4E10-9A7E-BC0C9D78DF98}" dt="2021-03-09T14:02:01.516" v="7883"/>
          <ac:grpSpMkLst>
            <pc:docMk/>
            <pc:sldMk cId="3753306958" sldId="2076137513"/>
            <ac:grpSpMk id="5" creationId="{33ED3C81-1C8D-4029-AC47-1F818356E9AF}"/>
          </ac:grpSpMkLst>
        </pc:grpChg>
        <pc:grpChg chg="add mod">
          <ac:chgData name="Amilcar Jose Rodriguez Barrios" userId="efa7753a-59bf-44f0-ad53-c3388f48cff0" providerId="ADAL" clId="{ECC100FD-023F-4E10-9A7E-BC0C9D78DF98}" dt="2021-03-09T14:02:01.516" v="7883"/>
          <ac:grpSpMkLst>
            <pc:docMk/>
            <pc:sldMk cId="3753306958" sldId="2076137513"/>
            <ac:grpSpMk id="8" creationId="{14842A2A-A238-4717-B4A8-FC5D1C356DA2}"/>
          </ac:grpSpMkLst>
        </pc:grpChg>
        <pc:grpChg chg="add mod">
          <ac:chgData name="Amilcar Jose Rodriguez Barrios" userId="efa7753a-59bf-44f0-ad53-c3388f48cff0" providerId="ADAL" clId="{ECC100FD-023F-4E10-9A7E-BC0C9D78DF98}" dt="2021-03-09T14:02:01.516" v="7883"/>
          <ac:grpSpMkLst>
            <pc:docMk/>
            <pc:sldMk cId="3753306958" sldId="2076137513"/>
            <ac:grpSpMk id="11" creationId="{5B8A7C93-909D-4868-A1BC-ECD6E03920C7}"/>
          </ac:grpSpMkLst>
        </pc:grpChg>
        <pc:picChg chg="mod">
          <ac:chgData name="Amilcar Jose Rodriguez Barrios" userId="efa7753a-59bf-44f0-ad53-c3388f48cff0" providerId="ADAL" clId="{ECC100FD-023F-4E10-9A7E-BC0C9D78DF98}" dt="2021-03-09T14:02:01.516" v="7883"/>
          <ac:picMkLst>
            <pc:docMk/>
            <pc:sldMk cId="3753306958" sldId="2076137513"/>
            <ac:picMk id="13" creationId="{59B15673-2C33-456C-A7EC-B91567E2B6BE}"/>
          </ac:picMkLst>
        </pc:picChg>
        <pc:cxnChg chg="mod">
          <ac:chgData name="Amilcar Jose Rodriguez Barrios" userId="efa7753a-59bf-44f0-ad53-c3388f48cff0" providerId="ADAL" clId="{ECC100FD-023F-4E10-9A7E-BC0C9D78DF98}" dt="2021-03-09T14:02:01.516" v="7883"/>
          <ac:cxnSpMkLst>
            <pc:docMk/>
            <pc:sldMk cId="3753306958" sldId="2076137513"/>
            <ac:cxnSpMk id="9" creationId="{0E51E930-7CAF-4BA9-B648-5C41F41937FC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9T14:02:58.636" v="7937"/>
        <pc:sldMkLst>
          <pc:docMk/>
          <pc:sldMk cId="434796099" sldId="2076137514"/>
        </pc:sldMkLst>
        <pc:spChg chg="del">
          <ac:chgData name="Amilcar Jose Rodriguez Barrios" userId="efa7753a-59bf-44f0-ad53-c3388f48cff0" providerId="ADAL" clId="{ECC100FD-023F-4E10-9A7E-BC0C9D78DF98}" dt="2021-03-09T14:02:24.978" v="7903" actId="478"/>
          <ac:spMkLst>
            <pc:docMk/>
            <pc:sldMk cId="434796099" sldId="2076137514"/>
            <ac:spMk id="2" creationId="{70E9C89F-994E-44FD-82F4-FD92E42C1561}"/>
          </ac:spMkLst>
        </pc:spChg>
        <pc:spChg chg="add mod">
          <ac:chgData name="Amilcar Jose Rodriguez Barrios" userId="efa7753a-59bf-44f0-ad53-c3388f48cff0" providerId="ADAL" clId="{ECC100FD-023F-4E10-9A7E-BC0C9D78DF98}" dt="2021-03-09T14:02:40.250" v="7915" actId="20577"/>
          <ac:spMkLst>
            <pc:docMk/>
            <pc:sldMk cId="434796099" sldId="2076137514"/>
            <ac:spMk id="3" creationId="{56FF695A-4021-4113-B86A-D2F7B3EF033E}"/>
          </ac:spMkLst>
        </pc:spChg>
        <pc:spChg chg="add mod">
          <ac:chgData name="Amilcar Jose Rodriguez Barrios" userId="efa7753a-59bf-44f0-ad53-c3388f48cff0" providerId="ADAL" clId="{ECC100FD-023F-4E10-9A7E-BC0C9D78DF98}" dt="2021-03-09T14:02:38.567" v="7914" actId="20577"/>
          <ac:spMkLst>
            <pc:docMk/>
            <pc:sldMk cId="434796099" sldId="2076137514"/>
            <ac:spMk id="4" creationId="{5351625D-65D3-43A4-BBA8-DCC5E50E1D64}"/>
          </ac:spMkLst>
        </pc:spChg>
        <pc:spChg chg="mod">
          <ac:chgData name="Amilcar Jose Rodriguez Barrios" userId="efa7753a-59bf-44f0-ad53-c3388f48cff0" providerId="ADAL" clId="{ECC100FD-023F-4E10-9A7E-BC0C9D78DF98}" dt="2021-03-09T14:02:58.636" v="7937"/>
          <ac:spMkLst>
            <pc:docMk/>
            <pc:sldMk cId="434796099" sldId="2076137514"/>
            <ac:spMk id="6" creationId="{D21FB2E6-5CC4-4022-8539-1F2397A59095}"/>
          </ac:spMkLst>
        </pc:spChg>
        <pc:spChg chg="mod">
          <ac:chgData name="Amilcar Jose Rodriguez Barrios" userId="efa7753a-59bf-44f0-ad53-c3388f48cff0" providerId="ADAL" clId="{ECC100FD-023F-4E10-9A7E-BC0C9D78DF98}" dt="2021-03-09T14:02:58.636" v="7937"/>
          <ac:spMkLst>
            <pc:docMk/>
            <pc:sldMk cId="434796099" sldId="2076137514"/>
            <ac:spMk id="7" creationId="{4306FDE7-2EB5-4B6F-B6FD-12C90D95F79D}"/>
          </ac:spMkLst>
        </pc:spChg>
        <pc:spChg chg="mod">
          <ac:chgData name="Amilcar Jose Rodriguez Barrios" userId="efa7753a-59bf-44f0-ad53-c3388f48cff0" providerId="ADAL" clId="{ECC100FD-023F-4E10-9A7E-BC0C9D78DF98}" dt="2021-03-09T14:02:58.636" v="7937"/>
          <ac:spMkLst>
            <pc:docMk/>
            <pc:sldMk cId="434796099" sldId="2076137514"/>
            <ac:spMk id="10" creationId="{FF7E34A7-B005-4DD0-BFDB-5C7E2AA5F079}"/>
          </ac:spMkLst>
        </pc:spChg>
        <pc:spChg chg="mod">
          <ac:chgData name="Amilcar Jose Rodriguez Barrios" userId="efa7753a-59bf-44f0-ad53-c3388f48cff0" providerId="ADAL" clId="{ECC100FD-023F-4E10-9A7E-BC0C9D78DF98}" dt="2021-03-09T14:02:58.636" v="7937"/>
          <ac:spMkLst>
            <pc:docMk/>
            <pc:sldMk cId="434796099" sldId="2076137514"/>
            <ac:spMk id="12" creationId="{05E28DF4-1047-40A2-91BB-76763FDBFA72}"/>
          </ac:spMkLst>
        </pc:spChg>
        <pc:grpChg chg="add mod">
          <ac:chgData name="Amilcar Jose Rodriguez Barrios" userId="efa7753a-59bf-44f0-ad53-c3388f48cff0" providerId="ADAL" clId="{ECC100FD-023F-4E10-9A7E-BC0C9D78DF98}" dt="2021-03-09T14:02:58.636" v="7937"/>
          <ac:grpSpMkLst>
            <pc:docMk/>
            <pc:sldMk cId="434796099" sldId="2076137514"/>
            <ac:grpSpMk id="5" creationId="{B0CFB937-E3A9-4106-82A9-483524C6AE09}"/>
          </ac:grpSpMkLst>
        </pc:grpChg>
        <pc:grpChg chg="add mod">
          <ac:chgData name="Amilcar Jose Rodriguez Barrios" userId="efa7753a-59bf-44f0-ad53-c3388f48cff0" providerId="ADAL" clId="{ECC100FD-023F-4E10-9A7E-BC0C9D78DF98}" dt="2021-03-09T14:02:58.636" v="7937"/>
          <ac:grpSpMkLst>
            <pc:docMk/>
            <pc:sldMk cId="434796099" sldId="2076137514"/>
            <ac:grpSpMk id="8" creationId="{63B180BD-6FAD-436E-92F0-35865D0F133C}"/>
          </ac:grpSpMkLst>
        </pc:grpChg>
        <pc:grpChg chg="add mod">
          <ac:chgData name="Amilcar Jose Rodriguez Barrios" userId="efa7753a-59bf-44f0-ad53-c3388f48cff0" providerId="ADAL" clId="{ECC100FD-023F-4E10-9A7E-BC0C9D78DF98}" dt="2021-03-09T14:02:58.636" v="7937"/>
          <ac:grpSpMkLst>
            <pc:docMk/>
            <pc:sldMk cId="434796099" sldId="2076137514"/>
            <ac:grpSpMk id="11" creationId="{FB69F270-62F1-49C3-B54D-B50EEDD42094}"/>
          </ac:grpSpMkLst>
        </pc:grpChg>
        <pc:picChg chg="mod">
          <ac:chgData name="Amilcar Jose Rodriguez Barrios" userId="efa7753a-59bf-44f0-ad53-c3388f48cff0" providerId="ADAL" clId="{ECC100FD-023F-4E10-9A7E-BC0C9D78DF98}" dt="2021-03-09T14:02:58.636" v="7937"/>
          <ac:picMkLst>
            <pc:docMk/>
            <pc:sldMk cId="434796099" sldId="2076137514"/>
            <ac:picMk id="13" creationId="{9DA300A1-A0EF-4D30-9AC8-F8FCFA6E1D2E}"/>
          </ac:picMkLst>
        </pc:picChg>
        <pc:cxnChg chg="mod">
          <ac:chgData name="Amilcar Jose Rodriguez Barrios" userId="efa7753a-59bf-44f0-ad53-c3388f48cff0" providerId="ADAL" clId="{ECC100FD-023F-4E10-9A7E-BC0C9D78DF98}" dt="2021-03-09T14:02:58.636" v="7937"/>
          <ac:cxnSpMkLst>
            <pc:docMk/>
            <pc:sldMk cId="434796099" sldId="2076137514"/>
            <ac:cxnSpMk id="9" creationId="{33375419-0906-4DFF-843F-D5989DC9AC5E}"/>
          </ac:cxnSpMkLst>
        </pc:cxnChg>
      </pc:sldChg>
    </pc:docChg>
  </pc:docChgLst>
  <pc:docChgLst>
    <pc:chgData name="Amilcar Jose Rodriguez Barrios" userId="efa7753a-59bf-44f0-ad53-c3388f48cff0" providerId="ADAL" clId="{EDF9704F-A5ED-407B-8375-A3FC33E5BD89}"/>
    <pc:docChg chg="undo custSel addSld modSld">
      <pc:chgData name="Amilcar Jose Rodriguez Barrios" userId="efa7753a-59bf-44f0-ad53-c3388f48cff0" providerId="ADAL" clId="{EDF9704F-A5ED-407B-8375-A3FC33E5BD89}" dt="2021-01-28T22:20:41.305" v="3877" actId="20577"/>
      <pc:docMkLst>
        <pc:docMk/>
      </pc:docMkLst>
      <pc:sldChg chg="modSp mod">
        <pc:chgData name="Amilcar Jose Rodriguez Barrios" userId="efa7753a-59bf-44f0-ad53-c3388f48cff0" providerId="ADAL" clId="{EDF9704F-A5ED-407B-8375-A3FC33E5BD89}" dt="2021-01-28T19:34:15.455" v="1066" actId="1076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EDF9704F-A5ED-407B-8375-A3FC33E5BD89}" dt="2021-01-28T19:27:24.527" v="1061" actId="20577"/>
          <ac:spMkLst>
            <pc:docMk/>
            <pc:sldMk cId="571400001" sldId="258"/>
            <ac:spMk id="13" creationId="{469B9B0C-6722-4013-ADF1-E18757240CE7}"/>
          </ac:spMkLst>
        </pc:spChg>
        <pc:spChg chg="mod">
          <ac:chgData name="Amilcar Jose Rodriguez Barrios" userId="efa7753a-59bf-44f0-ad53-c3388f48cff0" providerId="ADAL" clId="{EDF9704F-A5ED-407B-8375-A3FC33E5BD89}" dt="2021-01-28T19:34:15.455" v="1066" actId="1076"/>
          <ac:spMkLst>
            <pc:docMk/>
            <pc:sldMk cId="571400001" sldId="258"/>
            <ac:spMk id="57" creationId="{7E26892A-B852-44FE-B5D6-BFF935FAFEAF}"/>
          </ac:spMkLst>
        </pc:spChg>
      </pc:sldChg>
      <pc:sldChg chg="modSp mod">
        <pc:chgData name="Amilcar Jose Rodriguez Barrios" userId="efa7753a-59bf-44f0-ad53-c3388f48cff0" providerId="ADAL" clId="{EDF9704F-A5ED-407B-8375-A3FC33E5BD89}" dt="2021-01-28T20:02:25.725" v="1237" actId="20577"/>
        <pc:sldMkLst>
          <pc:docMk/>
          <pc:sldMk cId="2751298803" sldId="2076137258"/>
        </pc:sldMkLst>
        <pc:spChg chg="mod">
          <ac:chgData name="Amilcar Jose Rodriguez Barrios" userId="efa7753a-59bf-44f0-ad53-c3388f48cff0" providerId="ADAL" clId="{EDF9704F-A5ED-407B-8375-A3FC33E5BD89}" dt="2021-01-28T20:02:25.725" v="1237" actId="20577"/>
          <ac:spMkLst>
            <pc:docMk/>
            <pc:sldMk cId="2751298803" sldId="2076137258"/>
            <ac:spMk id="13" creationId="{C14D2BA4-116D-43B1-BCC1-AC647172BCB6}"/>
          </ac:spMkLst>
        </pc:spChg>
      </pc:sldChg>
      <pc:sldChg chg="modSp mod">
        <pc:chgData name="Amilcar Jose Rodriguez Barrios" userId="efa7753a-59bf-44f0-ad53-c3388f48cff0" providerId="ADAL" clId="{EDF9704F-A5ED-407B-8375-A3FC33E5BD89}" dt="2021-01-28T20:37:59.028" v="3756"/>
        <pc:sldMkLst>
          <pc:docMk/>
          <pc:sldMk cId="940779114" sldId="2076137274"/>
        </pc:sldMkLst>
        <pc:spChg chg="mod">
          <ac:chgData name="Amilcar Jose Rodriguez Barrios" userId="efa7753a-59bf-44f0-ad53-c3388f48cff0" providerId="ADAL" clId="{EDF9704F-A5ED-407B-8375-A3FC33E5BD89}" dt="2021-01-28T19:46:32.997" v="1073" actId="14100"/>
          <ac:spMkLst>
            <pc:docMk/>
            <pc:sldMk cId="940779114" sldId="2076137274"/>
            <ac:spMk id="8" creationId="{F2BAE395-4DF9-41F8-814D-629533BABA61}"/>
          </ac:spMkLst>
        </pc:spChg>
        <pc:spChg chg="mod">
          <ac:chgData name="Amilcar Jose Rodriguez Barrios" userId="efa7753a-59bf-44f0-ad53-c3388f48cff0" providerId="ADAL" clId="{EDF9704F-A5ED-407B-8375-A3FC33E5BD89}" dt="2021-01-28T19:55:55.885" v="1165" actId="20577"/>
          <ac:spMkLst>
            <pc:docMk/>
            <pc:sldMk cId="940779114" sldId="2076137274"/>
            <ac:spMk id="11" creationId="{6DC189FD-E216-4DEF-B04D-05834EE39CAA}"/>
          </ac:spMkLst>
        </pc:spChg>
        <pc:spChg chg="mod">
          <ac:chgData name="Amilcar Jose Rodriguez Barrios" userId="efa7753a-59bf-44f0-ad53-c3388f48cff0" providerId="ADAL" clId="{EDF9704F-A5ED-407B-8375-A3FC33E5BD89}" dt="2021-01-28T19:46:01.831" v="1072" actId="20577"/>
          <ac:spMkLst>
            <pc:docMk/>
            <pc:sldMk cId="940779114" sldId="2076137274"/>
            <ac:spMk id="12" creationId="{EB0F7F42-D0F2-435A-88F2-2F12F6F77170}"/>
          </ac:spMkLst>
        </pc:spChg>
        <pc:spChg chg="mod">
          <ac:chgData name="Amilcar Jose Rodriguez Barrios" userId="efa7753a-59bf-44f0-ad53-c3388f48cff0" providerId="ADAL" clId="{EDF9704F-A5ED-407B-8375-A3FC33E5BD89}" dt="2021-01-28T19:46:00.171" v="1070" actId="20577"/>
          <ac:spMkLst>
            <pc:docMk/>
            <pc:sldMk cId="940779114" sldId="2076137274"/>
            <ac:spMk id="13" creationId="{6006A40D-5A29-4D97-8F94-547990CE774D}"/>
          </ac:spMkLst>
        </pc:spChg>
        <pc:graphicFrameChg chg="mod">
          <ac:chgData name="Amilcar Jose Rodriguez Barrios" userId="efa7753a-59bf-44f0-ad53-c3388f48cff0" providerId="ADAL" clId="{EDF9704F-A5ED-407B-8375-A3FC33E5BD89}" dt="2021-01-28T20:37:59.028" v="3756"/>
          <ac:graphicFrameMkLst>
            <pc:docMk/>
            <pc:sldMk cId="940779114" sldId="2076137274"/>
            <ac:graphicFrameMk id="7" creationId="{6835C1AA-02C8-44B0-9585-458F52296618}"/>
          </ac:graphicFrameMkLst>
        </pc:graphicFrameChg>
      </pc:sldChg>
      <pc:sldChg chg="modSp mod">
        <pc:chgData name="Amilcar Jose Rodriguez Barrios" userId="efa7753a-59bf-44f0-ad53-c3388f48cff0" providerId="ADAL" clId="{EDF9704F-A5ED-407B-8375-A3FC33E5BD89}" dt="2021-01-28T01:18:10.628" v="1059" actId="20577"/>
        <pc:sldMkLst>
          <pc:docMk/>
          <pc:sldMk cId="3356052213" sldId="2076137276"/>
        </pc:sldMkLst>
        <pc:spChg chg="mod">
          <ac:chgData name="Amilcar Jose Rodriguez Barrios" userId="efa7753a-59bf-44f0-ad53-c3388f48cff0" providerId="ADAL" clId="{EDF9704F-A5ED-407B-8375-A3FC33E5BD89}" dt="2021-01-28T01:18:10.628" v="1059" actId="20577"/>
          <ac:spMkLst>
            <pc:docMk/>
            <pc:sldMk cId="3356052213" sldId="2076137276"/>
            <ac:spMk id="6" creationId="{8C3F164A-BBA1-4C0E-B7B0-A857FB5656A1}"/>
          </ac:spMkLst>
        </pc:spChg>
      </pc:sldChg>
      <pc:sldChg chg="modSp mod">
        <pc:chgData name="Amilcar Jose Rodriguez Barrios" userId="efa7753a-59bf-44f0-ad53-c3388f48cff0" providerId="ADAL" clId="{EDF9704F-A5ED-407B-8375-A3FC33E5BD89}" dt="2021-01-28T22:20:41.305" v="3877" actId="20577"/>
        <pc:sldMkLst>
          <pc:docMk/>
          <pc:sldMk cId="3805723452" sldId="2076137306"/>
        </pc:sldMkLst>
        <pc:spChg chg="mod">
          <ac:chgData name="Amilcar Jose Rodriguez Barrios" userId="efa7753a-59bf-44f0-ad53-c3388f48cff0" providerId="ADAL" clId="{EDF9704F-A5ED-407B-8375-A3FC33E5BD89}" dt="2021-01-28T19:49:32.187" v="1089"/>
          <ac:spMkLst>
            <pc:docMk/>
            <pc:sldMk cId="3805723452" sldId="2076137306"/>
            <ac:spMk id="7" creationId="{560924A8-B4DE-4413-9EC1-48CAFBED01F5}"/>
          </ac:spMkLst>
        </pc:spChg>
        <pc:spChg chg="mod">
          <ac:chgData name="Amilcar Jose Rodriguez Barrios" userId="efa7753a-59bf-44f0-ad53-c3388f48cff0" providerId="ADAL" clId="{EDF9704F-A5ED-407B-8375-A3FC33E5BD89}" dt="2021-01-28T22:20:41.305" v="3877" actId="20577"/>
          <ac:spMkLst>
            <pc:docMk/>
            <pc:sldMk cId="3805723452" sldId="2076137306"/>
            <ac:spMk id="15" creationId="{4A291508-17AA-4B7F-9B0C-31F12B6882B9}"/>
          </ac:spMkLst>
        </pc:spChg>
      </pc:sldChg>
      <pc:sldChg chg="modSp mod">
        <pc:chgData name="Amilcar Jose Rodriguez Barrios" userId="efa7753a-59bf-44f0-ad53-c3388f48cff0" providerId="ADAL" clId="{EDF9704F-A5ED-407B-8375-A3FC33E5BD89}" dt="2021-01-28T21:48:19.472" v="3814" actId="20577"/>
        <pc:sldMkLst>
          <pc:docMk/>
          <pc:sldMk cId="1879818493" sldId="2076137307"/>
        </pc:sldMkLst>
        <pc:spChg chg="mod">
          <ac:chgData name="Amilcar Jose Rodriguez Barrios" userId="efa7753a-59bf-44f0-ad53-c3388f48cff0" providerId="ADAL" clId="{EDF9704F-A5ED-407B-8375-A3FC33E5BD89}" dt="2021-01-28T21:48:19.472" v="3814" actId="20577"/>
          <ac:spMkLst>
            <pc:docMk/>
            <pc:sldMk cId="1879818493" sldId="2076137307"/>
            <ac:spMk id="11" creationId="{91A3E906-EE44-46CA-A3AA-C9F91C738F76}"/>
          </ac:spMkLst>
        </pc:spChg>
      </pc:sldChg>
      <pc:sldChg chg="addSp delSp modSp add mod">
        <pc:chgData name="Amilcar Jose Rodriguez Barrios" userId="efa7753a-59bf-44f0-ad53-c3388f48cff0" providerId="ADAL" clId="{EDF9704F-A5ED-407B-8375-A3FC33E5BD89}" dt="2021-01-28T22:18:28.291" v="3876" actId="20577"/>
        <pc:sldMkLst>
          <pc:docMk/>
          <pc:sldMk cId="3622360867" sldId="2076137308"/>
        </pc:sldMkLst>
        <pc:spChg chg="add mod">
          <ac:chgData name="Amilcar Jose Rodriguez Barrios" userId="efa7753a-59bf-44f0-ad53-c3388f48cff0" providerId="ADAL" clId="{EDF9704F-A5ED-407B-8375-A3FC33E5BD89}" dt="2021-01-28T21:47:22.358" v="3797" actId="20577"/>
          <ac:spMkLst>
            <pc:docMk/>
            <pc:sldMk cId="3622360867" sldId="2076137308"/>
            <ac:spMk id="2" creationId="{41CD7CBA-0DFF-4126-B8F5-4EC4C9377183}"/>
          </ac:spMkLst>
        </pc:spChg>
        <pc:spChg chg="add mod">
          <ac:chgData name="Amilcar Jose Rodriguez Barrios" userId="efa7753a-59bf-44f0-ad53-c3388f48cff0" providerId="ADAL" clId="{EDF9704F-A5ED-407B-8375-A3FC33E5BD89}" dt="2021-01-28T22:18:28.291" v="3876" actId="20577"/>
          <ac:spMkLst>
            <pc:docMk/>
            <pc:sldMk cId="3622360867" sldId="2076137308"/>
            <ac:spMk id="3" creationId="{7F37CC4A-AAED-439F-9F64-27AD8EA605BB}"/>
          </ac:spMkLst>
        </pc:spChg>
        <pc:spChg chg="add del mod">
          <ac:chgData name="Amilcar Jose Rodriguez Barrios" userId="efa7753a-59bf-44f0-ad53-c3388f48cff0" providerId="ADAL" clId="{EDF9704F-A5ED-407B-8375-A3FC33E5BD89}" dt="2021-01-28T20:24:20.539" v="3643" actId="478"/>
          <ac:spMkLst>
            <pc:docMk/>
            <pc:sldMk cId="3622360867" sldId="2076137308"/>
            <ac:spMk id="4" creationId="{6BDBD4ED-0DC9-430B-A44A-B20F2BA2D3D6}"/>
          </ac:spMkLst>
        </pc:spChg>
        <pc:spChg chg="mod">
          <ac:chgData name="Amilcar Jose Rodriguez Barrios" userId="efa7753a-59bf-44f0-ad53-c3388f48cff0" providerId="ADAL" clId="{EDF9704F-A5ED-407B-8375-A3FC33E5BD89}" dt="2021-01-28T19:51:59.612" v="1098" actId="20577"/>
          <ac:spMkLst>
            <pc:docMk/>
            <pc:sldMk cId="3622360867" sldId="2076137308"/>
            <ac:spMk id="7" creationId="{560924A8-B4DE-4413-9EC1-48CAFBED01F5}"/>
          </ac:spMkLst>
        </pc:spChg>
        <pc:spChg chg="add del mod">
          <ac:chgData name="Amilcar Jose Rodriguez Barrios" userId="efa7753a-59bf-44f0-ad53-c3388f48cff0" providerId="ADAL" clId="{EDF9704F-A5ED-407B-8375-A3FC33E5BD89}" dt="2021-01-28T20:06:32.630" v="1370"/>
          <ac:spMkLst>
            <pc:docMk/>
            <pc:sldMk cId="3622360867" sldId="2076137308"/>
            <ac:spMk id="13" creationId="{7DEE1E7E-21EB-4B98-BB7F-EF04C8E1A9CA}"/>
          </ac:spMkLst>
        </pc:spChg>
        <pc:spChg chg="add mod">
          <ac:chgData name="Amilcar Jose Rodriguez Barrios" userId="efa7753a-59bf-44f0-ad53-c3388f48cff0" providerId="ADAL" clId="{EDF9704F-A5ED-407B-8375-A3FC33E5BD89}" dt="2021-01-28T20:25:29.408" v="3666" actId="1035"/>
          <ac:spMkLst>
            <pc:docMk/>
            <pc:sldMk cId="3622360867" sldId="2076137308"/>
            <ac:spMk id="14" creationId="{8A80259B-DBAB-4D60-92B9-3FCEBF89F475}"/>
          </ac:spMkLst>
        </pc:spChg>
        <pc:spChg chg="del mod">
          <ac:chgData name="Amilcar Jose Rodriguez Barrios" userId="efa7753a-59bf-44f0-ad53-c3388f48cff0" providerId="ADAL" clId="{EDF9704F-A5ED-407B-8375-A3FC33E5BD89}" dt="2021-01-28T20:13:55.271" v="2539" actId="478"/>
          <ac:spMkLst>
            <pc:docMk/>
            <pc:sldMk cId="3622360867" sldId="2076137308"/>
            <ac:spMk id="15" creationId="{4A291508-17AA-4B7F-9B0C-31F12B6882B9}"/>
          </ac:spMkLst>
        </pc:spChg>
      </pc:sldChg>
    </pc:docChg>
  </pc:docChgLst>
  <pc:docChgLst>
    <pc:chgData name="Amilcar Jose Rodriguez Barrios" userId="efa7753a-59bf-44f0-ad53-c3388f48cff0" providerId="ADAL" clId="{549392AD-473F-40D6-8D0D-A82C269FC577}"/>
    <pc:docChg chg="undo custSel addSld delSld modSld sldOrd delMainMaster">
      <pc:chgData name="Amilcar Jose Rodriguez Barrios" userId="efa7753a-59bf-44f0-ad53-c3388f48cff0" providerId="ADAL" clId="{549392AD-473F-40D6-8D0D-A82C269FC577}" dt="2021-02-15T20:26:52.250" v="3733" actId="680"/>
      <pc:docMkLst>
        <pc:docMk/>
      </pc:docMkLst>
      <pc:sldChg chg="del">
        <pc:chgData name="Amilcar Jose Rodriguez Barrios" userId="efa7753a-59bf-44f0-ad53-c3388f48cff0" providerId="ADAL" clId="{549392AD-473F-40D6-8D0D-A82C269FC577}" dt="2021-02-15T15:37:36.941" v="93" actId="47"/>
        <pc:sldMkLst>
          <pc:docMk/>
          <pc:sldMk cId="1469080592" sldId="257"/>
        </pc:sldMkLst>
      </pc:sldChg>
      <pc:sldChg chg="addSp delSp modSp mod">
        <pc:chgData name="Amilcar Jose Rodriguez Barrios" userId="efa7753a-59bf-44f0-ad53-c3388f48cff0" providerId="ADAL" clId="{549392AD-473F-40D6-8D0D-A82C269FC577}" dt="2021-02-15T15:37:21.548" v="69" actId="1076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549392AD-473F-40D6-8D0D-A82C269FC577}" dt="2021-02-15T15:35:38.395" v="18" actId="20577"/>
          <ac:spMkLst>
            <pc:docMk/>
            <pc:sldMk cId="571400001" sldId="258"/>
            <ac:spMk id="8" creationId="{EC75E5CE-9752-4EE9-B3A0-9625BA717C5E}"/>
          </ac:spMkLst>
        </pc:spChg>
        <pc:spChg chg="mod">
          <ac:chgData name="Amilcar Jose Rodriguez Barrios" userId="efa7753a-59bf-44f0-ad53-c3388f48cff0" providerId="ADAL" clId="{549392AD-473F-40D6-8D0D-A82C269FC577}" dt="2021-02-15T15:37:21.548" v="69" actId="1076"/>
          <ac:spMkLst>
            <pc:docMk/>
            <pc:sldMk cId="571400001" sldId="258"/>
            <ac:spMk id="13" creationId="{469B9B0C-6722-4013-ADF1-E18757240CE7}"/>
          </ac:spMkLst>
        </pc:spChg>
        <pc:spChg chg="mod">
          <ac:chgData name="Amilcar Jose Rodriguez Barrios" userId="efa7753a-59bf-44f0-ad53-c3388f48cff0" providerId="ADAL" clId="{549392AD-473F-40D6-8D0D-A82C269FC577}" dt="2021-02-15T15:36:00.841" v="58" actId="1076"/>
          <ac:spMkLst>
            <pc:docMk/>
            <pc:sldMk cId="571400001" sldId="258"/>
            <ac:spMk id="56" creationId="{8DA98BED-B8DD-4A99-90FA-391C0558DD7E}"/>
          </ac:spMkLst>
        </pc:spChg>
        <pc:spChg chg="mod">
          <ac:chgData name="Amilcar Jose Rodriguez Barrios" userId="efa7753a-59bf-44f0-ad53-c3388f48cff0" providerId="ADAL" clId="{549392AD-473F-40D6-8D0D-A82C269FC577}" dt="2021-02-15T15:36:05.298" v="59" actId="1076"/>
          <ac:spMkLst>
            <pc:docMk/>
            <pc:sldMk cId="571400001" sldId="258"/>
            <ac:spMk id="57" creationId="{7E26892A-B852-44FE-B5D6-BFF935FAFEAF}"/>
          </ac:spMkLst>
        </pc:spChg>
        <pc:picChg chg="del">
          <ac:chgData name="Amilcar Jose Rodriguez Barrios" userId="efa7753a-59bf-44f0-ad53-c3388f48cff0" providerId="ADAL" clId="{549392AD-473F-40D6-8D0D-A82C269FC577}" dt="2021-02-15T15:36:06.604" v="60" actId="478"/>
          <ac:picMkLst>
            <pc:docMk/>
            <pc:sldMk cId="571400001" sldId="258"/>
            <ac:picMk id="11" creationId="{3FE75E5E-1AD3-42F3-875D-60D03A6D84B8}"/>
          </ac:picMkLst>
        </pc:picChg>
        <pc:picChg chg="add mod">
          <ac:chgData name="Amilcar Jose Rodriguez Barrios" userId="efa7753a-59bf-44f0-ad53-c3388f48cff0" providerId="ADAL" clId="{549392AD-473F-40D6-8D0D-A82C269FC577}" dt="2021-02-15T15:36:41.105" v="67" actId="1076"/>
          <ac:picMkLst>
            <pc:docMk/>
            <pc:sldMk cId="571400001" sldId="258"/>
            <ac:picMk id="12" creationId="{C8EAE88C-78E7-43CD-897F-6E8A36A25F7B}"/>
          </ac:picMkLst>
        </pc:picChg>
        <pc:picChg chg="del">
          <ac:chgData name="Amilcar Jose Rodriguez Barrios" userId="efa7753a-59bf-44f0-ad53-c3388f48cff0" providerId="ADAL" clId="{549392AD-473F-40D6-8D0D-A82C269FC577}" dt="2021-02-15T15:35:58.693" v="57" actId="478"/>
          <ac:picMkLst>
            <pc:docMk/>
            <pc:sldMk cId="571400001" sldId="258"/>
            <ac:picMk id="15" creationId="{9B63CEF2-B8A5-454A-9E8A-9194087E20D1}"/>
          </ac:picMkLst>
        </pc:picChg>
      </pc:sldChg>
      <pc:sldChg chg="del">
        <pc:chgData name="Amilcar Jose Rodriguez Barrios" userId="efa7753a-59bf-44f0-ad53-c3388f48cff0" providerId="ADAL" clId="{549392AD-473F-40D6-8D0D-A82C269FC577}" dt="2021-02-15T15:37:35.458" v="86" actId="47"/>
        <pc:sldMkLst>
          <pc:docMk/>
          <pc:sldMk cId="755447121" sldId="274"/>
        </pc:sldMkLst>
      </pc:sldChg>
      <pc:sldChg chg="del">
        <pc:chgData name="Amilcar Jose Rodriguez Barrios" userId="efa7753a-59bf-44f0-ad53-c3388f48cff0" providerId="ADAL" clId="{549392AD-473F-40D6-8D0D-A82C269FC577}" dt="2021-02-15T15:37:38.564" v="102" actId="47"/>
        <pc:sldMkLst>
          <pc:docMk/>
          <pc:sldMk cId="262150763" sldId="287"/>
        </pc:sldMkLst>
      </pc:sldChg>
      <pc:sldChg chg="del">
        <pc:chgData name="Amilcar Jose Rodriguez Barrios" userId="efa7753a-59bf-44f0-ad53-c3388f48cff0" providerId="ADAL" clId="{549392AD-473F-40D6-8D0D-A82C269FC577}" dt="2021-02-15T15:37:39.461" v="107" actId="47"/>
        <pc:sldMkLst>
          <pc:docMk/>
          <pc:sldMk cId="608356468" sldId="288"/>
        </pc:sldMkLst>
      </pc:sldChg>
      <pc:sldChg chg="del">
        <pc:chgData name="Amilcar Jose Rodriguez Barrios" userId="efa7753a-59bf-44f0-ad53-c3388f48cff0" providerId="ADAL" clId="{549392AD-473F-40D6-8D0D-A82C269FC577}" dt="2021-02-15T15:37:38.039" v="99" actId="47"/>
        <pc:sldMkLst>
          <pc:docMk/>
          <pc:sldMk cId="393804835" sldId="289"/>
        </pc:sldMkLst>
      </pc:sldChg>
      <pc:sldChg chg="del">
        <pc:chgData name="Amilcar Jose Rodriguez Barrios" userId="efa7753a-59bf-44f0-ad53-c3388f48cff0" providerId="ADAL" clId="{549392AD-473F-40D6-8D0D-A82C269FC577}" dt="2021-02-15T15:37:39.273" v="106" actId="47"/>
        <pc:sldMkLst>
          <pc:docMk/>
          <pc:sldMk cId="985779614" sldId="290"/>
        </pc:sldMkLst>
      </pc:sldChg>
      <pc:sldChg chg="del">
        <pc:chgData name="Amilcar Jose Rodriguez Barrios" userId="efa7753a-59bf-44f0-ad53-c3388f48cff0" providerId="ADAL" clId="{549392AD-473F-40D6-8D0D-A82C269FC577}" dt="2021-02-15T15:37:38.354" v="101" actId="47"/>
        <pc:sldMkLst>
          <pc:docMk/>
          <pc:sldMk cId="819675676" sldId="326"/>
        </pc:sldMkLst>
      </pc:sldChg>
      <pc:sldChg chg="del">
        <pc:chgData name="Amilcar Jose Rodriguez Barrios" userId="efa7753a-59bf-44f0-ad53-c3388f48cff0" providerId="ADAL" clId="{549392AD-473F-40D6-8D0D-A82C269FC577}" dt="2021-02-15T15:37:34.075" v="79" actId="47"/>
        <pc:sldMkLst>
          <pc:docMk/>
          <pc:sldMk cId="1284327744" sldId="395"/>
        </pc:sldMkLst>
      </pc:sldChg>
      <pc:sldChg chg="del">
        <pc:chgData name="Amilcar Jose Rodriguez Barrios" userId="efa7753a-59bf-44f0-ad53-c3388f48cff0" providerId="ADAL" clId="{549392AD-473F-40D6-8D0D-A82C269FC577}" dt="2021-02-15T15:37:38.904" v="104" actId="47"/>
        <pc:sldMkLst>
          <pc:docMk/>
          <pc:sldMk cId="3400838565" sldId="487"/>
        </pc:sldMkLst>
      </pc:sldChg>
      <pc:sldChg chg="modSp mod">
        <pc:chgData name="Amilcar Jose Rodriguez Barrios" userId="efa7753a-59bf-44f0-ad53-c3388f48cff0" providerId="ADAL" clId="{549392AD-473F-40D6-8D0D-A82C269FC577}" dt="2021-02-15T15:46:36.431" v="423" actId="20577"/>
        <pc:sldMkLst>
          <pc:docMk/>
          <pc:sldMk cId="101777850" sldId="561"/>
        </pc:sldMkLst>
        <pc:spChg chg="mod">
          <ac:chgData name="Amilcar Jose Rodriguez Barrios" userId="efa7753a-59bf-44f0-ad53-c3388f48cff0" providerId="ADAL" clId="{549392AD-473F-40D6-8D0D-A82C269FC577}" dt="2021-02-15T15:46:36.431" v="423" actId="20577"/>
          <ac:spMkLst>
            <pc:docMk/>
            <pc:sldMk cId="101777850" sldId="561"/>
            <ac:spMk id="9" creationId="{C29B8A9C-B48D-43AC-82AB-E40DDF8AA98E}"/>
          </ac:spMkLst>
        </pc:spChg>
      </pc:sldChg>
      <pc:sldChg chg="delSp modSp mod">
        <pc:chgData name="Amilcar Jose Rodriguez Barrios" userId="efa7753a-59bf-44f0-ad53-c3388f48cff0" providerId="ADAL" clId="{549392AD-473F-40D6-8D0D-A82C269FC577}" dt="2021-02-15T16:11:59.020" v="1110" actId="20577"/>
        <pc:sldMkLst>
          <pc:docMk/>
          <pc:sldMk cId="538824936" sldId="601"/>
        </pc:sldMkLst>
        <pc:spChg chg="mod">
          <ac:chgData name="Amilcar Jose Rodriguez Barrios" userId="efa7753a-59bf-44f0-ad53-c3388f48cff0" providerId="ADAL" clId="{549392AD-473F-40D6-8D0D-A82C269FC577}" dt="2021-02-15T16:11:59.020" v="1110" actId="20577"/>
          <ac:spMkLst>
            <pc:docMk/>
            <pc:sldMk cId="538824936" sldId="601"/>
            <ac:spMk id="13" creationId="{0C8BAEB0-0DAD-4BE8-A19C-297A16056ACD}"/>
          </ac:spMkLst>
        </pc:spChg>
        <pc:spChg chg="del mod">
          <ac:chgData name="Amilcar Jose Rodriguez Barrios" userId="efa7753a-59bf-44f0-ad53-c3388f48cff0" providerId="ADAL" clId="{549392AD-473F-40D6-8D0D-A82C269FC577}" dt="2021-02-15T15:46:10.243" v="403" actId="478"/>
          <ac:spMkLst>
            <pc:docMk/>
            <pc:sldMk cId="538824936" sldId="601"/>
            <ac:spMk id="14" creationId="{7E9215BE-CA9D-48B3-BE39-3FD38231472A}"/>
          </ac:spMkLst>
        </pc:spChg>
      </pc:sldChg>
      <pc:sldChg chg="del">
        <pc:chgData name="Amilcar Jose Rodriguez Barrios" userId="efa7753a-59bf-44f0-ad53-c3388f48cff0" providerId="ADAL" clId="{549392AD-473F-40D6-8D0D-A82C269FC577}" dt="2021-02-15T15:37:37.751" v="96" actId="47"/>
        <pc:sldMkLst>
          <pc:docMk/>
          <pc:sldMk cId="3342589898" sldId="683"/>
        </pc:sldMkLst>
      </pc:sldChg>
      <pc:sldChg chg="del">
        <pc:chgData name="Amilcar Jose Rodriguez Barrios" userId="efa7753a-59bf-44f0-ad53-c3388f48cff0" providerId="ADAL" clId="{549392AD-473F-40D6-8D0D-A82C269FC577}" dt="2021-02-15T15:37:37.806" v="97" actId="47"/>
        <pc:sldMkLst>
          <pc:docMk/>
          <pc:sldMk cId="2103465576" sldId="684"/>
        </pc:sldMkLst>
      </pc:sldChg>
      <pc:sldChg chg="del">
        <pc:chgData name="Amilcar Jose Rodriguez Barrios" userId="efa7753a-59bf-44f0-ad53-c3388f48cff0" providerId="ADAL" clId="{549392AD-473F-40D6-8D0D-A82C269FC577}" dt="2021-02-15T15:37:38.744" v="103" actId="47"/>
        <pc:sldMkLst>
          <pc:docMk/>
          <pc:sldMk cId="4208887506" sldId="995"/>
        </pc:sldMkLst>
      </pc:sldChg>
      <pc:sldChg chg="del">
        <pc:chgData name="Amilcar Jose Rodriguez Barrios" userId="efa7753a-59bf-44f0-ad53-c3388f48cff0" providerId="ADAL" clId="{549392AD-473F-40D6-8D0D-A82C269FC577}" dt="2021-02-15T15:37:35.255" v="85" actId="47"/>
        <pc:sldMkLst>
          <pc:docMk/>
          <pc:sldMk cId="2647013260" sldId="3600"/>
        </pc:sldMkLst>
      </pc:sldChg>
      <pc:sldChg chg="del">
        <pc:chgData name="Amilcar Jose Rodriguez Barrios" userId="efa7753a-59bf-44f0-ad53-c3388f48cff0" providerId="ADAL" clId="{549392AD-473F-40D6-8D0D-A82C269FC577}" dt="2021-02-15T15:37:37.873" v="98" actId="47"/>
        <pc:sldMkLst>
          <pc:docMk/>
          <pc:sldMk cId="1209181331" sldId="3638"/>
        </pc:sldMkLst>
      </pc:sldChg>
      <pc:sldChg chg="del">
        <pc:chgData name="Amilcar Jose Rodriguez Barrios" userId="efa7753a-59bf-44f0-ad53-c3388f48cff0" providerId="ADAL" clId="{549392AD-473F-40D6-8D0D-A82C269FC577}" dt="2021-02-15T15:37:36.292" v="89" actId="47"/>
        <pc:sldMkLst>
          <pc:docMk/>
          <pc:sldMk cId="1757682436" sldId="3645"/>
        </pc:sldMkLst>
      </pc:sldChg>
      <pc:sldChg chg="del">
        <pc:chgData name="Amilcar Jose Rodriguez Barrios" userId="efa7753a-59bf-44f0-ad53-c3388f48cff0" providerId="ADAL" clId="{549392AD-473F-40D6-8D0D-A82C269FC577}" dt="2021-02-15T15:37:40.090" v="110" actId="47"/>
        <pc:sldMkLst>
          <pc:docMk/>
          <pc:sldMk cId="4028457240" sldId="3739"/>
        </pc:sldMkLst>
      </pc:sldChg>
      <pc:sldChg chg="del">
        <pc:chgData name="Amilcar Jose Rodriguez Barrios" userId="efa7753a-59bf-44f0-ad53-c3388f48cff0" providerId="ADAL" clId="{549392AD-473F-40D6-8D0D-A82C269FC577}" dt="2021-02-15T15:37:39.787" v="108" actId="47"/>
        <pc:sldMkLst>
          <pc:docMk/>
          <pc:sldMk cId="2396075873" sldId="4064"/>
        </pc:sldMkLst>
      </pc:sldChg>
      <pc:sldChg chg="del">
        <pc:chgData name="Amilcar Jose Rodriguez Barrios" userId="efa7753a-59bf-44f0-ad53-c3388f48cff0" providerId="ADAL" clId="{549392AD-473F-40D6-8D0D-A82C269FC577}" dt="2021-02-15T15:37:39.929" v="109" actId="47"/>
        <pc:sldMkLst>
          <pc:docMk/>
          <pc:sldMk cId="2053749283" sldId="4081"/>
        </pc:sldMkLst>
      </pc:sldChg>
      <pc:sldChg chg="del">
        <pc:chgData name="Amilcar Jose Rodriguez Barrios" userId="efa7753a-59bf-44f0-ad53-c3388f48cff0" providerId="ADAL" clId="{549392AD-473F-40D6-8D0D-A82C269FC577}" dt="2021-02-15T15:37:39.093" v="105" actId="47"/>
        <pc:sldMkLst>
          <pc:docMk/>
          <pc:sldMk cId="2119849676" sldId="4082"/>
        </pc:sldMkLst>
      </pc:sldChg>
      <pc:sldChg chg="del">
        <pc:chgData name="Amilcar Jose Rodriguez Barrios" userId="efa7753a-59bf-44f0-ad53-c3388f48cff0" providerId="ADAL" clId="{549392AD-473F-40D6-8D0D-A82C269FC577}" dt="2021-02-15T15:37:37.627" v="95" actId="47"/>
        <pc:sldMkLst>
          <pc:docMk/>
          <pc:sldMk cId="3151040621" sldId="2076136545"/>
        </pc:sldMkLst>
      </pc:sldChg>
      <pc:sldChg chg="del">
        <pc:chgData name="Amilcar Jose Rodriguez Barrios" userId="efa7753a-59bf-44f0-ad53-c3388f48cff0" providerId="ADAL" clId="{549392AD-473F-40D6-8D0D-A82C269FC577}" dt="2021-02-15T15:37:36.038" v="88" actId="47"/>
        <pc:sldMkLst>
          <pc:docMk/>
          <pc:sldMk cId="1945548728" sldId="2076136546"/>
        </pc:sldMkLst>
      </pc:sldChg>
      <pc:sldChg chg="del">
        <pc:chgData name="Amilcar Jose Rodriguez Barrios" userId="efa7753a-59bf-44f0-ad53-c3388f48cff0" providerId="ADAL" clId="{549392AD-473F-40D6-8D0D-A82C269FC577}" dt="2021-02-15T15:37:36.670" v="91" actId="47"/>
        <pc:sldMkLst>
          <pc:docMk/>
          <pc:sldMk cId="1321342202" sldId="2076136562"/>
        </pc:sldMkLst>
      </pc:sldChg>
      <pc:sldChg chg="del">
        <pc:chgData name="Amilcar Jose Rodriguez Barrios" userId="efa7753a-59bf-44f0-ad53-c3388f48cff0" providerId="ADAL" clId="{549392AD-473F-40D6-8D0D-A82C269FC577}" dt="2021-02-15T15:37:32.167" v="71" actId="47"/>
        <pc:sldMkLst>
          <pc:docMk/>
          <pc:sldMk cId="1345191631" sldId="2076136702"/>
        </pc:sldMkLst>
      </pc:sldChg>
      <pc:sldChg chg="del">
        <pc:chgData name="Amilcar Jose Rodriguez Barrios" userId="efa7753a-59bf-44f0-ad53-c3388f48cff0" providerId="ADAL" clId="{549392AD-473F-40D6-8D0D-A82C269FC577}" dt="2021-02-15T15:37:37.512" v="94" actId="47"/>
        <pc:sldMkLst>
          <pc:docMk/>
          <pc:sldMk cId="1237547217" sldId="2076136784"/>
        </pc:sldMkLst>
      </pc:sldChg>
      <pc:sldChg chg="del">
        <pc:chgData name="Amilcar Jose Rodriguez Barrios" userId="efa7753a-59bf-44f0-ad53-c3388f48cff0" providerId="ADAL" clId="{549392AD-473F-40D6-8D0D-A82C269FC577}" dt="2021-02-15T15:37:27.064" v="70" actId="47"/>
        <pc:sldMkLst>
          <pc:docMk/>
          <pc:sldMk cId="2760041650" sldId="2076136803"/>
        </pc:sldMkLst>
      </pc:sldChg>
      <pc:sldChg chg="del">
        <pc:chgData name="Amilcar Jose Rodriguez Barrios" userId="efa7753a-59bf-44f0-ad53-c3388f48cff0" providerId="ADAL" clId="{549392AD-473F-40D6-8D0D-A82C269FC577}" dt="2021-02-15T15:37:33.184" v="74" actId="47"/>
        <pc:sldMkLst>
          <pc:docMk/>
          <pc:sldMk cId="954588423" sldId="2076136834"/>
        </pc:sldMkLst>
      </pc:sldChg>
      <pc:sldChg chg="del">
        <pc:chgData name="Amilcar Jose Rodriguez Barrios" userId="efa7753a-59bf-44f0-ad53-c3388f48cff0" providerId="ADAL" clId="{549392AD-473F-40D6-8D0D-A82C269FC577}" dt="2021-02-15T15:37:35.066" v="84" actId="47"/>
        <pc:sldMkLst>
          <pc:docMk/>
          <pc:sldMk cId="4005245034" sldId="2076136839"/>
        </pc:sldMkLst>
      </pc:sldChg>
      <pc:sldChg chg="del">
        <pc:chgData name="Amilcar Jose Rodriguez Barrios" userId="efa7753a-59bf-44f0-ad53-c3388f48cff0" providerId="ADAL" clId="{549392AD-473F-40D6-8D0D-A82C269FC577}" dt="2021-02-15T15:37:38.219" v="100" actId="47"/>
        <pc:sldMkLst>
          <pc:docMk/>
          <pc:sldMk cId="2012481890" sldId="2076136898"/>
        </pc:sldMkLst>
      </pc:sldChg>
      <pc:sldChg chg="del">
        <pc:chgData name="Amilcar Jose Rodriguez Barrios" userId="efa7753a-59bf-44f0-ad53-c3388f48cff0" providerId="ADAL" clId="{549392AD-473F-40D6-8D0D-A82C269FC577}" dt="2021-02-15T15:37:34.675" v="82" actId="47"/>
        <pc:sldMkLst>
          <pc:docMk/>
          <pc:sldMk cId="3907258639" sldId="2076136925"/>
        </pc:sldMkLst>
      </pc:sldChg>
      <pc:sldChg chg="del">
        <pc:chgData name="Amilcar Jose Rodriguez Barrios" userId="efa7753a-59bf-44f0-ad53-c3388f48cff0" providerId="ADAL" clId="{549392AD-473F-40D6-8D0D-A82C269FC577}" dt="2021-02-15T15:37:33.760" v="77" actId="47"/>
        <pc:sldMkLst>
          <pc:docMk/>
          <pc:sldMk cId="182999284" sldId="2076137067"/>
        </pc:sldMkLst>
      </pc:sldChg>
      <pc:sldChg chg="del">
        <pc:chgData name="Amilcar Jose Rodriguez Barrios" userId="efa7753a-59bf-44f0-ad53-c3388f48cff0" providerId="ADAL" clId="{549392AD-473F-40D6-8D0D-A82C269FC577}" dt="2021-02-15T15:37:35.793" v="87" actId="47"/>
        <pc:sldMkLst>
          <pc:docMk/>
          <pc:sldMk cId="1123222839" sldId="2076137078"/>
        </pc:sldMkLst>
      </pc:sldChg>
      <pc:sldChg chg="del">
        <pc:chgData name="Amilcar Jose Rodriguez Barrios" userId="efa7753a-59bf-44f0-ad53-c3388f48cff0" providerId="ADAL" clId="{549392AD-473F-40D6-8D0D-A82C269FC577}" dt="2021-02-15T15:37:36.389" v="90" actId="47"/>
        <pc:sldMkLst>
          <pc:docMk/>
          <pc:sldMk cId="2062218640" sldId="2076137079"/>
        </pc:sldMkLst>
      </pc:sldChg>
      <pc:sldChg chg="modSp add del mod ord">
        <pc:chgData name="Amilcar Jose Rodriguez Barrios" userId="efa7753a-59bf-44f0-ad53-c3388f48cff0" providerId="ADAL" clId="{549392AD-473F-40D6-8D0D-A82C269FC577}" dt="2021-02-15T15:55:53.685" v="667" actId="255"/>
        <pc:sldMkLst>
          <pc:docMk/>
          <pc:sldMk cId="2973443127" sldId="2076137140"/>
        </pc:sldMkLst>
        <pc:spChg chg="mod">
          <ac:chgData name="Amilcar Jose Rodriguez Barrios" userId="efa7753a-59bf-44f0-ad53-c3388f48cff0" providerId="ADAL" clId="{549392AD-473F-40D6-8D0D-A82C269FC577}" dt="2021-02-15T15:55:53.685" v="667" actId="255"/>
          <ac:spMkLst>
            <pc:docMk/>
            <pc:sldMk cId="2973443127" sldId="2076137140"/>
            <ac:spMk id="9" creationId="{E7731D0A-BED0-4C7D-80D9-145621B03A73}"/>
          </ac:spMkLst>
        </pc:spChg>
        <pc:picChg chg="mod">
          <ac:chgData name="Amilcar Jose Rodriguez Barrios" userId="efa7753a-59bf-44f0-ad53-c3388f48cff0" providerId="ADAL" clId="{549392AD-473F-40D6-8D0D-A82C269FC577}" dt="2021-02-15T15:55:43.855" v="665" actId="1076"/>
          <ac:picMkLst>
            <pc:docMk/>
            <pc:sldMk cId="2973443127" sldId="2076137140"/>
            <ac:picMk id="14" creationId="{57036A31-A8E2-4242-B978-0B7709FAC472}"/>
          </ac:picMkLst>
        </pc:picChg>
        <pc:picChg chg="mod">
          <ac:chgData name="Amilcar Jose Rodriguez Barrios" userId="efa7753a-59bf-44f0-ad53-c3388f48cff0" providerId="ADAL" clId="{549392AD-473F-40D6-8D0D-A82C269FC577}" dt="2021-02-15T15:55:46.828" v="666" actId="1076"/>
          <ac:picMkLst>
            <pc:docMk/>
            <pc:sldMk cId="2973443127" sldId="2076137140"/>
            <ac:picMk id="15" creationId="{293C0804-06D2-44AC-9B75-E7E95B360B55}"/>
          </ac:picMkLst>
        </pc:picChg>
      </pc:sldChg>
      <pc:sldChg chg="del">
        <pc:chgData name="Amilcar Jose Rodriguez Barrios" userId="efa7753a-59bf-44f0-ad53-c3388f48cff0" providerId="ADAL" clId="{549392AD-473F-40D6-8D0D-A82C269FC577}" dt="2021-02-15T15:37:33.937" v="78" actId="47"/>
        <pc:sldMkLst>
          <pc:docMk/>
          <pc:sldMk cId="419799954" sldId="2076137166"/>
        </pc:sldMkLst>
      </pc:sldChg>
      <pc:sldChg chg="del">
        <pc:chgData name="Amilcar Jose Rodriguez Barrios" userId="efa7753a-59bf-44f0-ad53-c3388f48cff0" providerId="ADAL" clId="{549392AD-473F-40D6-8D0D-A82C269FC577}" dt="2021-02-15T15:37:34.316" v="80" actId="47"/>
        <pc:sldMkLst>
          <pc:docMk/>
          <pc:sldMk cId="3993116041" sldId="2076137175"/>
        </pc:sldMkLst>
      </pc:sldChg>
      <pc:sldChg chg="del">
        <pc:chgData name="Amilcar Jose Rodriguez Barrios" userId="efa7753a-59bf-44f0-ad53-c3388f48cff0" providerId="ADAL" clId="{549392AD-473F-40D6-8D0D-A82C269FC577}" dt="2021-02-15T15:37:36.741" v="92" actId="47"/>
        <pc:sldMkLst>
          <pc:docMk/>
          <pc:sldMk cId="196214891" sldId="2076137251"/>
        </pc:sldMkLst>
      </pc:sldChg>
      <pc:sldChg chg="del">
        <pc:chgData name="Amilcar Jose Rodriguez Barrios" userId="efa7753a-59bf-44f0-ad53-c3388f48cff0" providerId="ADAL" clId="{549392AD-473F-40D6-8D0D-A82C269FC577}" dt="2021-02-15T15:36:57.267" v="68" actId="47"/>
        <pc:sldMkLst>
          <pc:docMk/>
          <pc:sldMk cId="2327509814" sldId="2076137257"/>
        </pc:sldMkLst>
      </pc:sldChg>
      <pc:sldChg chg="addSp delSp modSp mod">
        <pc:chgData name="Amilcar Jose Rodriguez Barrios" userId="efa7753a-59bf-44f0-ad53-c3388f48cff0" providerId="ADAL" clId="{549392AD-473F-40D6-8D0D-A82C269FC577}" dt="2021-02-15T19:41:00.169" v="2899" actId="20577"/>
        <pc:sldMkLst>
          <pc:docMk/>
          <pc:sldMk cId="2751298803" sldId="2076137258"/>
        </pc:sldMkLst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10" creationId="{31EF3E75-469B-4763-8CD2-948BBBC4D36E}"/>
          </ac:spMkLst>
        </pc:spChg>
        <pc:spChg chg="mod">
          <ac:chgData name="Amilcar Jose Rodriguez Barrios" userId="efa7753a-59bf-44f0-ad53-c3388f48cff0" providerId="ADAL" clId="{549392AD-473F-40D6-8D0D-A82C269FC577}" dt="2021-02-15T19:41:00.169" v="2899" actId="20577"/>
          <ac:spMkLst>
            <pc:docMk/>
            <pc:sldMk cId="2751298803" sldId="2076137258"/>
            <ac:spMk id="11" creationId="{EA191070-D3FB-474A-9325-D1BFB4118387}"/>
          </ac:spMkLst>
        </pc:spChg>
        <pc:spChg chg="del mod">
          <ac:chgData name="Amilcar Jose Rodriguez Barrios" userId="efa7753a-59bf-44f0-ad53-c3388f48cff0" providerId="ADAL" clId="{549392AD-473F-40D6-8D0D-A82C269FC577}" dt="2021-02-15T15:46:56.044" v="426" actId="478"/>
          <ac:spMkLst>
            <pc:docMk/>
            <pc:sldMk cId="2751298803" sldId="2076137258"/>
            <ac:spMk id="13" creationId="{C14D2BA4-116D-43B1-BCC1-AC647172BCB6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15" creationId="{8FD4EBED-FB83-4960-BBA9-4871F1291E57}"/>
          </ac:spMkLst>
        </pc:spChg>
        <pc:spChg chg="add mod">
          <ac:chgData name="Amilcar Jose Rodriguez Barrios" userId="efa7753a-59bf-44f0-ad53-c3388f48cff0" providerId="ADAL" clId="{549392AD-473F-40D6-8D0D-A82C269FC577}" dt="2021-02-15T15:48:36.901" v="529" actId="207"/>
          <ac:spMkLst>
            <pc:docMk/>
            <pc:sldMk cId="2751298803" sldId="2076137258"/>
            <ac:spMk id="17" creationId="{637A27C8-FBDC-4761-A79F-5F102B13C9B1}"/>
          </ac:spMkLst>
        </pc:spChg>
        <pc:spChg chg="add del mod">
          <ac:chgData name="Amilcar Jose Rodriguez Barrios" userId="efa7753a-59bf-44f0-ad53-c3388f48cff0" providerId="ADAL" clId="{549392AD-473F-40D6-8D0D-A82C269FC577}" dt="2021-02-15T15:48:40.081" v="530" actId="478"/>
          <ac:spMkLst>
            <pc:docMk/>
            <pc:sldMk cId="2751298803" sldId="2076137258"/>
            <ac:spMk id="19" creationId="{5696A994-1670-4EFF-9754-D367069B6791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0" creationId="{6EED015D-1550-4A6C-B1EC-D7F63C242DC4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3" creationId="{E187EBD3-538B-4237-AB85-14C392DF20A4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4" creationId="{2138844A-498C-4AB1-BFBD-0AC190C71F56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5" creationId="{EFAA9506-C9C1-495E-A13A-D7734340469B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6" creationId="{8B2226DB-E521-40A8-9088-96E2E871286F}"/>
          </ac:spMkLst>
        </pc:spChg>
        <pc:spChg chg="add del mod">
          <ac:chgData name="Amilcar Jose Rodriguez Barrios" userId="efa7753a-59bf-44f0-ad53-c3388f48cff0" providerId="ADAL" clId="{549392AD-473F-40D6-8D0D-A82C269FC577}" dt="2021-02-15T15:48:54.963" v="533" actId="478"/>
          <ac:spMkLst>
            <pc:docMk/>
            <pc:sldMk cId="2751298803" sldId="2076137258"/>
            <ac:spMk id="27" creationId="{CBF1898C-F17B-4D84-9945-BAD23122FD53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8" creationId="{81EBAA04-636D-4EE8-A74F-3A959FC2C0E8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9" creationId="{53B4C529-C6CB-4EFD-9863-D6DEC34D5262}"/>
          </ac:spMkLst>
        </pc:spChg>
        <pc:spChg chg="add mod">
          <ac:chgData name="Amilcar Jose Rodriguez Barrios" userId="efa7753a-59bf-44f0-ad53-c3388f48cff0" providerId="ADAL" clId="{549392AD-473F-40D6-8D0D-A82C269FC577}" dt="2021-02-15T15:48:36.901" v="529" actId="207"/>
          <ac:spMkLst>
            <pc:docMk/>
            <pc:sldMk cId="2751298803" sldId="2076137258"/>
            <ac:spMk id="30" creationId="{11A6E1AE-C6CA-462A-BEF9-3531E9815A40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1" creationId="{810101FC-0FE5-4B43-97AC-957C6BCD6C8C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2" creationId="{59058BB1-A8D7-4E61-A0E1-166B972CB721}"/>
          </ac:spMkLst>
        </pc:spChg>
        <pc:spChg chg="add mod">
          <ac:chgData name="Amilcar Jose Rodriguez Barrios" userId="efa7753a-59bf-44f0-ad53-c3388f48cff0" providerId="ADAL" clId="{549392AD-473F-40D6-8D0D-A82C269FC577}" dt="2021-02-15T15:48:36.901" v="529" actId="207"/>
          <ac:spMkLst>
            <pc:docMk/>
            <pc:sldMk cId="2751298803" sldId="2076137258"/>
            <ac:spMk id="33" creationId="{5F7108A4-A7F4-48BC-81BE-19C40A7FF40D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4" creationId="{D36C8375-4A1C-4F97-8152-5D948C73E55E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5" creationId="{348846CD-2288-4DAC-A57B-2441882AB605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6" creationId="{D7F18BDB-BD98-42DF-A822-2E7F5BB1F271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7" creationId="{B6B9182F-8E1C-43BC-85B4-D11BDCDB8D2B}"/>
          </ac:spMkLst>
        </pc:spChg>
        <pc:spChg chg="add mod">
          <ac:chgData name="Amilcar Jose Rodriguez Barrios" userId="efa7753a-59bf-44f0-ad53-c3388f48cff0" providerId="ADAL" clId="{549392AD-473F-40D6-8D0D-A82C269FC577}" dt="2021-02-15T15:49:08.154" v="539" actId="121"/>
          <ac:spMkLst>
            <pc:docMk/>
            <pc:sldMk cId="2751298803" sldId="2076137258"/>
            <ac:spMk id="38" creationId="{B990A16E-F5A7-4A62-8E2E-BED12493F21F}"/>
          </ac:spMkLst>
        </pc:spChg>
        <pc:picChg chg="del">
          <ac:chgData name="Amilcar Jose Rodriguez Barrios" userId="efa7753a-59bf-44f0-ad53-c3388f48cff0" providerId="ADAL" clId="{549392AD-473F-40D6-8D0D-A82C269FC577}" dt="2021-02-15T15:46:47.335" v="424" actId="478"/>
          <ac:picMkLst>
            <pc:docMk/>
            <pc:sldMk cId="2751298803" sldId="2076137258"/>
            <ac:picMk id="18" creationId="{F345DCC3-6C3E-441D-AEC6-EBEB4A11B496}"/>
          </ac:picMkLst>
        </pc:picChg>
      </pc:sldChg>
      <pc:sldChg chg="delSp new del mod">
        <pc:chgData name="Amilcar Jose Rodriguez Barrios" userId="efa7753a-59bf-44f0-ad53-c3388f48cff0" providerId="ADAL" clId="{549392AD-473F-40D6-8D0D-A82C269FC577}" dt="2021-02-15T15:52:21.178" v="545" actId="47"/>
        <pc:sldMkLst>
          <pc:docMk/>
          <pc:sldMk cId="1595920656" sldId="2076137259"/>
        </pc:sldMkLst>
        <pc:spChg chg="del">
          <ac:chgData name="Amilcar Jose Rodriguez Barrios" userId="efa7753a-59bf-44f0-ad53-c3388f48cff0" providerId="ADAL" clId="{549392AD-473F-40D6-8D0D-A82C269FC577}" dt="2021-02-15T15:52:17.198" v="544" actId="478"/>
          <ac:spMkLst>
            <pc:docMk/>
            <pc:sldMk cId="1595920656" sldId="2076137259"/>
            <ac:spMk id="2" creationId="{406E2CDE-34F1-4D35-BEF2-8E1A8BB7FB73}"/>
          </ac:spMkLst>
        </pc:spChg>
      </pc:sldChg>
      <pc:sldChg chg="addSp delSp modSp add mod modAnim">
        <pc:chgData name="Amilcar Jose Rodriguez Barrios" userId="efa7753a-59bf-44f0-ad53-c3388f48cff0" providerId="ADAL" clId="{549392AD-473F-40D6-8D0D-A82C269FC577}" dt="2021-02-15T15:56:11.654" v="696" actId="1035"/>
        <pc:sldMkLst>
          <pc:docMk/>
          <pc:sldMk cId="1694636095" sldId="2076137259"/>
        </pc:sldMkLst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10" creationId="{31EF3E75-469B-4763-8CD2-948BBBC4D36E}"/>
          </ac:spMkLst>
        </pc:spChg>
        <pc:spChg chg="add del mod">
          <ac:chgData name="Amilcar Jose Rodriguez Barrios" userId="efa7753a-59bf-44f0-ad53-c3388f48cff0" providerId="ADAL" clId="{549392AD-473F-40D6-8D0D-A82C269FC577}" dt="2021-02-15T15:56:11.654" v="696" actId="1035"/>
          <ac:spMkLst>
            <pc:docMk/>
            <pc:sldMk cId="1694636095" sldId="2076137259"/>
            <ac:spMk id="11" creationId="{EA191070-D3FB-474A-9325-D1BFB4118387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15" creationId="{8FD4EBED-FB83-4960-BBA9-4871F1291E57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17" creationId="{637A27C8-FBDC-4761-A79F-5F102B13C9B1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0" creationId="{6EED015D-1550-4A6C-B1EC-D7F63C242DC4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3" creationId="{E187EBD3-538B-4237-AB85-14C392DF20A4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4" creationId="{2138844A-498C-4AB1-BFBD-0AC190C71F56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5" creationId="{EFAA9506-C9C1-495E-A13A-D7734340469B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6" creationId="{8B2226DB-E521-40A8-9088-96E2E871286F}"/>
          </ac:spMkLst>
        </pc:spChg>
        <pc:spChg chg="add mod">
          <ac:chgData name="Amilcar Jose Rodriguez Barrios" userId="efa7753a-59bf-44f0-ad53-c3388f48cff0" providerId="ADAL" clId="{549392AD-473F-40D6-8D0D-A82C269FC577}" dt="2021-02-15T15:53:28.393" v="604" actId="1036"/>
          <ac:spMkLst>
            <pc:docMk/>
            <pc:sldMk cId="1694636095" sldId="2076137259"/>
            <ac:spMk id="27" creationId="{63035373-A809-449B-B53F-D5D4FC6EAFF1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8" creationId="{81EBAA04-636D-4EE8-A74F-3A959FC2C0E8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9" creationId="{53B4C529-C6CB-4EFD-9863-D6DEC34D5262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0" creationId="{11A6E1AE-C6CA-462A-BEF9-3531E9815A40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1" creationId="{810101FC-0FE5-4B43-97AC-957C6BCD6C8C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2" creationId="{59058BB1-A8D7-4E61-A0E1-166B972CB721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3" creationId="{5F7108A4-A7F4-48BC-81BE-19C40A7FF40D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4" creationId="{D36C8375-4A1C-4F97-8152-5D948C73E55E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5" creationId="{348846CD-2288-4DAC-A57B-2441882AB605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6" creationId="{D7F18BDB-BD98-42DF-A822-2E7F5BB1F271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7" creationId="{B6B9182F-8E1C-43BC-85B4-D11BDCDB8D2B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8" creationId="{B990A16E-F5A7-4A62-8E2E-BED12493F21F}"/>
          </ac:spMkLst>
        </pc:spChg>
        <pc:spChg chg="mod">
          <ac:chgData name="Amilcar Jose Rodriguez Barrios" userId="efa7753a-59bf-44f0-ad53-c3388f48cff0" providerId="ADAL" clId="{549392AD-473F-40D6-8D0D-A82C269FC577}" dt="2021-02-15T15:53:51.736" v="609" actId="1076"/>
          <ac:spMkLst>
            <pc:docMk/>
            <pc:sldMk cId="1694636095" sldId="2076137259"/>
            <ac:spMk id="40" creationId="{8385F94B-1315-4952-90D0-04AE47B1DD75}"/>
          </ac:spMkLst>
        </pc:spChg>
        <pc:spChg chg="mod">
          <ac:chgData name="Amilcar Jose Rodriguez Barrios" userId="efa7753a-59bf-44f0-ad53-c3388f48cff0" providerId="ADAL" clId="{549392AD-473F-40D6-8D0D-A82C269FC577}" dt="2021-02-15T15:54:19.825" v="617" actId="1076"/>
          <ac:spMkLst>
            <pc:docMk/>
            <pc:sldMk cId="1694636095" sldId="2076137259"/>
            <ac:spMk id="43" creationId="{6340BCAB-28DC-4F86-A3D2-CAB52187BDE5}"/>
          </ac:spMkLst>
        </pc:spChg>
        <pc:spChg chg="mod">
          <ac:chgData name="Amilcar Jose Rodriguez Barrios" userId="efa7753a-59bf-44f0-ad53-c3388f48cff0" providerId="ADAL" clId="{549392AD-473F-40D6-8D0D-A82C269FC577}" dt="2021-02-15T15:53:59.161" v="611" actId="1076"/>
          <ac:spMkLst>
            <pc:docMk/>
            <pc:sldMk cId="1694636095" sldId="2076137259"/>
            <ac:spMk id="46" creationId="{AEF35AB0-3F8A-409E-9377-D2E173566F0F}"/>
          </ac:spMkLst>
        </pc:spChg>
        <pc:spChg chg="mod">
          <ac:chgData name="Amilcar Jose Rodriguez Barrios" userId="efa7753a-59bf-44f0-ad53-c3388f48cff0" providerId="ADAL" clId="{549392AD-473F-40D6-8D0D-A82C269FC577}" dt="2021-02-15T15:54:13.924" v="615" actId="1076"/>
          <ac:spMkLst>
            <pc:docMk/>
            <pc:sldMk cId="1694636095" sldId="2076137259"/>
            <ac:spMk id="49" creationId="{CF8AA5C5-3C22-4B3F-A261-B2856F233DE3}"/>
          </ac:spMkLst>
        </pc:spChg>
        <pc:spChg chg="mod">
          <ac:chgData name="Amilcar Jose Rodriguez Barrios" userId="efa7753a-59bf-44f0-ad53-c3388f48cff0" providerId="ADAL" clId="{549392AD-473F-40D6-8D0D-A82C269FC577}" dt="2021-02-15T15:54:04.443" v="612" actId="14100"/>
          <ac:spMkLst>
            <pc:docMk/>
            <pc:sldMk cId="1694636095" sldId="2076137259"/>
            <ac:spMk id="52" creationId="{52197501-8F05-4379-B397-CCBCE8DFA3C7}"/>
          </ac:spMkLst>
        </pc:spChg>
        <pc:spChg chg="add del mod">
          <ac:chgData name="Amilcar Jose Rodriguez Barrios" userId="efa7753a-59bf-44f0-ad53-c3388f48cff0" providerId="ADAL" clId="{549392AD-473F-40D6-8D0D-A82C269FC577}" dt="2021-02-15T15:54:25.144" v="619"/>
          <ac:spMkLst>
            <pc:docMk/>
            <pc:sldMk cId="1694636095" sldId="2076137259"/>
            <ac:spMk id="54" creationId="{4557BBBD-72BE-4252-9A04-F1A3BD1E0816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56" creationId="{15DF1146-533D-40D4-A110-02AA94999D00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59" creationId="{9B43421D-0E3E-4DE1-B0AF-D723D43D0570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62" creationId="{0FE9B4FF-97DC-41F5-90F1-2AD3D467CC15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65" creationId="{6D393824-C571-440B-92C0-1D63B5825286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68" creationId="{E7A40633-2444-4AAD-B352-ABBC9631CFC8}"/>
          </ac:spMkLst>
        </pc:s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39" creationId="{14A85A9F-AF44-46D8-A01C-910A3BC5D26C}"/>
          </ac:grpSpMkLst>
        </pc:gr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42" creationId="{AF2B786F-25AA-4425-8392-01A3BB964373}"/>
          </ac:grpSpMkLst>
        </pc:gr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45" creationId="{6D0D121D-F306-4D11-BBE2-68BF467FEB0D}"/>
          </ac:grpSpMkLst>
        </pc:gr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48" creationId="{D6A17A44-EDD5-49BE-A5CA-5A99EB988B10}"/>
          </ac:grpSpMkLst>
        </pc:gr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51" creationId="{3B774121-B91A-48EB-B341-26CE8A79792D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55" creationId="{8CE9E31C-1EE0-43BB-A5E7-5964DFF7A175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58" creationId="{24BB416A-E55C-40DC-B08E-BA3D59DB9991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61" creationId="{848392A3-9E8B-40A9-9327-A58E3C54605D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64" creationId="{69D9578D-4CBA-4F24-9CA1-8386614AABC5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67" creationId="{E7F793D3-6050-4591-A792-5002B54880C6}"/>
          </ac:grpSpMkLst>
        </pc:grpChg>
        <pc:cxnChg chg="mod">
          <ac:chgData name="Amilcar Jose Rodriguez Barrios" userId="efa7753a-59bf-44f0-ad53-c3388f48cff0" providerId="ADAL" clId="{549392AD-473F-40D6-8D0D-A82C269FC577}" dt="2021-02-15T15:53:51.736" v="609" actId="1076"/>
          <ac:cxnSpMkLst>
            <pc:docMk/>
            <pc:sldMk cId="1694636095" sldId="2076137259"/>
            <ac:cxnSpMk id="41" creationId="{F9265ED9-613F-4D33-8A7B-1CEC9AF89F41}"/>
          </ac:cxnSpMkLst>
        </pc:cxnChg>
        <pc:cxnChg chg="mod">
          <ac:chgData name="Amilcar Jose Rodriguez Barrios" userId="efa7753a-59bf-44f0-ad53-c3388f48cff0" providerId="ADAL" clId="{549392AD-473F-40D6-8D0D-A82C269FC577}" dt="2021-02-15T15:54:19.825" v="617" actId="1076"/>
          <ac:cxnSpMkLst>
            <pc:docMk/>
            <pc:sldMk cId="1694636095" sldId="2076137259"/>
            <ac:cxnSpMk id="44" creationId="{445544C2-C4FF-45F1-9C18-FB78025289EF}"/>
          </ac:cxnSpMkLst>
        </pc:cxnChg>
        <pc:cxnChg chg="mod">
          <ac:chgData name="Amilcar Jose Rodriguez Barrios" userId="efa7753a-59bf-44f0-ad53-c3388f48cff0" providerId="ADAL" clId="{549392AD-473F-40D6-8D0D-A82C269FC577}" dt="2021-02-15T15:53:59.161" v="611" actId="1076"/>
          <ac:cxnSpMkLst>
            <pc:docMk/>
            <pc:sldMk cId="1694636095" sldId="2076137259"/>
            <ac:cxnSpMk id="47" creationId="{F8CD8693-932F-4C4B-81F4-29F2FCD8274C}"/>
          </ac:cxnSpMkLst>
        </pc:cxnChg>
        <pc:cxnChg chg="mod">
          <ac:chgData name="Amilcar Jose Rodriguez Barrios" userId="efa7753a-59bf-44f0-ad53-c3388f48cff0" providerId="ADAL" clId="{549392AD-473F-40D6-8D0D-A82C269FC577}" dt="2021-02-15T15:54:13.924" v="615" actId="1076"/>
          <ac:cxnSpMkLst>
            <pc:docMk/>
            <pc:sldMk cId="1694636095" sldId="2076137259"/>
            <ac:cxnSpMk id="50" creationId="{24130DF6-0E3E-4E5D-97FD-CC288C9058D4}"/>
          </ac:cxnSpMkLst>
        </pc:cxnChg>
        <pc:cxnChg chg="mod">
          <ac:chgData name="Amilcar Jose Rodriguez Barrios" userId="efa7753a-59bf-44f0-ad53-c3388f48cff0" providerId="ADAL" clId="{549392AD-473F-40D6-8D0D-A82C269FC577}" dt="2021-02-15T15:54:04.443" v="612" actId="14100"/>
          <ac:cxnSpMkLst>
            <pc:docMk/>
            <pc:sldMk cId="1694636095" sldId="2076137259"/>
            <ac:cxnSpMk id="53" creationId="{E0A1A48F-0BA3-43A5-A993-9D91A9D190D1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57" creationId="{FA2C3D87-D50C-47BB-8324-FAD9FE2CD467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60" creationId="{89BD47C8-AF35-44A3-A340-97E465DCF95D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63" creationId="{E45D0196-9D18-487D-8450-0935E2044861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66" creationId="{BD01CED4-C20A-4FFA-BEBC-560EA5088F97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69" creationId="{D8743EE5-5C26-48D1-9B9D-83088F59B35B}"/>
          </ac:cxnSpMkLst>
        </pc:cxnChg>
      </pc:sldChg>
      <pc:sldChg chg="add del">
        <pc:chgData name="Amilcar Jose Rodriguez Barrios" userId="efa7753a-59bf-44f0-ad53-c3388f48cff0" providerId="ADAL" clId="{549392AD-473F-40D6-8D0D-A82C269FC577}" dt="2021-02-15T15:52:24.948" v="548"/>
        <pc:sldMkLst>
          <pc:docMk/>
          <pc:sldMk cId="574933264" sldId="2076137260"/>
        </pc:sldMkLst>
      </pc:sldChg>
      <pc:sldChg chg="addSp delSp modSp add mod delAnim modAnim">
        <pc:chgData name="Amilcar Jose Rodriguez Barrios" userId="efa7753a-59bf-44f0-ad53-c3388f48cff0" providerId="ADAL" clId="{549392AD-473F-40D6-8D0D-A82C269FC577}" dt="2021-02-15T15:56:51.387" v="709" actId="1076"/>
        <pc:sldMkLst>
          <pc:docMk/>
          <pc:sldMk cId="1168391579" sldId="2076137260"/>
        </pc:sldMkLst>
        <pc:spChg chg="del mod">
          <ac:chgData name="Amilcar Jose Rodriguez Barrios" userId="efa7753a-59bf-44f0-ad53-c3388f48cff0" providerId="ADAL" clId="{549392AD-473F-40D6-8D0D-A82C269FC577}" dt="2021-02-15T15:56:16.237" v="697" actId="478"/>
          <ac:spMkLst>
            <pc:docMk/>
            <pc:sldMk cId="1168391579" sldId="2076137260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5:56:34.835" v="701" actId="1076"/>
          <ac:spMkLst>
            <pc:docMk/>
            <pc:sldMk cId="1168391579" sldId="2076137260"/>
            <ac:spMk id="24" creationId="{A54EA473-34BA-4005-8BED-BB62DE4C8043}"/>
          </ac:spMkLst>
        </pc:spChg>
        <pc:spChg chg="add mod">
          <ac:chgData name="Amilcar Jose Rodriguez Barrios" userId="efa7753a-59bf-44f0-ad53-c3388f48cff0" providerId="ADAL" clId="{549392AD-473F-40D6-8D0D-A82C269FC577}" dt="2021-02-15T15:56:16.402" v="698"/>
          <ac:spMkLst>
            <pc:docMk/>
            <pc:sldMk cId="1168391579" sldId="2076137260"/>
            <ac:spMk id="25" creationId="{7FE03E80-A4E8-461F-BA03-97CC615A761F}"/>
          </ac:spMkLst>
        </pc:spChg>
        <pc:spChg chg="add mod">
          <ac:chgData name="Amilcar Jose Rodriguez Barrios" userId="efa7753a-59bf-44f0-ad53-c3388f48cff0" providerId="ADAL" clId="{549392AD-473F-40D6-8D0D-A82C269FC577}" dt="2021-02-15T15:56:51.387" v="709" actId="1076"/>
          <ac:spMkLst>
            <pc:docMk/>
            <pc:sldMk cId="1168391579" sldId="2076137260"/>
            <ac:spMk id="26" creationId="{385DFA60-822D-4326-A2AA-5B9D994C625B}"/>
          </ac:spMkLst>
        </pc:spChg>
        <pc:spChg chg="del">
          <ac:chgData name="Amilcar Jose Rodriguez Barrios" userId="efa7753a-59bf-44f0-ad53-c3388f48cff0" providerId="ADAL" clId="{549392AD-473F-40D6-8D0D-A82C269FC577}" dt="2021-02-15T15:54:30.049" v="621" actId="478"/>
          <ac:spMkLst>
            <pc:docMk/>
            <pc:sldMk cId="1168391579" sldId="2076137260"/>
            <ac:spMk id="27" creationId="{63035373-A809-449B-B53F-D5D4FC6EAFF1}"/>
          </ac:spMkLst>
        </pc:spChg>
        <pc:grpChg chg="del">
          <ac:chgData name="Amilcar Jose Rodriguez Barrios" userId="efa7753a-59bf-44f0-ad53-c3388f48cff0" providerId="ADAL" clId="{549392AD-473F-40D6-8D0D-A82C269FC577}" dt="2021-02-15T15:54:31.129" v="622" actId="478"/>
          <ac:grpSpMkLst>
            <pc:docMk/>
            <pc:sldMk cId="1168391579" sldId="2076137260"/>
            <ac:grpSpMk id="39" creationId="{14A85A9F-AF44-46D8-A01C-910A3BC5D26C}"/>
          </ac:grpSpMkLst>
        </pc:grpChg>
        <pc:grpChg chg="del">
          <ac:chgData name="Amilcar Jose Rodriguez Barrios" userId="efa7753a-59bf-44f0-ad53-c3388f48cff0" providerId="ADAL" clId="{549392AD-473F-40D6-8D0D-A82C269FC577}" dt="2021-02-15T15:54:30.049" v="621" actId="478"/>
          <ac:grpSpMkLst>
            <pc:docMk/>
            <pc:sldMk cId="1168391579" sldId="2076137260"/>
            <ac:grpSpMk id="42" creationId="{AF2B786F-25AA-4425-8392-01A3BB964373}"/>
          </ac:grpSpMkLst>
        </pc:grpChg>
        <pc:grpChg chg="del">
          <ac:chgData name="Amilcar Jose Rodriguez Barrios" userId="efa7753a-59bf-44f0-ad53-c3388f48cff0" providerId="ADAL" clId="{549392AD-473F-40D6-8D0D-A82C269FC577}" dt="2021-02-15T15:54:30.049" v="621" actId="478"/>
          <ac:grpSpMkLst>
            <pc:docMk/>
            <pc:sldMk cId="1168391579" sldId="2076137260"/>
            <ac:grpSpMk id="45" creationId="{6D0D121D-F306-4D11-BBE2-68BF467FEB0D}"/>
          </ac:grpSpMkLst>
        </pc:grpChg>
        <pc:grpChg chg="del">
          <ac:chgData name="Amilcar Jose Rodriguez Barrios" userId="efa7753a-59bf-44f0-ad53-c3388f48cff0" providerId="ADAL" clId="{549392AD-473F-40D6-8D0D-A82C269FC577}" dt="2021-02-15T15:54:30.049" v="621" actId="478"/>
          <ac:grpSpMkLst>
            <pc:docMk/>
            <pc:sldMk cId="1168391579" sldId="2076137260"/>
            <ac:grpSpMk id="48" creationId="{D6A17A44-EDD5-49BE-A5CA-5A99EB988B10}"/>
          </ac:grpSpMkLst>
        </pc:grpChg>
        <pc:grpChg chg="del">
          <ac:chgData name="Amilcar Jose Rodriguez Barrios" userId="efa7753a-59bf-44f0-ad53-c3388f48cff0" providerId="ADAL" clId="{549392AD-473F-40D6-8D0D-A82C269FC577}" dt="2021-02-15T15:54:30.049" v="621" actId="478"/>
          <ac:grpSpMkLst>
            <pc:docMk/>
            <pc:sldMk cId="1168391579" sldId="2076137260"/>
            <ac:grpSpMk id="51" creationId="{3B774121-B91A-48EB-B341-26CE8A79792D}"/>
          </ac:grpSpMkLst>
        </pc:grpChg>
        <pc:cxnChg chg="mod">
          <ac:chgData name="Amilcar Jose Rodriguez Barrios" userId="efa7753a-59bf-44f0-ad53-c3388f48cff0" providerId="ADAL" clId="{549392AD-473F-40D6-8D0D-A82C269FC577}" dt="2021-02-15T15:54:31.129" v="622" actId="478"/>
          <ac:cxnSpMkLst>
            <pc:docMk/>
            <pc:sldMk cId="1168391579" sldId="2076137260"/>
            <ac:cxnSpMk id="41" creationId="{F9265ED9-613F-4D33-8A7B-1CEC9AF89F41}"/>
          </ac:cxnSpMkLst>
        </pc:cxnChg>
        <pc:cxnChg chg="mod">
          <ac:chgData name="Amilcar Jose Rodriguez Barrios" userId="efa7753a-59bf-44f0-ad53-c3388f48cff0" providerId="ADAL" clId="{549392AD-473F-40D6-8D0D-A82C269FC577}" dt="2021-02-15T15:54:30.049" v="621" actId="478"/>
          <ac:cxnSpMkLst>
            <pc:docMk/>
            <pc:sldMk cId="1168391579" sldId="2076137260"/>
            <ac:cxnSpMk id="44" creationId="{445544C2-C4FF-45F1-9C18-FB78025289EF}"/>
          </ac:cxnSpMkLst>
        </pc:cxnChg>
        <pc:cxnChg chg="mod">
          <ac:chgData name="Amilcar Jose Rodriguez Barrios" userId="efa7753a-59bf-44f0-ad53-c3388f48cff0" providerId="ADAL" clId="{549392AD-473F-40D6-8D0D-A82C269FC577}" dt="2021-02-15T15:54:30.049" v="621" actId="478"/>
          <ac:cxnSpMkLst>
            <pc:docMk/>
            <pc:sldMk cId="1168391579" sldId="2076137260"/>
            <ac:cxnSpMk id="47" creationId="{F8CD8693-932F-4C4B-81F4-29F2FCD8274C}"/>
          </ac:cxnSpMkLst>
        </pc:cxnChg>
        <pc:cxnChg chg="mod">
          <ac:chgData name="Amilcar Jose Rodriguez Barrios" userId="efa7753a-59bf-44f0-ad53-c3388f48cff0" providerId="ADAL" clId="{549392AD-473F-40D6-8D0D-A82C269FC577}" dt="2021-02-15T15:54:30.049" v="621" actId="478"/>
          <ac:cxnSpMkLst>
            <pc:docMk/>
            <pc:sldMk cId="1168391579" sldId="2076137260"/>
            <ac:cxnSpMk id="50" creationId="{24130DF6-0E3E-4E5D-97FD-CC288C9058D4}"/>
          </ac:cxnSpMkLst>
        </pc:cxnChg>
        <pc:cxnChg chg="mod">
          <ac:chgData name="Amilcar Jose Rodriguez Barrios" userId="efa7753a-59bf-44f0-ad53-c3388f48cff0" providerId="ADAL" clId="{549392AD-473F-40D6-8D0D-A82C269FC577}" dt="2021-02-15T15:54:30.049" v="621" actId="478"/>
          <ac:cxnSpMkLst>
            <pc:docMk/>
            <pc:sldMk cId="1168391579" sldId="2076137260"/>
            <ac:cxnSpMk id="53" creationId="{E0A1A48F-0BA3-43A5-A993-9D91A9D190D1}"/>
          </ac:cxnSpMkLst>
        </pc:cxnChg>
      </pc:sldChg>
      <pc:sldChg chg="addSp delSp modSp add mod">
        <pc:chgData name="Amilcar Jose Rodriguez Barrios" userId="efa7753a-59bf-44f0-ad53-c3388f48cff0" providerId="ADAL" clId="{549392AD-473F-40D6-8D0D-A82C269FC577}" dt="2021-02-15T15:57:49.132" v="758" actId="207"/>
        <pc:sldMkLst>
          <pc:docMk/>
          <pc:sldMk cId="2584737405" sldId="2076137261"/>
        </pc:sldMkLst>
        <pc:spChg chg="add mod">
          <ac:chgData name="Amilcar Jose Rodriguez Barrios" userId="efa7753a-59bf-44f0-ad53-c3388f48cff0" providerId="ADAL" clId="{549392AD-473F-40D6-8D0D-A82C269FC577}" dt="2021-02-15T15:57:05.191" v="711"/>
          <ac:spMkLst>
            <pc:docMk/>
            <pc:sldMk cId="2584737405" sldId="2076137261"/>
            <ac:spMk id="8" creationId="{B5DC2E17-9652-4739-8584-DC08C0DB124C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10" creationId="{BFFB1BAA-92C2-45F5-9217-3AB698F9B170}"/>
          </ac:spMkLst>
        </pc:spChg>
        <pc:spChg chg="del">
          <ac:chgData name="Amilcar Jose Rodriguez Barrios" userId="efa7753a-59bf-44f0-ad53-c3388f48cff0" providerId="ADAL" clId="{549392AD-473F-40D6-8D0D-A82C269FC577}" dt="2021-02-15T15:57:04.965" v="710" actId="478"/>
          <ac:spMkLst>
            <pc:docMk/>
            <pc:sldMk cId="2584737405" sldId="2076137261"/>
            <ac:spMk id="11" creationId="{EA191070-D3FB-474A-9325-D1BFB4118387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13" creationId="{144827F7-4318-4D2A-A1E8-7029F790ED47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17" creationId="{902D78DB-61F4-4191-8597-342213B9E9F4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18" creationId="{7D5BC1DC-4004-47BF-9505-96E423CC2ADF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0" creationId="{C78274A6-554D-464A-80E9-1059D0C09756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3" creationId="{9A6F1A23-471A-4853-A98F-970BDA2D801C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5" creationId="{64B581B6-0AFB-4A6F-9F8B-4B3FB56E1363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6" creationId="{A762C810-9FB7-4D94-A303-1EB70645A6D9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8" creationId="{E84E5E1F-6FA5-4207-8E3D-06FFC01BC214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9" creationId="{E1E09374-6788-4DC8-B777-3F9D9C6277EB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1" creationId="{DEFF7BD5-AC04-4B86-9466-8830AD61BF9E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2" creationId="{D706A36B-A8AF-46D4-989A-B944AAFA9C28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4" creationId="{CAF7F2EA-EA49-4582-A766-A318F878D00D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5" creationId="{62998BE3-2868-4BA0-9ED6-411CBA0A9CA8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7" creationId="{2CE3F568-84D2-4FAD-A9EF-B2AC1437A0FC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8" creationId="{EA7FE764-401A-4644-969F-213C1AA35193}"/>
          </ac:spMkLst>
        </pc:s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9" creationId="{AED46D29-9469-40B6-9109-CDC18819D1DE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15" creationId="{B41373E5-3BF3-4B41-B91E-532894FB7B36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19" creationId="{BDEE3972-797B-4575-B71E-95885916155B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24" creationId="{F1961C6D-73FE-4232-9AF7-58E33355B3AA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27" creationId="{50D09113-FAAA-4514-BE9C-278F424FF8A8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30" creationId="{EAD032BF-323F-430B-9966-81BB5EB39B51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33" creationId="{618B16B8-CE61-444B-AC4C-D1CEDF9855B7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36" creationId="{BB2057C1-512F-4495-89B5-D25E8F4511FC}"/>
          </ac:grpSpMkLst>
        </pc:grpChg>
      </pc:sldChg>
      <pc:sldChg chg="addSp delSp modSp add mod modAnim">
        <pc:chgData name="Amilcar Jose Rodriguez Barrios" userId="efa7753a-59bf-44f0-ad53-c3388f48cff0" providerId="ADAL" clId="{549392AD-473F-40D6-8D0D-A82C269FC577}" dt="2021-02-15T15:58:56.703" v="814" actId="1038"/>
        <pc:sldMkLst>
          <pc:docMk/>
          <pc:sldMk cId="3468174691" sldId="2076137262"/>
        </pc:sldMkLst>
        <pc:spChg chg="add mod">
          <ac:chgData name="Amilcar Jose Rodriguez Barrios" userId="efa7753a-59bf-44f0-ad53-c3388f48cff0" providerId="ADAL" clId="{549392AD-473F-40D6-8D0D-A82C269FC577}" dt="2021-02-15T15:58:06.326" v="760"/>
          <ac:spMkLst>
            <pc:docMk/>
            <pc:sldMk cId="3468174691" sldId="2076137262"/>
            <ac:spMk id="8" creationId="{3A9007D5-75A9-4BE2-94DE-91278FF53D32}"/>
          </ac:spMkLst>
        </pc:spChg>
        <pc:spChg chg="add mod">
          <ac:chgData name="Amilcar Jose Rodriguez Barrios" userId="efa7753a-59bf-44f0-ad53-c3388f48cff0" providerId="ADAL" clId="{549392AD-473F-40D6-8D0D-A82C269FC577}" dt="2021-02-15T15:58:28.389" v="763" actId="108"/>
          <ac:spMkLst>
            <pc:docMk/>
            <pc:sldMk cId="3468174691" sldId="2076137262"/>
            <ac:spMk id="9" creationId="{9C301E17-4C50-4E5A-BE45-59B778C04E9C}"/>
          </ac:spMkLst>
        </pc:spChg>
        <pc:spChg chg="add mod">
          <ac:chgData name="Amilcar Jose Rodriguez Barrios" userId="efa7753a-59bf-44f0-ad53-c3388f48cff0" providerId="ADAL" clId="{549392AD-473F-40D6-8D0D-A82C269FC577}" dt="2021-02-15T15:58:45.847" v="769" actId="20577"/>
          <ac:spMkLst>
            <pc:docMk/>
            <pc:sldMk cId="3468174691" sldId="2076137262"/>
            <ac:spMk id="10" creationId="{040E990A-4EF1-449E-8D86-DD877E9253C1}"/>
          </ac:spMkLst>
        </pc:spChg>
        <pc:spChg chg="del">
          <ac:chgData name="Amilcar Jose Rodriguez Barrios" userId="efa7753a-59bf-44f0-ad53-c3388f48cff0" providerId="ADAL" clId="{549392AD-473F-40D6-8D0D-A82C269FC577}" dt="2021-02-15T15:58:05.473" v="759" actId="478"/>
          <ac:spMkLst>
            <pc:docMk/>
            <pc:sldMk cId="3468174691" sldId="2076137262"/>
            <ac:spMk id="11" creationId="{EA191070-D3FB-474A-9325-D1BFB4118387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17" creationId="{3DA89FEA-C142-45F1-8090-356646D6B79F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18" creationId="{A84921F9-2072-44E9-891A-42CA72CC1D40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19" creationId="{6F7AD29D-FF50-47D9-89C5-0B7F78D63350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3" creationId="{1D89D1DA-E92A-491C-BA5B-3DE62AD03667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4" creationId="{75B0FF83-2A72-4AB4-BD76-04845EA5D5AB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5" creationId="{1006950D-A5DE-46C3-B9EC-5308A504C8A0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7" creationId="{70C03FCB-4118-43FD-804D-9E391AD59F90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8" creationId="{D53E0E1B-F775-48FB-B1FC-09E71D2D0D9F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9" creationId="{81D7918C-3B07-4161-ABB2-F3725AA168B9}"/>
          </ac:spMkLst>
        </pc:spChg>
        <pc:grpChg chg="add mod">
          <ac:chgData name="Amilcar Jose Rodriguez Barrios" userId="efa7753a-59bf-44f0-ad53-c3388f48cff0" providerId="ADAL" clId="{549392AD-473F-40D6-8D0D-A82C269FC577}" dt="2021-02-15T15:58:56.703" v="814" actId="1038"/>
          <ac:grpSpMkLst>
            <pc:docMk/>
            <pc:sldMk cId="3468174691" sldId="2076137262"/>
            <ac:grpSpMk id="15" creationId="{7FE4BB1F-276D-4A51-A57D-F7AE796C1897}"/>
          </ac:grpSpMkLst>
        </pc:grpChg>
        <pc:grpChg chg="add mod">
          <ac:chgData name="Amilcar Jose Rodriguez Barrios" userId="efa7753a-59bf-44f0-ad53-c3388f48cff0" providerId="ADAL" clId="{549392AD-473F-40D6-8D0D-A82C269FC577}" dt="2021-02-15T15:58:56.703" v="814" actId="1038"/>
          <ac:grpSpMkLst>
            <pc:docMk/>
            <pc:sldMk cId="3468174691" sldId="2076137262"/>
            <ac:grpSpMk id="20" creationId="{665BF2D4-54E4-48F8-821D-B8EA02B5D192}"/>
          </ac:grpSpMkLst>
        </pc:grpChg>
        <pc:grpChg chg="add mod">
          <ac:chgData name="Amilcar Jose Rodriguez Barrios" userId="efa7753a-59bf-44f0-ad53-c3388f48cff0" providerId="ADAL" clId="{549392AD-473F-40D6-8D0D-A82C269FC577}" dt="2021-02-15T15:58:56.703" v="814" actId="1038"/>
          <ac:grpSpMkLst>
            <pc:docMk/>
            <pc:sldMk cId="3468174691" sldId="2076137262"/>
            <ac:grpSpMk id="26" creationId="{78CDDCA2-1FF1-4A3F-8DE3-A75D425401CA}"/>
          </ac:grpSpMkLst>
        </pc:grpChg>
        <pc:cxnChg chg="add mod">
          <ac:chgData name="Amilcar Jose Rodriguez Barrios" userId="efa7753a-59bf-44f0-ad53-c3388f48cff0" providerId="ADAL" clId="{549392AD-473F-40D6-8D0D-A82C269FC577}" dt="2021-02-15T15:58:56.703" v="814" actId="1038"/>
          <ac:cxnSpMkLst>
            <pc:docMk/>
            <pc:sldMk cId="3468174691" sldId="2076137262"/>
            <ac:cxnSpMk id="13" creationId="{537E3405-7015-45BB-9F40-2BC27C0E4374}"/>
          </ac:cxnSpMkLst>
        </pc:cxnChg>
      </pc:sldChg>
      <pc:sldChg chg="addSp delSp modSp add mod modAnim">
        <pc:chgData name="Amilcar Jose Rodriguez Barrios" userId="efa7753a-59bf-44f0-ad53-c3388f48cff0" providerId="ADAL" clId="{549392AD-473F-40D6-8D0D-A82C269FC577}" dt="2021-02-15T15:59:49.908" v="822" actId="1076"/>
        <pc:sldMkLst>
          <pc:docMk/>
          <pc:sldMk cId="1992150763" sldId="2076137263"/>
        </pc:sldMkLst>
        <pc:spChg chg="add mod">
          <ac:chgData name="Amilcar Jose Rodriguez Barrios" userId="efa7753a-59bf-44f0-ad53-c3388f48cff0" providerId="ADAL" clId="{549392AD-473F-40D6-8D0D-A82C269FC577}" dt="2021-02-15T15:59:16.676" v="816"/>
          <ac:spMkLst>
            <pc:docMk/>
            <pc:sldMk cId="1992150763" sldId="2076137263"/>
            <ac:spMk id="8" creationId="{1EFF7D8A-2FE6-40EA-A0BE-93BEAD647C95}"/>
          </ac:spMkLst>
        </pc:spChg>
        <pc:spChg chg="add mod">
          <ac:chgData name="Amilcar Jose Rodriguez Barrios" userId="efa7753a-59bf-44f0-ad53-c3388f48cff0" providerId="ADAL" clId="{549392AD-473F-40D6-8D0D-A82C269FC577}" dt="2021-02-15T15:59:39.124" v="820" actId="1076"/>
          <ac:spMkLst>
            <pc:docMk/>
            <pc:sldMk cId="1992150763" sldId="2076137263"/>
            <ac:spMk id="9" creationId="{2A3DAEE5-00E6-48D4-9E59-B1785AD32C12}"/>
          </ac:spMkLst>
        </pc:spChg>
        <pc:spChg chg="add mod">
          <ac:chgData name="Amilcar Jose Rodriguez Barrios" userId="efa7753a-59bf-44f0-ad53-c3388f48cff0" providerId="ADAL" clId="{549392AD-473F-40D6-8D0D-A82C269FC577}" dt="2021-02-15T15:59:49.908" v="822" actId="1076"/>
          <ac:spMkLst>
            <pc:docMk/>
            <pc:sldMk cId="1992150763" sldId="2076137263"/>
            <ac:spMk id="10" creationId="{3B31230E-BA63-461A-80DD-CC769972FAF7}"/>
          </ac:spMkLst>
        </pc:spChg>
        <pc:spChg chg="del">
          <ac:chgData name="Amilcar Jose Rodriguez Barrios" userId="efa7753a-59bf-44f0-ad53-c3388f48cff0" providerId="ADAL" clId="{549392AD-473F-40D6-8D0D-A82C269FC577}" dt="2021-02-15T15:59:13.834" v="815" actId="478"/>
          <ac:spMkLst>
            <pc:docMk/>
            <pc:sldMk cId="1992150763" sldId="2076137263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5:59:49.908" v="822" actId="1076"/>
          <ac:spMkLst>
            <pc:docMk/>
            <pc:sldMk cId="1992150763" sldId="2076137263"/>
            <ac:spMk id="13" creationId="{FBAF0805-F985-4ABF-AF9A-0E45E5F1875D}"/>
          </ac:spMkLst>
        </pc:spChg>
        <pc:spChg chg="add mod">
          <ac:chgData name="Amilcar Jose Rodriguez Barrios" userId="efa7753a-59bf-44f0-ad53-c3388f48cff0" providerId="ADAL" clId="{549392AD-473F-40D6-8D0D-A82C269FC577}" dt="2021-02-15T15:59:49.908" v="822" actId="1076"/>
          <ac:spMkLst>
            <pc:docMk/>
            <pc:sldMk cId="1992150763" sldId="2076137263"/>
            <ac:spMk id="15" creationId="{046FA0BF-D5A4-438D-86E1-A0842A5852EC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18" creationId="{6D0AD0CC-FAE3-47CF-8CD6-C31EE28409D7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19" creationId="{7FB55922-0A2C-468C-8789-E923BDF95B06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23" creationId="{621DC03F-DDE3-4AB6-8DA1-66638F9628E0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26" creationId="{6EF6F87F-EC6E-4D81-9697-0934B700F3AC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28" creationId="{0AEE64BB-D487-406E-853A-9CE00D542B64}"/>
          </ac:spMkLst>
        </pc:spChg>
        <pc:grpChg chg="add mod">
          <ac:chgData name="Amilcar Jose Rodriguez Barrios" userId="efa7753a-59bf-44f0-ad53-c3388f48cff0" providerId="ADAL" clId="{549392AD-473F-40D6-8D0D-A82C269FC577}" dt="2021-02-15T15:59:49.908" v="822" actId="1076"/>
          <ac:grpSpMkLst>
            <pc:docMk/>
            <pc:sldMk cId="1992150763" sldId="2076137263"/>
            <ac:grpSpMk id="17" creationId="{15AEB524-20BF-47F1-89FF-408AA11B1F66}"/>
          </ac:grpSpMkLst>
        </pc:grpChg>
        <pc:grpChg chg="add mod">
          <ac:chgData name="Amilcar Jose Rodriguez Barrios" userId="efa7753a-59bf-44f0-ad53-c3388f48cff0" providerId="ADAL" clId="{549392AD-473F-40D6-8D0D-A82C269FC577}" dt="2021-02-15T15:59:49.908" v="822" actId="1076"/>
          <ac:grpSpMkLst>
            <pc:docMk/>
            <pc:sldMk cId="1992150763" sldId="2076137263"/>
            <ac:grpSpMk id="20" creationId="{BA74DC56-4ED4-4658-B78E-2668A8ECFD12}"/>
          </ac:grpSpMkLst>
        </pc:grpChg>
        <pc:grpChg chg="add mod">
          <ac:chgData name="Amilcar Jose Rodriguez Barrios" userId="efa7753a-59bf-44f0-ad53-c3388f48cff0" providerId="ADAL" clId="{549392AD-473F-40D6-8D0D-A82C269FC577}" dt="2021-02-15T15:59:49.908" v="822" actId="1076"/>
          <ac:grpSpMkLst>
            <pc:docMk/>
            <pc:sldMk cId="1992150763" sldId="2076137263"/>
            <ac:grpSpMk id="25" creationId="{516E0DBD-745D-429C-B7D0-345C6A5E8F75}"/>
          </ac:grpSpMkLst>
        </pc:grpChg>
        <pc:picChg chg="mod">
          <ac:chgData name="Amilcar Jose Rodriguez Barrios" userId="efa7753a-59bf-44f0-ad53-c3388f48cff0" providerId="ADAL" clId="{549392AD-473F-40D6-8D0D-A82C269FC577}" dt="2021-02-15T15:59:47.407" v="821"/>
          <ac:picMkLst>
            <pc:docMk/>
            <pc:sldMk cId="1992150763" sldId="2076137263"/>
            <ac:picMk id="24" creationId="{57F919C8-369B-4262-B05F-37CACA1E2A1D}"/>
          </ac:picMkLst>
        </pc:picChg>
        <pc:picChg chg="mod">
          <ac:chgData name="Amilcar Jose Rodriguez Barrios" userId="efa7753a-59bf-44f0-ad53-c3388f48cff0" providerId="ADAL" clId="{549392AD-473F-40D6-8D0D-A82C269FC577}" dt="2021-02-15T15:59:47.407" v="821"/>
          <ac:picMkLst>
            <pc:docMk/>
            <pc:sldMk cId="1992150763" sldId="2076137263"/>
            <ac:picMk id="27" creationId="{FA9484ED-2787-43E0-B688-FC37BF0D1168}"/>
          </ac:picMkLst>
        </pc:picChg>
      </pc:sldChg>
      <pc:sldChg chg="addSp modSp add mod modAnim">
        <pc:chgData name="Amilcar Jose Rodriguez Barrios" userId="efa7753a-59bf-44f0-ad53-c3388f48cff0" providerId="ADAL" clId="{549392AD-473F-40D6-8D0D-A82C269FC577}" dt="2021-02-15T16:04:27.351" v="984" actId="20577"/>
        <pc:sldMkLst>
          <pc:docMk/>
          <pc:sldMk cId="3399652145" sldId="2076137264"/>
        </pc:sldMkLst>
        <pc:spChg chg="add mod">
          <ac:chgData name="Amilcar Jose Rodriguez Barrios" userId="efa7753a-59bf-44f0-ad53-c3388f48cff0" providerId="ADAL" clId="{549392AD-473F-40D6-8D0D-A82C269FC577}" dt="2021-02-15T16:02:37.653" v="928" actId="1076"/>
          <ac:spMkLst>
            <pc:docMk/>
            <pc:sldMk cId="3399652145" sldId="2076137264"/>
            <ac:spMk id="8" creationId="{11754083-D9A8-4BF3-87F9-3CAF33E6BE31}"/>
          </ac:spMkLst>
        </pc:spChg>
        <pc:spChg chg="add mod">
          <ac:chgData name="Amilcar Jose Rodriguez Barrios" userId="efa7753a-59bf-44f0-ad53-c3388f48cff0" providerId="ADAL" clId="{549392AD-473F-40D6-8D0D-A82C269FC577}" dt="2021-02-15T16:04:27.351" v="984" actId="20577"/>
          <ac:spMkLst>
            <pc:docMk/>
            <pc:sldMk cId="3399652145" sldId="2076137264"/>
            <ac:spMk id="9" creationId="{AC4BA342-3C14-4B7E-ACB9-898006D64EB3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10" creationId="{742F8AFD-0283-4700-9E00-115213295C50}"/>
          </ac:spMkLst>
        </pc:spChg>
        <pc:spChg chg="mod">
          <ac:chgData name="Amilcar Jose Rodriguez Barrios" userId="efa7753a-59bf-44f0-ad53-c3388f48cff0" providerId="ADAL" clId="{549392AD-473F-40D6-8D0D-A82C269FC577}" dt="2021-02-15T16:01:21.300" v="914" actId="20577"/>
          <ac:spMkLst>
            <pc:docMk/>
            <pc:sldMk cId="3399652145" sldId="2076137264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15" creationId="{D4BE1C48-91F0-4729-82EE-CD40A22F2C0B}"/>
          </ac:spMkLst>
        </pc:spChg>
        <pc:spChg chg="add mod">
          <ac:chgData name="Amilcar Jose Rodriguez Barrios" userId="efa7753a-59bf-44f0-ad53-c3388f48cff0" providerId="ADAL" clId="{549392AD-473F-40D6-8D0D-A82C269FC577}" dt="2021-02-15T16:02:56.769" v="972" actId="20578"/>
          <ac:spMkLst>
            <pc:docMk/>
            <pc:sldMk cId="3399652145" sldId="2076137264"/>
            <ac:spMk id="17" creationId="{5C354E07-1167-4721-B523-367151B694D8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18" creationId="{EEE9A60A-A5F1-4BF2-B96E-5CAF8CDDD1CF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0" creationId="{81B60C2D-3643-425C-B07C-660FB62F486F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3" creationId="{EF035D05-CB77-4115-B9BF-44E9E8AE52E9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5" creationId="{4454B851-EBA3-4966-AE08-59DE70140734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6" creationId="{19AE5839-E190-4510-904C-3D24A8500C4D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7" creationId="{3803AC0B-3827-4CA1-978E-096F91AE660F}"/>
          </ac:spMkLst>
        </pc:spChg>
        <pc:cxnChg chg="add mod">
          <ac:chgData name="Amilcar Jose Rodriguez Barrios" userId="efa7753a-59bf-44f0-ad53-c3388f48cff0" providerId="ADAL" clId="{549392AD-473F-40D6-8D0D-A82C269FC577}" dt="2021-02-15T16:02:47.259" v="971" actId="1035"/>
          <ac:cxnSpMkLst>
            <pc:docMk/>
            <pc:sldMk cId="3399652145" sldId="2076137264"/>
            <ac:cxnSpMk id="13" creationId="{4ED943DF-601B-4DDE-9856-4FF0CF2B1B23}"/>
          </ac:cxnSpMkLst>
        </pc:cxnChg>
        <pc:cxnChg chg="add mod">
          <ac:chgData name="Amilcar Jose Rodriguez Barrios" userId="efa7753a-59bf-44f0-ad53-c3388f48cff0" providerId="ADAL" clId="{549392AD-473F-40D6-8D0D-A82C269FC577}" dt="2021-02-15T16:02:47.259" v="971" actId="1035"/>
          <ac:cxnSpMkLst>
            <pc:docMk/>
            <pc:sldMk cId="3399652145" sldId="2076137264"/>
            <ac:cxnSpMk id="19" creationId="{A519B298-0A3A-4404-8516-376EE7C9F1EF}"/>
          </ac:cxnSpMkLst>
        </pc:cxnChg>
        <pc:cxnChg chg="add mod">
          <ac:chgData name="Amilcar Jose Rodriguez Barrios" userId="efa7753a-59bf-44f0-ad53-c3388f48cff0" providerId="ADAL" clId="{549392AD-473F-40D6-8D0D-A82C269FC577}" dt="2021-02-15T16:02:47.259" v="971" actId="1035"/>
          <ac:cxnSpMkLst>
            <pc:docMk/>
            <pc:sldMk cId="3399652145" sldId="2076137264"/>
            <ac:cxnSpMk id="24" creationId="{324BB9F9-9431-46C8-820C-223A71EECF18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16:01:15.045" v="899" actId="20577"/>
        <pc:sldMkLst>
          <pc:docMk/>
          <pc:sldMk cId="4179145378" sldId="2076137265"/>
        </pc:sldMkLst>
        <pc:spChg chg="mod">
          <ac:chgData name="Amilcar Jose Rodriguez Barrios" userId="efa7753a-59bf-44f0-ad53-c3388f48cff0" providerId="ADAL" clId="{549392AD-473F-40D6-8D0D-A82C269FC577}" dt="2021-02-15T16:01:15.045" v="899" actId="20577"/>
          <ac:spMkLst>
            <pc:docMk/>
            <pc:sldMk cId="4179145378" sldId="2076137265"/>
            <ac:spMk id="9" creationId="{E7731D0A-BED0-4C7D-80D9-145621B03A73}"/>
          </ac:spMkLst>
        </pc:spChg>
      </pc:sldChg>
      <pc:sldChg chg="addSp delSp modSp add mod">
        <pc:chgData name="Amilcar Jose Rodriguez Barrios" userId="efa7753a-59bf-44f0-ad53-c3388f48cff0" providerId="ADAL" clId="{549392AD-473F-40D6-8D0D-A82C269FC577}" dt="2021-02-15T19:49:10.313" v="3133" actId="1035"/>
        <pc:sldMkLst>
          <pc:docMk/>
          <pc:sldMk cId="3323283164" sldId="2076137266"/>
        </pc:sldMkLst>
        <pc:spChg chg="add mod">
          <ac:chgData name="Amilcar Jose Rodriguez Barrios" userId="efa7753a-59bf-44f0-ad53-c3388f48cff0" providerId="ADAL" clId="{549392AD-473F-40D6-8D0D-A82C269FC577}" dt="2021-02-15T19:49:10.313" v="3133" actId="1035"/>
          <ac:spMkLst>
            <pc:docMk/>
            <pc:sldMk cId="3323283164" sldId="2076137266"/>
            <ac:spMk id="8" creationId="{CA6E96F7-2572-475B-A8E2-F9BB0746ECD9}"/>
          </ac:spMkLst>
        </pc:spChg>
        <pc:spChg chg="add mod">
          <ac:chgData name="Amilcar Jose Rodriguez Barrios" userId="efa7753a-59bf-44f0-ad53-c3388f48cff0" providerId="ADAL" clId="{549392AD-473F-40D6-8D0D-A82C269FC577}" dt="2021-02-15T18:02:45.535" v="1308" actId="20577"/>
          <ac:spMkLst>
            <pc:docMk/>
            <pc:sldMk cId="3323283164" sldId="2076137266"/>
            <ac:spMk id="9" creationId="{DAFAEA07-2FA3-4AF8-BA63-5F069B9B094F}"/>
          </ac:spMkLst>
        </pc:spChg>
        <pc:spChg chg="add mod">
          <ac:chgData name="Amilcar Jose Rodriguez Barrios" userId="efa7753a-59bf-44f0-ad53-c3388f48cff0" providerId="ADAL" clId="{549392AD-473F-40D6-8D0D-A82C269FC577}" dt="2021-02-15T16:05:24.899" v="1008" actId="1036"/>
          <ac:spMkLst>
            <pc:docMk/>
            <pc:sldMk cId="3323283164" sldId="2076137266"/>
            <ac:spMk id="10" creationId="{F55DAEE1-B9EA-42B1-9111-23DC452EB3E8}"/>
          </ac:spMkLst>
        </pc:spChg>
        <pc:spChg chg="add mod">
          <ac:chgData name="Amilcar Jose Rodriguez Barrios" userId="efa7753a-59bf-44f0-ad53-c3388f48cff0" providerId="ADAL" clId="{549392AD-473F-40D6-8D0D-A82C269FC577}" dt="2021-02-15T16:05:24.899" v="1008" actId="1036"/>
          <ac:spMkLst>
            <pc:docMk/>
            <pc:sldMk cId="3323283164" sldId="2076137266"/>
            <ac:spMk id="13" creationId="{406E40F7-8EEC-4E8C-BF24-A071D77B93F1}"/>
          </ac:spMkLst>
        </pc:spChg>
        <pc:spChg chg="add del mod">
          <ac:chgData name="Amilcar Jose Rodriguez Barrios" userId="efa7753a-59bf-44f0-ad53-c3388f48cff0" providerId="ADAL" clId="{549392AD-473F-40D6-8D0D-A82C269FC577}" dt="2021-02-15T16:05:11.921" v="990" actId="478"/>
          <ac:spMkLst>
            <pc:docMk/>
            <pc:sldMk cId="3323283164" sldId="2076137266"/>
            <ac:spMk id="15" creationId="{0AEDCB91-B5EB-4A38-B3B4-26ECE5BFE2A3}"/>
          </ac:spMkLst>
        </pc:spChg>
        <pc:spChg chg="add mod">
          <ac:chgData name="Amilcar Jose Rodriguez Barrios" userId="efa7753a-59bf-44f0-ad53-c3388f48cff0" providerId="ADAL" clId="{549392AD-473F-40D6-8D0D-A82C269FC577}" dt="2021-02-15T16:05:24.899" v="1008" actId="1036"/>
          <ac:spMkLst>
            <pc:docMk/>
            <pc:sldMk cId="3323283164" sldId="2076137266"/>
            <ac:spMk id="17" creationId="{F2761F2D-986A-4E3E-9E69-3355683F5CD6}"/>
          </ac:spMkLst>
        </pc:spChg>
      </pc:sldChg>
      <pc:sldChg chg="addSp delSp modSp add mod modNotesTx">
        <pc:chgData name="Amilcar Jose Rodriguez Barrios" userId="efa7753a-59bf-44f0-ad53-c3388f48cff0" providerId="ADAL" clId="{549392AD-473F-40D6-8D0D-A82C269FC577}" dt="2021-02-15T19:49:15.857" v="3140" actId="1036"/>
        <pc:sldMkLst>
          <pc:docMk/>
          <pc:sldMk cId="3724577423" sldId="2076137267"/>
        </pc:sldMkLst>
        <pc:spChg chg="add del mod">
          <ac:chgData name="Amilcar Jose Rodriguez Barrios" userId="efa7753a-59bf-44f0-ad53-c3388f48cff0" providerId="ADAL" clId="{549392AD-473F-40D6-8D0D-A82C269FC577}" dt="2021-02-15T16:06:18.382" v="1010" actId="478"/>
          <ac:spMkLst>
            <pc:docMk/>
            <pc:sldMk cId="3724577423" sldId="2076137267"/>
            <ac:spMk id="8" creationId="{87E762C7-65FD-408F-BFE1-54D4F6BBD97E}"/>
          </ac:spMkLst>
        </pc:spChg>
        <pc:spChg chg="add mod">
          <ac:chgData name="Amilcar Jose Rodriguez Barrios" userId="efa7753a-59bf-44f0-ad53-c3388f48cff0" providerId="ADAL" clId="{549392AD-473F-40D6-8D0D-A82C269FC577}" dt="2021-02-15T18:02:50.265" v="1312" actId="20577"/>
          <ac:spMkLst>
            <pc:docMk/>
            <pc:sldMk cId="3724577423" sldId="2076137267"/>
            <ac:spMk id="9" creationId="{80D6B919-A889-4557-9F13-6FC6EF411E62}"/>
          </ac:spMkLst>
        </pc:spChg>
        <pc:spChg chg="add del mod">
          <ac:chgData name="Amilcar Jose Rodriguez Barrios" userId="efa7753a-59bf-44f0-ad53-c3388f48cff0" providerId="ADAL" clId="{549392AD-473F-40D6-8D0D-A82C269FC577}" dt="2021-02-15T16:06:24.887" v="1013" actId="478"/>
          <ac:spMkLst>
            <pc:docMk/>
            <pc:sldMk cId="3724577423" sldId="2076137267"/>
            <ac:spMk id="10" creationId="{13FBC3D4-52EB-4239-AE92-08AD2E2A7F10}"/>
          </ac:spMkLst>
        </pc:spChg>
        <pc:spChg chg="mod">
          <ac:chgData name="Amilcar Jose Rodriguez Barrios" userId="efa7753a-59bf-44f0-ad53-c3388f48cff0" providerId="ADAL" clId="{549392AD-473F-40D6-8D0D-A82C269FC577}" dt="2021-02-15T19:48:20.259" v="3089" actId="1076"/>
          <ac:spMkLst>
            <pc:docMk/>
            <pc:sldMk cId="3724577423" sldId="2076137267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6:06:45.039" v="1023" actId="1076"/>
          <ac:spMkLst>
            <pc:docMk/>
            <pc:sldMk cId="3724577423" sldId="2076137267"/>
            <ac:spMk id="13" creationId="{2A28D797-5E00-4DC8-9E0D-D7BE7179C1DB}"/>
          </ac:spMkLst>
        </pc:spChg>
        <pc:spChg chg="add mod">
          <ac:chgData name="Amilcar Jose Rodriguez Barrios" userId="efa7753a-59bf-44f0-ad53-c3388f48cff0" providerId="ADAL" clId="{549392AD-473F-40D6-8D0D-A82C269FC577}" dt="2021-02-15T16:06:47.807" v="1030" actId="1076"/>
          <ac:spMkLst>
            <pc:docMk/>
            <pc:sldMk cId="3724577423" sldId="2076137267"/>
            <ac:spMk id="15" creationId="{CBCCBE50-CC9F-4CE5-9DE5-8C1C31415B56}"/>
          </ac:spMkLst>
        </pc:spChg>
        <pc:spChg chg="add mod">
          <ac:chgData name="Amilcar Jose Rodriguez Barrios" userId="efa7753a-59bf-44f0-ad53-c3388f48cff0" providerId="ADAL" clId="{549392AD-473F-40D6-8D0D-A82C269FC577}" dt="2021-02-15T19:49:15.857" v="3140" actId="1036"/>
          <ac:spMkLst>
            <pc:docMk/>
            <pc:sldMk cId="3724577423" sldId="2076137267"/>
            <ac:spMk id="17" creationId="{B5603865-8FD6-4071-9965-1329EDAC1147}"/>
          </ac:spMkLst>
        </pc:spChg>
        <pc:spChg chg="add mod">
          <ac:chgData name="Amilcar Jose Rodriguez Barrios" userId="efa7753a-59bf-44f0-ad53-c3388f48cff0" providerId="ADAL" clId="{549392AD-473F-40D6-8D0D-A82C269FC577}" dt="2021-02-15T16:06:40.119" v="1020" actId="1076"/>
          <ac:spMkLst>
            <pc:docMk/>
            <pc:sldMk cId="3724577423" sldId="2076137267"/>
            <ac:spMk id="18" creationId="{5506E185-C1F0-4563-A992-1C7384C28FE8}"/>
          </ac:spMkLst>
        </pc:spChg>
      </pc:sldChg>
      <pc:sldChg chg="addSp modSp add mod modAnim">
        <pc:chgData name="Amilcar Jose Rodriguez Barrios" userId="efa7753a-59bf-44f0-ad53-c3388f48cff0" providerId="ADAL" clId="{549392AD-473F-40D6-8D0D-A82C269FC577}" dt="2021-02-15T18:07:36.435" v="1454" actId="20577"/>
        <pc:sldMkLst>
          <pc:docMk/>
          <pc:sldMk cId="4037591237" sldId="2076137268"/>
        </pc:sldMkLst>
        <pc:spChg chg="add mod">
          <ac:chgData name="Amilcar Jose Rodriguez Barrios" userId="efa7753a-59bf-44f0-ad53-c3388f48cff0" providerId="ADAL" clId="{549392AD-473F-40D6-8D0D-A82C269FC577}" dt="2021-02-15T17:58:58.414" v="1146" actId="1076"/>
          <ac:spMkLst>
            <pc:docMk/>
            <pc:sldMk cId="4037591237" sldId="2076137268"/>
            <ac:spMk id="8" creationId="{05614667-8EF6-4DF1-8A83-F6A5112E2309}"/>
          </ac:spMkLst>
        </pc:spChg>
        <pc:spChg chg="add mod">
          <ac:chgData name="Amilcar Jose Rodriguez Barrios" userId="efa7753a-59bf-44f0-ad53-c3388f48cff0" providerId="ADAL" clId="{549392AD-473F-40D6-8D0D-A82C269FC577}" dt="2021-02-15T18:07:27.758" v="1451" actId="108"/>
          <ac:spMkLst>
            <pc:docMk/>
            <pc:sldMk cId="4037591237" sldId="2076137268"/>
            <ac:spMk id="10" creationId="{5DDE5C2A-5D68-4F16-B227-ECA00867EC35}"/>
          </ac:spMkLst>
        </pc:spChg>
        <pc:spChg chg="mod">
          <ac:chgData name="Amilcar Jose Rodriguez Barrios" userId="efa7753a-59bf-44f0-ad53-c3388f48cff0" providerId="ADAL" clId="{549392AD-473F-40D6-8D0D-A82C269FC577}" dt="2021-02-15T17:59:45.481" v="1209" actId="20577"/>
          <ac:spMkLst>
            <pc:docMk/>
            <pc:sldMk cId="4037591237" sldId="2076137268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8:07:36.435" v="1454" actId="20577"/>
          <ac:spMkLst>
            <pc:docMk/>
            <pc:sldMk cId="4037591237" sldId="2076137268"/>
            <ac:spMk id="13" creationId="{DC23BB1E-D817-4278-8309-FDA9E2C5EF4D}"/>
          </ac:spMkLst>
        </pc:spChg>
        <pc:spChg chg="add mod">
          <ac:chgData name="Amilcar Jose Rodriguez Barrios" userId="efa7753a-59bf-44f0-ad53-c3388f48cff0" providerId="ADAL" clId="{549392AD-473F-40D6-8D0D-A82C269FC577}" dt="2021-02-15T17:59:06.958" v="1149" actId="113"/>
          <ac:spMkLst>
            <pc:docMk/>
            <pc:sldMk cId="4037591237" sldId="2076137268"/>
            <ac:spMk id="15" creationId="{227C989C-D195-428C-88B8-A745CC66BFB8}"/>
          </ac:spMkLst>
        </pc:spChg>
        <pc:picChg chg="add mod">
          <ac:chgData name="Amilcar Jose Rodriguez Barrios" userId="efa7753a-59bf-44f0-ad53-c3388f48cff0" providerId="ADAL" clId="{549392AD-473F-40D6-8D0D-A82C269FC577}" dt="2021-02-15T17:58:27.059" v="1138" actId="1038"/>
          <ac:picMkLst>
            <pc:docMk/>
            <pc:sldMk cId="4037591237" sldId="2076137268"/>
            <ac:picMk id="9" creationId="{CBA22D1B-18AC-4805-9047-7A79FBE19970}"/>
          </ac:picMkLst>
        </pc:picChg>
        <pc:picChg chg="add mod">
          <ac:chgData name="Amilcar Jose Rodriguez Barrios" userId="efa7753a-59bf-44f0-ad53-c3388f48cff0" providerId="ADAL" clId="{549392AD-473F-40D6-8D0D-A82C269FC577}" dt="2021-02-15T17:58:27.059" v="1138" actId="1038"/>
          <ac:picMkLst>
            <pc:docMk/>
            <pc:sldMk cId="4037591237" sldId="2076137268"/>
            <ac:picMk id="17" creationId="{5E7A73AF-BD6D-42A3-A132-6A8B7145FED4}"/>
          </ac:picMkLst>
        </pc:picChg>
      </pc:sldChg>
      <pc:sldChg chg="addSp modSp add ord modAnim">
        <pc:chgData name="Amilcar Jose Rodriguez Barrios" userId="efa7753a-59bf-44f0-ad53-c3388f48cff0" providerId="ADAL" clId="{549392AD-473F-40D6-8D0D-A82C269FC577}" dt="2021-02-15T18:13:28.546" v="1470" actId="207"/>
        <pc:sldMkLst>
          <pc:docMk/>
          <pc:sldMk cId="182738217" sldId="2076137269"/>
        </pc:sldMkLst>
        <pc:spChg chg="add 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9" creationId="{691B1A97-C10B-4469-B98B-4339BD44D753}"/>
          </ac:spMkLst>
        </pc:spChg>
        <pc:spChg chg="add 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24" creationId="{6BA38F3D-D897-49B8-BD8D-A057957E3CFD}"/>
          </ac:spMkLst>
        </pc:spChg>
        <pc:spChg chg="add 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25" creationId="{4C595C75-051E-49EA-92B6-ACE82F9128F5}"/>
          </ac:spMkLst>
        </pc:spChg>
        <pc:spChg chg="add mod">
          <ac:chgData name="Amilcar Jose Rodriguez Barrios" userId="efa7753a-59bf-44f0-ad53-c3388f48cff0" providerId="ADAL" clId="{549392AD-473F-40D6-8D0D-A82C269FC577}" dt="2021-02-15T18:13:28.546" v="1470" actId="207"/>
          <ac:spMkLst>
            <pc:docMk/>
            <pc:sldMk cId="182738217" sldId="2076137269"/>
            <ac:spMk id="26" creationId="{2D10DD6C-5E1D-42BC-9685-683C6E38858A}"/>
          </ac:spMkLst>
        </pc:spChg>
        <pc:spChg chg="add mod">
          <ac:chgData name="Amilcar Jose Rodriguez Barrios" userId="efa7753a-59bf-44f0-ad53-c3388f48cff0" providerId="ADAL" clId="{549392AD-473F-40D6-8D0D-A82C269FC577}" dt="2021-02-15T18:13:26.401" v="1469" actId="207"/>
          <ac:spMkLst>
            <pc:docMk/>
            <pc:sldMk cId="182738217" sldId="2076137269"/>
            <ac:spMk id="27" creationId="{2C1A6D07-FC71-42EC-AD5F-DE6887977A4D}"/>
          </ac:spMkLst>
        </pc:spChg>
        <pc:spChg chg="add mod">
          <ac:chgData name="Amilcar Jose Rodriguez Barrios" userId="efa7753a-59bf-44f0-ad53-c3388f48cff0" providerId="ADAL" clId="{549392AD-473F-40D6-8D0D-A82C269FC577}" dt="2021-02-15T18:13:24.237" v="1468" actId="207"/>
          <ac:spMkLst>
            <pc:docMk/>
            <pc:sldMk cId="182738217" sldId="2076137269"/>
            <ac:spMk id="28" creationId="{9229A4F9-70D5-45EA-A183-241E41A399C6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32" creationId="{C168EE97-C6F5-4D37-A21B-0E93F158FC16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33" creationId="{5E8B6136-2EEB-4BFE-92C1-E2738DDF4BD3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37" creationId="{19CAF7DC-A144-4707-B404-5E6BCD2ED73F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38" creationId="{D5D31993-BE55-4597-BC73-94D744DDCC14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42" creationId="{A5F925C9-C5D5-4F19-BC09-460ED149A38F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43" creationId="{5DBF76F6-E4A5-4EB3-961F-B43375A4165A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47" creationId="{775DD070-9428-4FE5-B935-DFCC537986C5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48" creationId="{8B5A5BF3-556C-4C85-A3AC-37F66BE226BB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52" creationId="{264040CE-B1B8-4058-8387-BBFA446A6D6C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53" creationId="{1F238FAC-E981-4B4F-B0EB-FAA2522E6821}"/>
          </ac:spMkLst>
        </pc:s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10" creationId="{526F34C1-9CD6-4BCC-B24F-9D4C7B378D70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18" creationId="{C1293143-A84F-47CD-89EE-3EA1FB6E9301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29" creationId="{D4DC236F-1C78-490B-925B-3F8320AF36C1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30" creationId="{50EA79D9-F56D-4CAC-BF4B-8E24470C5961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34" creationId="{98A4B3C1-52A2-4042-BEDB-0377EBCBA669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35" creationId="{33AAB142-34F8-475C-A914-6FD525D85BDA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39" creationId="{5215C6DE-A7FB-4CB9-AD89-104ADAAC6592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40" creationId="{883A0884-39F5-4FD9-AA16-E1427AB5FC57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44" creationId="{BB144D06-2F28-4A3C-AF53-CCDA231605E5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45" creationId="{F608211A-0481-455A-B047-932B757F801D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49" creationId="{A385797E-75C9-481B-8AEA-32DFEBC89E7F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50" creationId="{305FABA6-E6C6-46F8-B538-E6B796F8C60C}"/>
          </ac:grpSpMkLst>
        </pc:grp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31" creationId="{F856627B-FACF-4900-88E2-C19A26E9476E}"/>
          </ac:picMkLst>
        </pc:pic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36" creationId="{0DEB8F34-7086-4396-9D73-DDC05504CB33}"/>
          </ac:picMkLst>
        </pc:pic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41" creationId="{DC126310-F40C-4D0D-805A-659D023E1F20}"/>
          </ac:picMkLst>
        </pc:pic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46" creationId="{AE239AD2-3639-48F7-B098-2EA0171BEDA3}"/>
          </ac:picMkLst>
        </pc:pic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51" creationId="{F96865F9-595A-4564-A1E3-491FC05B1068}"/>
          </ac:picMkLst>
        </pc:picChg>
        <pc:cxnChg chg="add 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8" creationId="{62FE9C4A-4BDD-47FA-B704-5F7881D6BA18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13" creationId="{CC6B2759-260E-4679-9DC4-6687F6674D34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15" creationId="{5467AFB3-CC71-4E8A-839B-81DC8B7F3D53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17" creationId="{2F69C6B0-0549-48DF-9953-FE36393DBA4C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19" creationId="{D15D94C5-7EFA-4FDB-9B8C-CBA859DA0649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20" creationId="{D8CB7D90-3A77-483F-BDDE-C690B9F8F206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23" creationId="{26407FAA-DF02-4570-A2AC-A360EAB6E6D8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17:59:52.638" v="1215" actId="20577"/>
        <pc:sldMkLst>
          <pc:docMk/>
          <pc:sldMk cId="1655534892" sldId="2076137270"/>
        </pc:sldMkLst>
        <pc:spChg chg="mod">
          <ac:chgData name="Amilcar Jose Rodriguez Barrios" userId="efa7753a-59bf-44f0-ad53-c3388f48cff0" providerId="ADAL" clId="{549392AD-473F-40D6-8D0D-A82C269FC577}" dt="2021-02-15T17:59:52.638" v="1215" actId="20577"/>
          <ac:spMkLst>
            <pc:docMk/>
            <pc:sldMk cId="1655534892" sldId="2076137270"/>
            <ac:spMk id="9" creationId="{E7731D0A-BED0-4C7D-80D9-145621B03A73}"/>
          </ac:spMkLst>
        </pc:spChg>
      </pc:sldChg>
      <pc:sldChg chg="addSp delSp modSp add mod delAnim modAnim">
        <pc:chgData name="Amilcar Jose Rodriguez Barrios" userId="efa7753a-59bf-44f0-ad53-c3388f48cff0" providerId="ADAL" clId="{549392AD-473F-40D6-8D0D-A82C269FC577}" dt="2021-02-15T18:07:49.061" v="1457" actId="14100"/>
        <pc:sldMkLst>
          <pc:docMk/>
          <pc:sldMk cId="1175974735" sldId="2076137271"/>
        </pc:sldMkLst>
        <pc:spChg chg="del">
          <ac:chgData name="Amilcar Jose Rodriguez Barrios" userId="efa7753a-59bf-44f0-ad53-c3388f48cff0" providerId="ADAL" clId="{549392AD-473F-40D6-8D0D-A82C269FC577}" dt="2021-02-15T18:00:09.752" v="1217" actId="478"/>
          <ac:spMkLst>
            <pc:docMk/>
            <pc:sldMk cId="1175974735" sldId="2076137271"/>
            <ac:spMk id="8" creationId="{05614667-8EF6-4DF1-8A83-F6A5112E2309}"/>
          </ac:spMkLst>
        </pc:spChg>
        <pc:spChg chg="del">
          <ac:chgData name="Amilcar Jose Rodriguez Barrios" userId="efa7753a-59bf-44f0-ad53-c3388f48cff0" providerId="ADAL" clId="{549392AD-473F-40D6-8D0D-A82C269FC577}" dt="2021-02-15T18:00:11.690" v="1219" actId="478"/>
          <ac:spMkLst>
            <pc:docMk/>
            <pc:sldMk cId="1175974735" sldId="2076137271"/>
            <ac:spMk id="10" creationId="{5DDE5C2A-5D68-4F16-B227-ECA00867EC35}"/>
          </ac:spMkLst>
        </pc:spChg>
        <pc:spChg chg="del">
          <ac:chgData name="Amilcar Jose Rodriguez Barrios" userId="efa7753a-59bf-44f0-ad53-c3388f48cff0" providerId="ADAL" clId="{549392AD-473F-40D6-8D0D-A82C269FC577}" dt="2021-02-15T18:00:13.343" v="1222" actId="478"/>
          <ac:spMkLst>
            <pc:docMk/>
            <pc:sldMk cId="1175974735" sldId="2076137271"/>
            <ac:spMk id="13" creationId="{DC23BB1E-D817-4278-8309-FDA9E2C5EF4D}"/>
          </ac:spMkLst>
        </pc:spChg>
        <pc:spChg chg="del">
          <ac:chgData name="Amilcar Jose Rodriguez Barrios" userId="efa7753a-59bf-44f0-ad53-c3388f48cff0" providerId="ADAL" clId="{549392AD-473F-40D6-8D0D-A82C269FC577}" dt="2021-02-15T18:00:10.584" v="1218" actId="478"/>
          <ac:spMkLst>
            <pc:docMk/>
            <pc:sldMk cId="1175974735" sldId="2076137271"/>
            <ac:spMk id="15" creationId="{227C989C-D195-428C-88B8-A745CC66BFB8}"/>
          </ac:spMkLst>
        </pc:spChg>
        <pc:spChg chg="add mod">
          <ac:chgData name="Amilcar Jose Rodriguez Barrios" userId="efa7753a-59bf-44f0-ad53-c3388f48cff0" providerId="ADAL" clId="{549392AD-473F-40D6-8D0D-A82C269FC577}" dt="2021-02-15T18:00:30.209" v="1273" actId="1036"/>
          <ac:spMkLst>
            <pc:docMk/>
            <pc:sldMk cId="1175974735" sldId="2076137271"/>
            <ac:spMk id="18" creationId="{2B2B8D02-7C38-4280-B4CB-B49E5045064A}"/>
          </ac:spMkLst>
        </pc:spChg>
        <pc:spChg chg="add mod">
          <ac:chgData name="Amilcar Jose Rodriguez Barrios" userId="efa7753a-59bf-44f0-ad53-c3388f48cff0" providerId="ADAL" clId="{549392AD-473F-40D6-8D0D-A82C269FC577}" dt="2021-02-15T18:00:45.071" v="1279" actId="20577"/>
          <ac:spMkLst>
            <pc:docMk/>
            <pc:sldMk cId="1175974735" sldId="2076137271"/>
            <ac:spMk id="19" creationId="{0F63EB87-D632-4FF8-B68E-A42284D74D03}"/>
          </ac:spMkLst>
        </pc:spChg>
        <pc:spChg chg="add mod">
          <ac:chgData name="Amilcar Jose Rodriguez Barrios" userId="efa7753a-59bf-44f0-ad53-c3388f48cff0" providerId="ADAL" clId="{549392AD-473F-40D6-8D0D-A82C269FC577}" dt="2021-02-15T18:07:49.061" v="1457" actId="14100"/>
          <ac:spMkLst>
            <pc:docMk/>
            <pc:sldMk cId="1175974735" sldId="2076137271"/>
            <ac:spMk id="20" creationId="{56CF1D38-0689-4B5B-840A-62685425A261}"/>
          </ac:spMkLst>
        </pc:spChg>
        <pc:picChg chg="del">
          <ac:chgData name="Amilcar Jose Rodriguez Barrios" userId="efa7753a-59bf-44f0-ad53-c3388f48cff0" providerId="ADAL" clId="{549392AD-473F-40D6-8D0D-A82C269FC577}" dt="2021-02-15T18:00:12.176" v="1220" actId="478"/>
          <ac:picMkLst>
            <pc:docMk/>
            <pc:sldMk cId="1175974735" sldId="2076137271"/>
            <ac:picMk id="9" creationId="{CBA22D1B-18AC-4805-9047-7A79FBE19970}"/>
          </ac:picMkLst>
        </pc:picChg>
        <pc:picChg chg="del">
          <ac:chgData name="Amilcar Jose Rodriguez Barrios" userId="efa7753a-59bf-44f0-ad53-c3388f48cff0" providerId="ADAL" clId="{549392AD-473F-40D6-8D0D-A82C269FC577}" dt="2021-02-15T18:00:12.572" v="1221" actId="478"/>
          <ac:picMkLst>
            <pc:docMk/>
            <pc:sldMk cId="1175974735" sldId="2076137271"/>
            <ac:picMk id="17" creationId="{5E7A73AF-BD6D-42A3-A132-6A8B7145FED4}"/>
          </ac:picMkLst>
        </pc:picChg>
        <pc:picChg chg="add mod">
          <ac:chgData name="Amilcar Jose Rodriguez Barrios" userId="efa7753a-59bf-44f0-ad53-c3388f48cff0" providerId="ADAL" clId="{549392AD-473F-40D6-8D0D-A82C269FC577}" dt="2021-02-15T18:07:45.630" v="1455" actId="1076"/>
          <ac:picMkLst>
            <pc:docMk/>
            <pc:sldMk cId="1175974735" sldId="2076137271"/>
            <ac:picMk id="23" creationId="{88A444D1-6AC7-47DE-B6E1-0235AE5DDB9A}"/>
          </ac:picMkLst>
        </pc:picChg>
      </pc:sldChg>
      <pc:sldChg chg="add del">
        <pc:chgData name="Amilcar Jose Rodriguez Barrios" userId="efa7753a-59bf-44f0-ad53-c3388f48cff0" providerId="ADAL" clId="{549392AD-473F-40D6-8D0D-A82C269FC577}" dt="2021-02-15T16:11:28.997" v="1099"/>
        <pc:sldMkLst>
          <pc:docMk/>
          <pc:sldMk cId="1843229948" sldId="2076137271"/>
        </pc:sldMkLst>
      </pc:sldChg>
      <pc:sldChg chg="addSp delSp modSp new mod addAnim delAnim modAnim">
        <pc:chgData name="Amilcar Jose Rodriguez Barrios" userId="efa7753a-59bf-44f0-ad53-c3388f48cff0" providerId="ADAL" clId="{549392AD-473F-40D6-8D0D-A82C269FC577}" dt="2021-02-15T18:06:39.615" v="1450" actId="1076"/>
        <pc:sldMkLst>
          <pc:docMk/>
          <pc:sldMk cId="2367221753" sldId="2076137272"/>
        </pc:sldMkLst>
        <pc:spChg chg="add mod">
          <ac:chgData name="Amilcar Jose Rodriguez Barrios" userId="efa7753a-59bf-44f0-ad53-c3388f48cff0" providerId="ADAL" clId="{549392AD-473F-40D6-8D0D-A82C269FC577}" dt="2021-02-15T18:04:39.824" v="1349" actId="164"/>
          <ac:spMkLst>
            <pc:docMk/>
            <pc:sldMk cId="2367221753" sldId="2076137272"/>
            <ac:spMk id="2" creationId="{AD9E0F07-33DB-4286-932D-76C57B1C8666}"/>
          </ac:spMkLst>
        </pc:spChg>
        <pc:spChg chg="add mod">
          <ac:chgData name="Amilcar Jose Rodriguez Barrios" userId="efa7753a-59bf-44f0-ad53-c3388f48cff0" providerId="ADAL" clId="{549392AD-473F-40D6-8D0D-A82C269FC577}" dt="2021-02-15T18:05:40.212" v="1388" actId="1076"/>
          <ac:spMkLst>
            <pc:docMk/>
            <pc:sldMk cId="2367221753" sldId="2076137272"/>
            <ac:spMk id="3" creationId="{DE4A3363-D780-48C5-A5C8-16A1AD17F4E6}"/>
          </ac:spMkLst>
        </pc:spChg>
        <pc:spChg chg="add mod">
          <ac:chgData name="Amilcar Jose Rodriguez Barrios" userId="efa7753a-59bf-44f0-ad53-c3388f48cff0" providerId="ADAL" clId="{549392AD-473F-40D6-8D0D-A82C269FC577}" dt="2021-02-15T18:05:35.564" v="1386" actId="1035"/>
          <ac:spMkLst>
            <pc:docMk/>
            <pc:sldMk cId="2367221753" sldId="2076137272"/>
            <ac:spMk id="4" creationId="{8929DB94-6FE9-4481-9010-2003F731DF48}"/>
          </ac:spMkLst>
        </pc:spChg>
        <pc:spChg chg="add del mod">
          <ac:chgData name="Amilcar Jose Rodriguez Barrios" userId="efa7753a-59bf-44f0-ad53-c3388f48cff0" providerId="ADAL" clId="{549392AD-473F-40D6-8D0D-A82C269FC577}" dt="2021-02-15T18:04:13.742" v="1340" actId="478"/>
          <ac:spMkLst>
            <pc:docMk/>
            <pc:sldMk cId="2367221753" sldId="2076137272"/>
            <ac:spMk id="5" creationId="{66C15261-3357-48BB-844A-2B770E645A19}"/>
          </ac:spMkLst>
        </pc:spChg>
        <pc:spChg chg="add del mod">
          <ac:chgData name="Amilcar Jose Rodriguez Barrios" userId="efa7753a-59bf-44f0-ad53-c3388f48cff0" providerId="ADAL" clId="{549392AD-473F-40D6-8D0D-A82C269FC577}" dt="2021-02-15T18:04:12.503" v="1339" actId="478"/>
          <ac:spMkLst>
            <pc:docMk/>
            <pc:sldMk cId="2367221753" sldId="2076137272"/>
            <ac:spMk id="6" creationId="{0FA2335B-EA44-40A6-9075-50396E2D2AB9}"/>
          </ac:spMkLst>
        </pc:spChg>
        <pc:spChg chg="add mod">
          <ac:chgData name="Amilcar Jose Rodriguez Barrios" userId="efa7753a-59bf-44f0-ad53-c3388f48cff0" providerId="ADAL" clId="{549392AD-473F-40D6-8D0D-A82C269FC577}" dt="2021-02-15T18:03:08.540" v="1315"/>
          <ac:spMkLst>
            <pc:docMk/>
            <pc:sldMk cId="2367221753" sldId="2076137272"/>
            <ac:spMk id="8" creationId="{12C3A99B-185C-437A-AEC1-A9A65FCBE897}"/>
          </ac:spMkLst>
        </pc:spChg>
        <pc:spChg chg="add mod">
          <ac:chgData name="Amilcar Jose Rodriguez Barrios" userId="efa7753a-59bf-44f0-ad53-c3388f48cff0" providerId="ADAL" clId="{549392AD-473F-40D6-8D0D-A82C269FC577}" dt="2021-02-15T18:03:08.540" v="1315"/>
          <ac:spMkLst>
            <pc:docMk/>
            <pc:sldMk cId="2367221753" sldId="2076137272"/>
            <ac:spMk id="9" creationId="{E33689A1-92B6-41D5-8215-6C5ADB54BFB2}"/>
          </ac:spMkLst>
        </pc:spChg>
        <pc:spChg chg="add mod">
          <ac:chgData name="Amilcar Jose Rodriguez Barrios" userId="efa7753a-59bf-44f0-ad53-c3388f48cff0" providerId="ADAL" clId="{549392AD-473F-40D6-8D0D-A82C269FC577}" dt="2021-02-15T18:03:08.540" v="1315"/>
          <ac:spMkLst>
            <pc:docMk/>
            <pc:sldMk cId="2367221753" sldId="2076137272"/>
            <ac:spMk id="10" creationId="{612AEEE4-AD1B-4C05-9541-EC3B6FFE5E71}"/>
          </ac:spMkLst>
        </pc:spChg>
        <pc:spChg chg="add mod">
          <ac:chgData name="Amilcar Jose Rodriguez Barrios" userId="efa7753a-59bf-44f0-ad53-c3388f48cff0" providerId="ADAL" clId="{549392AD-473F-40D6-8D0D-A82C269FC577}" dt="2021-02-15T18:03:08.540" v="1315"/>
          <ac:spMkLst>
            <pc:docMk/>
            <pc:sldMk cId="2367221753" sldId="2076137272"/>
            <ac:spMk id="11" creationId="{BCB893A8-C3F0-4BB0-A43C-03884D7A5A09}"/>
          </ac:spMkLst>
        </pc:spChg>
        <pc:spChg chg="add del mod">
          <ac:chgData name="Amilcar Jose Rodriguez Barrios" userId="efa7753a-59bf-44f0-ad53-c3388f48cff0" providerId="ADAL" clId="{549392AD-473F-40D6-8D0D-A82C269FC577}" dt="2021-02-15T18:05:47.471" v="1390" actId="478"/>
          <ac:spMkLst>
            <pc:docMk/>
            <pc:sldMk cId="2367221753" sldId="2076137272"/>
            <ac:spMk id="14" creationId="{BB1ABEE6-CECD-490A-9481-388E969C6143}"/>
          </ac:spMkLst>
        </pc:spChg>
        <pc:spChg chg="add mod">
          <ac:chgData name="Amilcar Jose Rodriguez Barrios" userId="efa7753a-59bf-44f0-ad53-c3388f48cff0" providerId="ADAL" clId="{549392AD-473F-40D6-8D0D-A82C269FC577}" dt="2021-02-15T18:06:30.103" v="1447" actId="1035"/>
          <ac:spMkLst>
            <pc:docMk/>
            <pc:sldMk cId="2367221753" sldId="2076137272"/>
            <ac:spMk id="15" creationId="{3F883B10-EA66-4EE9-999A-E24F5F94D866}"/>
          </ac:spMkLst>
        </pc:spChg>
        <pc:spChg chg="add del mod">
          <ac:chgData name="Amilcar Jose Rodriguez Barrios" userId="efa7753a-59bf-44f0-ad53-c3388f48cff0" providerId="ADAL" clId="{549392AD-473F-40D6-8D0D-A82C269FC577}" dt="2021-02-15T18:05:25.251" v="1373"/>
          <ac:spMkLst>
            <pc:docMk/>
            <pc:sldMk cId="2367221753" sldId="2076137272"/>
            <ac:spMk id="16" creationId="{FC39ABE3-BEA2-4654-AB49-80724847769B}"/>
          </ac:spMkLst>
        </pc:spChg>
        <pc:spChg chg="add mod">
          <ac:chgData name="Amilcar Jose Rodriguez Barrios" userId="efa7753a-59bf-44f0-ad53-c3388f48cff0" providerId="ADAL" clId="{549392AD-473F-40D6-8D0D-A82C269FC577}" dt="2021-02-15T18:06:36.147" v="1449" actId="255"/>
          <ac:spMkLst>
            <pc:docMk/>
            <pc:sldMk cId="2367221753" sldId="2076137272"/>
            <ac:spMk id="17" creationId="{2EFAEC61-AAFD-4BD9-9F9D-F58EF46A096E}"/>
          </ac:spMkLst>
        </pc:spChg>
        <pc:grpChg chg="add mod">
          <ac:chgData name="Amilcar Jose Rodriguez Barrios" userId="efa7753a-59bf-44f0-ad53-c3388f48cff0" providerId="ADAL" clId="{549392AD-473F-40D6-8D0D-A82C269FC577}" dt="2021-02-15T18:06:39.615" v="1450" actId="1076"/>
          <ac:grpSpMkLst>
            <pc:docMk/>
            <pc:sldMk cId="2367221753" sldId="2076137272"/>
            <ac:grpSpMk id="13" creationId="{A278366C-57E8-4C2D-BD5A-41C084E826F4}"/>
          </ac:grpSpMkLst>
        </pc:grpChg>
        <pc:picChg chg="add mod">
          <ac:chgData name="Amilcar Jose Rodriguez Barrios" userId="efa7753a-59bf-44f0-ad53-c3388f48cff0" providerId="ADAL" clId="{549392AD-473F-40D6-8D0D-A82C269FC577}" dt="2021-02-15T18:03:08.540" v="1315"/>
          <ac:picMkLst>
            <pc:docMk/>
            <pc:sldMk cId="2367221753" sldId="2076137272"/>
            <ac:picMk id="12" creationId="{56EDC3B1-D182-4FDC-B794-B4040A5B5938}"/>
          </ac:picMkLst>
        </pc:picChg>
        <pc:cxnChg chg="add mod">
          <ac:chgData name="Amilcar Jose Rodriguez Barrios" userId="efa7753a-59bf-44f0-ad53-c3388f48cff0" providerId="ADAL" clId="{549392AD-473F-40D6-8D0D-A82C269FC577}" dt="2021-02-15T18:03:08.540" v="1315"/>
          <ac:cxnSpMkLst>
            <pc:docMk/>
            <pc:sldMk cId="2367221753" sldId="2076137272"/>
            <ac:cxnSpMk id="7" creationId="{CDF1CA6B-F71B-4F16-8A9C-119DF14F022C}"/>
          </ac:cxnSpMkLst>
        </pc:cxnChg>
      </pc:sldChg>
      <pc:sldChg chg="addSp delSp modSp add mod delAnim">
        <pc:chgData name="Amilcar Jose Rodriguez Barrios" userId="efa7753a-59bf-44f0-ad53-c3388f48cff0" providerId="ADAL" clId="{549392AD-473F-40D6-8D0D-A82C269FC577}" dt="2021-02-15T19:09:03.880" v="2365" actId="1076"/>
        <pc:sldMkLst>
          <pc:docMk/>
          <pc:sldMk cId="2239431096" sldId="2076137273"/>
        </pc:sldMkLst>
        <pc:spChg chg="mod">
          <ac:chgData name="Amilcar Jose Rodriguez Barrios" userId="efa7753a-59bf-44f0-ad53-c3388f48cff0" providerId="ADAL" clId="{549392AD-473F-40D6-8D0D-A82C269FC577}" dt="2021-02-15T18:54:48.993" v="1534" actId="1036"/>
          <ac:spMkLst>
            <pc:docMk/>
            <pc:sldMk cId="2239431096" sldId="2076137273"/>
            <ac:spMk id="8" creationId="{12C3A99B-185C-437A-AEC1-A9A65FCBE897}"/>
          </ac:spMkLst>
        </pc:spChg>
        <pc:spChg chg="mod">
          <ac:chgData name="Amilcar Jose Rodriguez Barrios" userId="efa7753a-59bf-44f0-ad53-c3388f48cff0" providerId="ADAL" clId="{549392AD-473F-40D6-8D0D-A82C269FC577}" dt="2021-02-15T18:53:56.235" v="1495" actId="1037"/>
          <ac:spMkLst>
            <pc:docMk/>
            <pc:sldMk cId="2239431096" sldId="2076137273"/>
            <ac:spMk id="9" creationId="{E33689A1-92B6-41D5-8215-6C5ADB54BFB2}"/>
          </ac:spMkLst>
        </pc:spChg>
        <pc:spChg chg="mod">
          <ac:chgData name="Amilcar Jose Rodriguez Barrios" userId="efa7753a-59bf-44f0-ad53-c3388f48cff0" providerId="ADAL" clId="{549392AD-473F-40D6-8D0D-A82C269FC577}" dt="2021-02-15T18:54:48.993" v="1534" actId="1036"/>
          <ac:spMkLst>
            <pc:docMk/>
            <pc:sldMk cId="2239431096" sldId="2076137273"/>
            <ac:spMk id="10" creationId="{612AEEE4-AD1B-4C05-9541-EC3B6FFE5E7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14" creationId="{E07953F6-B350-4F6E-B596-8951CD61CC19}"/>
          </ac:spMkLst>
        </pc:spChg>
        <pc:spChg chg="del">
          <ac:chgData name="Amilcar Jose Rodriguez Barrios" userId="efa7753a-59bf-44f0-ad53-c3388f48cff0" providerId="ADAL" clId="{549392AD-473F-40D6-8D0D-A82C269FC577}" dt="2021-02-15T18:08:12.542" v="1461" actId="478"/>
          <ac:spMkLst>
            <pc:docMk/>
            <pc:sldMk cId="2239431096" sldId="2076137273"/>
            <ac:spMk id="15" creationId="{3F883B10-EA66-4EE9-999A-E24F5F94D86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16" creationId="{46673663-6438-4D59-AE64-4A224CD3FFB9}"/>
          </ac:spMkLst>
        </pc:spChg>
        <pc:spChg chg="del">
          <ac:chgData name="Amilcar Jose Rodriguez Barrios" userId="efa7753a-59bf-44f0-ad53-c3388f48cff0" providerId="ADAL" clId="{549392AD-473F-40D6-8D0D-A82C269FC577}" dt="2021-02-15T18:08:09.919" v="1459" actId="478"/>
          <ac:spMkLst>
            <pc:docMk/>
            <pc:sldMk cId="2239431096" sldId="2076137273"/>
            <ac:spMk id="17" creationId="{2EFAEC61-AAFD-4BD9-9F9D-F58EF46A096E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18" creationId="{F3BF5CD5-89C7-4854-BC5C-E7D52733071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19" creationId="{DEBF5717-488A-4900-8007-F6374521B885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0" creationId="{5530F5FD-7E4B-4CBE-90F4-D626C36B40F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1" creationId="{EC11AD48-249C-4853-9167-77AD24389B1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2" creationId="{AD011AF0-8DB7-458A-AE4F-E0A41AFC0F63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3" creationId="{7070AEB1-FA2C-4A68-9F85-CBEC16F202B8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4" creationId="{53EC0B83-F233-44A5-8B5A-8941464FC9E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5" creationId="{41B1669D-EAF6-4C1B-BE3D-2C2ADA72404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6" creationId="{AE19B40B-20C2-4923-AD9F-EC51176D4AD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7" creationId="{1F1493D3-BA6E-4C79-9089-303E59318DA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8" creationId="{E772355B-1804-41F1-893D-2D72C40B6078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9" creationId="{82AC2E54-58F8-43B7-BDCF-592F520CA56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0" creationId="{61FE91CA-E6C2-4DE4-B50B-A99A5898CAD3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1" creationId="{42942F8F-D056-4D57-9CB5-9EF132D7F5FE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2" creationId="{64755459-CE79-4EED-913D-2550CDD1A243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3" creationId="{933EDAD4-47C8-4F40-A3BC-9571FBC854C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4" creationId="{F902D4DD-33FC-4C75-8B2D-B9141338001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5" creationId="{A35F9E4D-A280-4D01-93AD-E5373BAC52A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7" creationId="{CE32CEED-D613-4373-B31B-30E95A9536D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8" creationId="{9A5D9BD5-8F90-4E46-9B3A-B70F8754D3C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9" creationId="{7A7DCC07-098A-4585-8265-0CFAC2FE189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0" creationId="{1AB3F979-EA4F-4805-8CFB-86666254326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1" creationId="{01BA1ABE-6FC3-4131-BA4F-897A1F74D8A9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2" creationId="{48181773-DABA-4E20-8D1A-676E3CCDE022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3" creationId="{C6401453-F263-48A7-A610-C363B9E71A5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4" creationId="{0D2A532E-D59E-488A-B4C9-13A1EE90C242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5" creationId="{AC053B2F-603C-4D4F-A4FA-7BD996F459A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6" creationId="{F064BCF5-F29D-4A4F-BF99-4180FFE6152C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7" creationId="{E16ED555-E0A6-4BB1-88C3-3B049747B42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8" creationId="{713E3066-A7E1-405E-ACD9-FD8F51668BC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9" creationId="{2D76054E-7C15-4428-9D91-CF1DE3B4D80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0" creationId="{C61A7260-BFB5-4ADF-8751-278C87BA7DE5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1" creationId="{B51F193A-EEBC-4B5C-BCB7-EE501BF1BCF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2" creationId="{876224BB-775A-4FFC-8F1D-59D0F7E777A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3" creationId="{4079A4EE-739A-4FDD-A789-42C1738182D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4" creationId="{6C80676B-18E8-4A57-9EE9-88A34F9CC960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5" creationId="{300DABED-653C-485D-9CF5-AF0E1C4449D9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6" creationId="{4119724D-0B6B-4F68-9CE2-89FEFA437A7D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7" creationId="{5DB5E699-32F1-42F3-A58A-5054A8149BAD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8" creationId="{2BAE5809-AB27-49BF-8C28-644D8F4A16B5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9" creationId="{375A6971-0734-46B9-AE25-07182073B7A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0" creationId="{17DEB68C-56F8-4CC4-B9E6-1925193587F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1" creationId="{DA01B76B-10FA-45C1-A60E-380EEA25B538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2" creationId="{F58FC422-11CA-4095-9349-B0B693D525A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3" creationId="{8B7DFAB8-2514-4CCE-A819-D0FE76CEC15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4" creationId="{B104FB2C-B86F-44EA-8902-1C41896362B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5" creationId="{FBC15574-EE2B-479D-A4AE-F9985A33587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6" creationId="{87288068-CDA5-4C98-8E1A-5D7D534CE0D2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7" creationId="{6B71A4CF-7EDC-416B-839F-6D226A0F76E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8" creationId="{23472508-9540-4744-96A4-EF04746C4FA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9" creationId="{1D9BCD0E-59C5-43AB-820E-5B1BFB6F2650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0" creationId="{7A876035-1DFD-46AA-868B-F4150D244849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1" creationId="{35811B56-6746-4778-A15A-9E34CA49A0A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2" creationId="{D9219109-B56A-4771-9DDE-FA53D578903C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3" creationId="{CA5D8EAB-53CB-4AC3-A825-F83DF06CAE0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4" creationId="{EEA30EEC-C7EC-4766-95FC-7D7134CE9A6C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5" creationId="{B589835C-A27E-4E63-AC86-823F5FF5768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6" creationId="{ABA2946C-8D00-45ED-8A7F-BD7D3DF5273C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7" creationId="{35FB3A81-6D24-4B06-BF41-B161E3F7D7C0}"/>
          </ac:spMkLst>
        </pc:spChg>
        <pc:spChg chg="add mod">
          <ac:chgData name="Amilcar Jose Rodriguez Barrios" userId="efa7753a-59bf-44f0-ad53-c3388f48cff0" providerId="ADAL" clId="{549392AD-473F-40D6-8D0D-A82C269FC577}" dt="2021-02-15T19:09:03.880" v="2365" actId="1076"/>
          <ac:spMkLst>
            <pc:docMk/>
            <pc:sldMk cId="2239431096" sldId="2076137273"/>
            <ac:spMk id="78" creationId="{37354A7B-84E1-46AA-8EC8-F980D236B81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9" creationId="{8AA4843A-0B43-40E1-8603-F6245440559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0" creationId="{1F2D65F7-9067-4FAE-B1A5-5C882DA3756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1" creationId="{B1AE279C-D893-4BB8-B962-16D3D7366E25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2" creationId="{EDD098F4-89F8-4BEF-9870-79FB0598DA88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3" creationId="{B477F31C-FAA2-415A-8E49-A2EADAE0511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5" creationId="{E67B1C0B-85F3-42F6-90F1-D2095ECC0237}"/>
          </ac:spMkLst>
        </pc:spChg>
        <pc:grpChg chg="del">
          <ac:chgData name="Amilcar Jose Rodriguez Barrios" userId="efa7753a-59bf-44f0-ad53-c3388f48cff0" providerId="ADAL" clId="{549392AD-473F-40D6-8D0D-A82C269FC577}" dt="2021-02-15T18:08:11.229" v="1460" actId="478"/>
          <ac:grpSpMkLst>
            <pc:docMk/>
            <pc:sldMk cId="2239431096" sldId="2076137273"/>
            <ac:grpSpMk id="13" creationId="{A278366C-57E8-4C2D-BD5A-41C084E826F4}"/>
          </ac:grpSpMkLst>
        </pc:grpChg>
        <pc:cxnChg chg="mod">
          <ac:chgData name="Amilcar Jose Rodriguez Barrios" userId="efa7753a-59bf-44f0-ad53-c3388f48cff0" providerId="ADAL" clId="{549392AD-473F-40D6-8D0D-A82C269FC577}" dt="2021-02-15T18:53:56.235" v="1495" actId="1037"/>
          <ac:cxnSpMkLst>
            <pc:docMk/>
            <pc:sldMk cId="2239431096" sldId="2076137273"/>
            <ac:cxnSpMk id="7" creationId="{CDF1CA6B-F71B-4F16-8A9C-119DF14F022C}"/>
          </ac:cxnSpMkLst>
        </pc:cxnChg>
        <pc:cxnChg chg="add mod">
          <ac:chgData name="Amilcar Jose Rodriguez Barrios" userId="efa7753a-59bf-44f0-ad53-c3388f48cff0" providerId="ADAL" clId="{549392AD-473F-40D6-8D0D-A82C269FC577}" dt="2021-02-15T18:54:04.586" v="1514" actId="1037"/>
          <ac:cxnSpMkLst>
            <pc:docMk/>
            <pc:sldMk cId="2239431096" sldId="2076137273"/>
            <ac:cxnSpMk id="36" creationId="{8FF73349-C57E-49D2-99C3-61F153762F14}"/>
          </ac:cxnSpMkLst>
        </pc:cxnChg>
        <pc:cxnChg chg="add mod">
          <ac:chgData name="Amilcar Jose Rodriguez Barrios" userId="efa7753a-59bf-44f0-ad53-c3388f48cff0" providerId="ADAL" clId="{549392AD-473F-40D6-8D0D-A82C269FC577}" dt="2021-02-15T18:54:04.586" v="1514" actId="1037"/>
          <ac:cxnSpMkLst>
            <pc:docMk/>
            <pc:sldMk cId="2239431096" sldId="2076137273"/>
            <ac:cxnSpMk id="84" creationId="{C9D722CD-30CC-4AB4-AD67-181B51D01B5F}"/>
          </ac:cxnSpMkLst>
        </pc:cxnChg>
      </pc:sldChg>
      <pc:sldChg chg="del">
        <pc:chgData name="Amilcar Jose Rodriguez Barrios" userId="efa7753a-59bf-44f0-ad53-c3388f48cff0" providerId="ADAL" clId="{549392AD-473F-40D6-8D0D-A82C269FC577}" dt="2021-02-15T15:37:33.584" v="76" actId="47"/>
        <pc:sldMkLst>
          <pc:docMk/>
          <pc:sldMk cId="940779114" sldId="2076137274"/>
        </pc:sldMkLst>
      </pc:sldChg>
      <pc:sldChg chg="addSp delSp modSp add mod modAnim">
        <pc:chgData name="Amilcar Jose Rodriguez Barrios" userId="efa7753a-59bf-44f0-ad53-c3388f48cff0" providerId="ADAL" clId="{549392AD-473F-40D6-8D0D-A82C269FC577}" dt="2021-02-15T19:50:52.151" v="3304" actId="20577"/>
        <pc:sldMkLst>
          <pc:docMk/>
          <pc:sldMk cId="3758542229" sldId="2076137274"/>
        </pc:sldMkLst>
        <pc:spChg chg="del">
          <ac:chgData name="Amilcar Jose Rodriguez Barrios" userId="efa7753a-59bf-44f0-ad53-c3388f48cff0" providerId="ADAL" clId="{549392AD-473F-40D6-8D0D-A82C269FC577}" dt="2021-02-15T18:56:51.172" v="1628" actId="478"/>
          <ac:spMkLst>
            <pc:docMk/>
            <pc:sldMk cId="3758542229" sldId="2076137274"/>
            <ac:spMk id="13" creationId="{0C8BAEB0-0DAD-4BE8-A19C-297A16056ACD}"/>
          </ac:spMkLst>
        </pc:spChg>
        <pc:spChg chg="add mod">
          <ac:chgData name="Amilcar Jose Rodriguez Barrios" userId="efa7753a-59bf-44f0-ad53-c3388f48cff0" providerId="ADAL" clId="{549392AD-473F-40D6-8D0D-A82C269FC577}" dt="2021-02-15T19:50:52.151" v="3304" actId="20577"/>
          <ac:spMkLst>
            <pc:docMk/>
            <pc:sldMk cId="3758542229" sldId="2076137274"/>
            <ac:spMk id="14" creationId="{1F791CB8-425C-47B8-BBBA-8A85D44A79EA}"/>
          </ac:spMkLst>
        </pc:spChg>
        <pc:spChg chg="mod">
          <ac:chgData name="Amilcar Jose Rodriguez Barrios" userId="efa7753a-59bf-44f0-ad53-c3388f48cff0" providerId="ADAL" clId="{549392AD-473F-40D6-8D0D-A82C269FC577}" dt="2021-02-15T18:56:50.237" v="1627" actId="1035"/>
          <ac:spMkLst>
            <pc:docMk/>
            <pc:sldMk cId="3758542229" sldId="2076137274"/>
            <ac:spMk id="16" creationId="{1376D11B-F15C-4A00-A039-95FB98A7B918}"/>
          </ac:spMkLst>
        </pc:spChg>
        <pc:picChg chg="del">
          <ac:chgData name="Amilcar Jose Rodriguez Barrios" userId="efa7753a-59bf-44f0-ad53-c3388f48cff0" providerId="ADAL" clId="{549392AD-473F-40D6-8D0D-A82C269FC577}" dt="2021-02-15T18:56:51.574" v="1629" actId="478"/>
          <ac:picMkLst>
            <pc:docMk/>
            <pc:sldMk cId="3758542229" sldId="2076137274"/>
            <ac:picMk id="10" creationId="{DECCD3C4-E027-422C-94CF-3C7EC86D172E}"/>
          </ac:picMkLst>
        </pc:picChg>
      </pc:sldChg>
      <pc:sldChg chg="addSp delSp modSp new mod">
        <pc:chgData name="Amilcar Jose Rodriguez Barrios" userId="efa7753a-59bf-44f0-ad53-c3388f48cff0" providerId="ADAL" clId="{549392AD-473F-40D6-8D0D-A82C269FC577}" dt="2021-02-15T19:09:10.924" v="2368" actId="1076"/>
        <pc:sldMkLst>
          <pc:docMk/>
          <pc:sldMk cId="4038396561" sldId="2076137275"/>
        </pc:sldMkLst>
        <pc:spChg chg="add mod">
          <ac:chgData name="Amilcar Jose Rodriguez Barrios" userId="efa7753a-59bf-44f0-ad53-c3388f48cff0" providerId="ADAL" clId="{549392AD-473F-40D6-8D0D-A82C269FC577}" dt="2021-02-15T19:08:35.404" v="2360"/>
          <ac:spMkLst>
            <pc:docMk/>
            <pc:sldMk cId="4038396561" sldId="2076137275"/>
            <ac:spMk id="3" creationId="{B2584921-7E55-415B-A332-D1FF763F2342}"/>
          </ac:spMkLst>
        </pc:spChg>
        <pc:spChg chg="add mod">
          <ac:chgData name="Amilcar Jose Rodriguez Barrios" userId="efa7753a-59bf-44f0-ad53-c3388f48cff0" providerId="ADAL" clId="{549392AD-473F-40D6-8D0D-A82C269FC577}" dt="2021-02-15T19:08:35.404" v="2360"/>
          <ac:spMkLst>
            <pc:docMk/>
            <pc:sldMk cId="4038396561" sldId="2076137275"/>
            <ac:spMk id="4" creationId="{0ECFB8C0-8EE6-471E-AA2F-A95CACC2B959}"/>
          </ac:spMkLst>
        </pc:spChg>
        <pc:spChg chg="add mod">
          <ac:chgData name="Amilcar Jose Rodriguez Barrios" userId="efa7753a-59bf-44f0-ad53-c3388f48cff0" providerId="ADAL" clId="{549392AD-473F-40D6-8D0D-A82C269FC577}" dt="2021-02-15T19:08:35.404" v="2360"/>
          <ac:spMkLst>
            <pc:docMk/>
            <pc:sldMk cId="4038396561" sldId="2076137275"/>
            <ac:spMk id="5" creationId="{C67884DE-3DE4-402C-AF0F-3CE92B2DC02D}"/>
          </ac:spMkLst>
        </pc:spChg>
        <pc:spChg chg="add mod">
          <ac:chgData name="Amilcar Jose Rodriguez Barrios" userId="efa7753a-59bf-44f0-ad53-c3388f48cff0" providerId="ADAL" clId="{549392AD-473F-40D6-8D0D-A82C269FC577}" dt="2021-02-15T19:08:35.404" v="2360"/>
          <ac:spMkLst>
            <pc:docMk/>
            <pc:sldMk cId="4038396561" sldId="2076137275"/>
            <ac:spMk id="6" creationId="{C3DED110-ACE1-4E9C-93D0-51A6AD93A02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" creationId="{3FD98DD7-A3C7-419B-AFA5-88FD0261C12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9" creationId="{3C3CDFE3-4120-4838-8692-B83B5BA1223F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0" creationId="{9B7A11AB-3D49-4A39-B0F8-96CA7624971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1" creationId="{4BA855AF-E2A2-4F56-A921-28B3D871C26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2" creationId="{6002EBBE-A34F-40E4-A89B-E3B8D8261A8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4" creationId="{06DA0D9C-E927-4824-BB84-2DA35C18619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5" creationId="{7827B72F-438C-450E-BAD2-285174588E2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6" creationId="{D0FA7C87-80AE-406B-9783-89B868BCE08D}"/>
          </ac:spMkLst>
        </pc:spChg>
        <pc:spChg chg="add mod">
          <ac:chgData name="Amilcar Jose Rodriguez Barrios" userId="efa7753a-59bf-44f0-ad53-c3388f48cff0" providerId="ADAL" clId="{549392AD-473F-40D6-8D0D-A82C269FC577}" dt="2021-02-15T19:09:10.924" v="2368" actId="1076"/>
          <ac:spMkLst>
            <pc:docMk/>
            <pc:sldMk cId="4038396561" sldId="2076137275"/>
            <ac:spMk id="17" creationId="{7CDDC8FB-16B5-4158-8282-BD22C9617F8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8" creationId="{1815BD41-6BCB-4267-9349-4B4AA6FE3EA5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9" creationId="{92CFF77F-5B6C-4D3D-B924-48073165521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0" creationId="{5DC292AB-7EC6-4919-8630-FAB692B9DDE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1" creationId="{54386C3E-10C5-4FFA-A139-69B8A4871C9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2" creationId="{100076CD-CD63-4F09-9F42-97BED7305A13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3" creationId="{15510679-4DE5-4CB3-9CF5-2DDC19F4916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4" creationId="{92B30AAE-0414-4169-B0D3-05D6438379C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5" creationId="{31436AC9-09CB-4034-8D8D-56FEC7479E5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6" creationId="{35B4DE64-479F-4EE4-818B-C2FDD76AC5F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7" creationId="{CE2B0B7B-18AB-47F9-BD07-3798AAE6EA0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8" creationId="{56480CB2-7FDC-47F4-A127-BB8311DB4DF2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9" creationId="{E080C293-E193-4C66-9058-B6519847E772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0" creationId="{33C5046C-15A7-4051-9887-3AE8FB2241C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1" creationId="{C614A4A9-9196-4F78-81C1-B19AE2D1B1D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2" creationId="{3D53FAC6-3AFD-4483-AA10-5094E78ECF3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3" creationId="{02FC86AF-BAAD-41E5-B4A6-3A23A965D8F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4" creationId="{3D7165DF-B657-4AF6-B38F-D4F0D1E4D52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5" creationId="{C2F81F67-9867-4939-9D52-9C0885C10C3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6" creationId="{30D5DE6E-7B09-4A18-B76F-0FE19345CC3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7" creationId="{385906A9-01F7-472A-9BAE-31FCC7FD899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8" creationId="{CBD817D5-6CB2-4234-9A58-11F75320CBB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9" creationId="{6E77C98D-B40B-485C-8378-C90E3A435AF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0" creationId="{DDFC8992-871F-419A-92CC-51583B4D1B85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1" creationId="{BA91B3EE-FF99-4B0A-8A20-A3031BB45E8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2" creationId="{6E31B7F3-B737-43FA-8CC5-31FFF2E8B356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3" creationId="{35DCEE63-E8AD-4DE2-BBD5-537A1EEEEA43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4" creationId="{11653B86-E5A7-4046-8F3A-AEAEC869F8A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5" creationId="{903831A2-FB2F-4FEC-B2B4-EB539666384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6" creationId="{94F893B7-BFCE-44CF-BDDB-FDEBDF28193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7" creationId="{3541790C-C9C6-47E6-8DEF-78C7F13DE82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8" creationId="{1F90209A-06B1-4EE9-BF02-5F20F879333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9" creationId="{32F407D4-6349-473F-9710-CD783091958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0" creationId="{D51F8055-6D5C-44F7-8BEE-F0B5BFCEE4BF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1" creationId="{B79F5C57-5F93-4DE9-B2BF-2E3CB8728FF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2" creationId="{F4A86A52-0A95-4B4D-B686-77DF57D559D5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3" creationId="{7153D228-6362-42D6-821D-FEC514627AD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4" creationId="{29371CFF-46F6-4486-9AB5-B08A0E1A8085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7" creationId="{FB3EBDC8-7EC6-48BE-AAC4-E21D1481A30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8" creationId="{7E154974-E149-4EBC-B3E5-80034824290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9" creationId="{10D24489-E2D0-47B3-8BC4-5C5ADFFED182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0" creationId="{031AB384-6200-4633-8845-057BEF377E4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1" creationId="{E8136145-DF09-4F9B-ACF7-EB2DE1F482C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2" creationId="{6481F90B-875D-42AB-B637-677AB268D0E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3" creationId="{25AE815F-636C-47A0-96ED-C65C1C91FBA1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4" creationId="{EEF7FDCC-6A1E-4CA7-9CC5-867A57CC3B8D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5" creationId="{0017160F-AB24-43CF-BC02-6F364C2AD026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6" creationId="{0BCF8A61-D527-44C7-AC05-434D2BB6984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7" creationId="{BB2B3614-6887-495A-B680-93EA914721B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8" creationId="{90B8954E-720F-49CA-B875-FD0A90BEB6D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9" creationId="{CA6512DF-060F-4DAC-9698-FF9E7F70552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0" creationId="{1940E310-C951-4A53-8362-E7B6F04FFB32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1" creationId="{B0D55B5E-F501-44D2-9126-1C97B64B7E83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2" creationId="{7528A22D-B5EC-4B3E-9459-3CD5D02A5DD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3" creationId="{7A5801F3-7A6D-4D4B-A6F5-5149D01D1941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4" creationId="{5EBB5714-5E81-4690-98C9-6EEB5E1788C1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5" creationId="{06D9F9AE-0333-4BF0-98E0-B99DB386D4D3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6" creationId="{A4D794F6-AAAF-4A01-A1D1-623C3EF7CC0F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7" creationId="{40B32C1A-45A8-4C20-8ACC-A74C0AF1C426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8" creationId="{A7D8B46B-6A9D-4346-BBB2-079399444ABF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9" creationId="{36E82FBE-316E-439E-825F-3C16EDE655F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0" creationId="{8B732C53-EF17-43A3-8205-9849C30B1D5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1" creationId="{2EA25846-B7EB-4215-AD96-E808FD9D4666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2" creationId="{AF31EAA5-11BD-479D-B7EC-2892283CF8A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3" creationId="{67F5D902-4D60-45FE-AE93-79BDFB85FD7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4" creationId="{5BBC94AC-2BDB-48A9-991C-8D769257B72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5" creationId="{539C7840-42BB-4E60-9EBC-70F8F4996B5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6" creationId="{3E0F370A-C937-4A43-893D-744BE8D43A3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7" creationId="{FCB35616-A33F-4BEA-9639-7A2A10856A9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8" creationId="{AA4DF6D1-70E3-45BB-9127-A716A09300D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9" creationId="{D7657B1A-E3E0-4A19-BE57-F1954D67ED0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90" creationId="{A998115E-FA7C-4CF5-BCD1-468405CB38F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93" creationId="{9A6B3F1E-CB7C-48EA-8854-F2F0B6B07961}"/>
          </ac:spMkLst>
        </pc:spChg>
        <pc:spChg chg="add del mod">
          <ac:chgData name="Amilcar Jose Rodriguez Barrios" userId="efa7753a-59bf-44f0-ad53-c3388f48cff0" providerId="ADAL" clId="{549392AD-473F-40D6-8D0D-A82C269FC577}" dt="2021-02-15T19:08:51.946" v="2362" actId="478"/>
          <ac:spMkLst>
            <pc:docMk/>
            <pc:sldMk cId="4038396561" sldId="2076137275"/>
            <ac:spMk id="94" creationId="{25068149-5035-4F4F-819A-3C92488771EC}"/>
          </ac:spMkLst>
        </pc:spChg>
        <pc:picChg chg="add mod">
          <ac:chgData name="Amilcar Jose Rodriguez Barrios" userId="efa7753a-59bf-44f0-ad53-c3388f48cff0" providerId="ADAL" clId="{549392AD-473F-40D6-8D0D-A82C269FC577}" dt="2021-02-15T19:08:35.404" v="2360"/>
          <ac:picMkLst>
            <pc:docMk/>
            <pc:sldMk cId="4038396561" sldId="2076137275"/>
            <ac:picMk id="7" creationId="{27900793-CB58-404A-B1A8-41328E721E3D}"/>
          </ac:picMkLst>
        </pc:picChg>
        <pc:cxnChg chg="add mod">
          <ac:chgData name="Amilcar Jose Rodriguez Barrios" userId="efa7753a-59bf-44f0-ad53-c3388f48cff0" providerId="ADAL" clId="{549392AD-473F-40D6-8D0D-A82C269FC577}" dt="2021-02-15T19:08:35.404" v="2360"/>
          <ac:cxnSpMkLst>
            <pc:docMk/>
            <pc:sldMk cId="4038396561" sldId="2076137275"/>
            <ac:cxnSpMk id="2" creationId="{65DAA9F8-804A-40DF-9F9D-E80B6429ECCA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13" creationId="{AD4B3B48-4446-4F68-BBDC-612DD1E20E1B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55" creationId="{1E5C487E-AC8B-44E1-BFC6-711B21A92A07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56" creationId="{F285C225-D0ED-45C7-8E43-BBB43CFC6351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91" creationId="{B21EEF45-B651-40B8-8E92-25B618DF7536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92" creationId="{BFDA407C-0BCC-4AAA-AE99-7A14CF020D5D}"/>
          </ac:cxnSpMkLst>
        </pc:cxnChg>
      </pc:sldChg>
      <pc:sldChg chg="addSp delSp modSp add mod delAnim modAnim">
        <pc:chgData name="Amilcar Jose Rodriguez Barrios" userId="efa7753a-59bf-44f0-ad53-c3388f48cff0" providerId="ADAL" clId="{549392AD-473F-40D6-8D0D-A82C269FC577}" dt="2021-02-15T19:16:18.327" v="2432" actId="1076"/>
        <pc:sldMkLst>
          <pc:docMk/>
          <pc:sldMk cId="3146070343" sldId="2076137276"/>
        </pc:sldMkLst>
        <pc:spChg chg="add mod">
          <ac:chgData name="Amilcar Jose Rodriguez Barrios" userId="efa7753a-59bf-44f0-ad53-c3388f48cff0" providerId="ADAL" clId="{549392AD-473F-40D6-8D0D-A82C269FC577}" dt="2021-02-15T19:16:18.327" v="2432" actId="1076"/>
          <ac:spMkLst>
            <pc:docMk/>
            <pc:sldMk cId="3146070343" sldId="2076137276"/>
            <ac:spMk id="13" creationId="{9EF71F13-279B-4916-9AE5-DC0724C4E1A0}"/>
          </ac:spMkLst>
        </pc:spChg>
        <pc:spChg chg="add mod">
          <ac:chgData name="Amilcar Jose Rodriguez Barrios" userId="efa7753a-59bf-44f0-ad53-c3388f48cff0" providerId="ADAL" clId="{549392AD-473F-40D6-8D0D-A82C269FC577}" dt="2021-02-15T19:14:50.776" v="2430" actId="1036"/>
          <ac:spMkLst>
            <pc:docMk/>
            <pc:sldMk cId="3146070343" sldId="2076137276"/>
            <ac:spMk id="15" creationId="{BAE2739A-352D-40A3-BE12-84AFF5B63CBF}"/>
          </ac:spMkLst>
        </pc:spChg>
        <pc:spChg chg="add mod">
          <ac:chgData name="Amilcar Jose Rodriguez Barrios" userId="efa7753a-59bf-44f0-ad53-c3388f48cff0" providerId="ADAL" clId="{549392AD-473F-40D6-8D0D-A82C269FC577}" dt="2021-02-15T19:14:50.776" v="2430" actId="1036"/>
          <ac:spMkLst>
            <pc:docMk/>
            <pc:sldMk cId="3146070343" sldId="2076137276"/>
            <ac:spMk id="17" creationId="{58BE9861-6FDC-4AF8-8AC3-18BDF85D42BD}"/>
          </ac:spMkLst>
        </pc:spChg>
        <pc:spChg chg="del">
          <ac:chgData name="Amilcar Jose Rodriguez Barrios" userId="efa7753a-59bf-44f0-ad53-c3388f48cff0" providerId="ADAL" clId="{549392AD-473F-40D6-8D0D-A82C269FC577}" dt="2021-02-15T19:14:03.883" v="2370" actId="478"/>
          <ac:spMkLst>
            <pc:docMk/>
            <pc:sldMk cId="3146070343" sldId="2076137276"/>
            <ac:spMk id="18" creationId="{2B2B8D02-7C38-4280-B4CB-B49E5045064A}"/>
          </ac:spMkLst>
        </pc:spChg>
        <pc:spChg chg="del">
          <ac:chgData name="Amilcar Jose Rodriguez Barrios" userId="efa7753a-59bf-44f0-ad53-c3388f48cff0" providerId="ADAL" clId="{549392AD-473F-40D6-8D0D-A82C269FC577}" dt="2021-02-15T19:14:21.297" v="2371" actId="478"/>
          <ac:spMkLst>
            <pc:docMk/>
            <pc:sldMk cId="3146070343" sldId="2076137276"/>
            <ac:spMk id="19" creationId="{0F63EB87-D632-4FF8-B68E-A42284D74D03}"/>
          </ac:spMkLst>
        </pc:spChg>
        <pc:spChg chg="del">
          <ac:chgData name="Amilcar Jose Rodriguez Barrios" userId="efa7753a-59bf-44f0-ad53-c3388f48cff0" providerId="ADAL" clId="{549392AD-473F-40D6-8D0D-A82C269FC577}" dt="2021-02-15T19:14:22.889" v="2373" actId="478"/>
          <ac:spMkLst>
            <pc:docMk/>
            <pc:sldMk cId="3146070343" sldId="2076137276"/>
            <ac:spMk id="20" creationId="{56CF1D38-0689-4B5B-840A-62685425A261}"/>
          </ac:spMkLst>
        </pc:spChg>
        <pc:picChg chg="del">
          <ac:chgData name="Amilcar Jose Rodriguez Barrios" userId="efa7753a-59bf-44f0-ad53-c3388f48cff0" providerId="ADAL" clId="{549392AD-473F-40D6-8D0D-A82C269FC577}" dt="2021-02-15T19:14:21.944" v="2372" actId="478"/>
          <ac:picMkLst>
            <pc:docMk/>
            <pc:sldMk cId="3146070343" sldId="2076137276"/>
            <ac:picMk id="23" creationId="{88A444D1-6AC7-47DE-B6E1-0235AE5DDB9A}"/>
          </ac:picMkLst>
        </pc:picChg>
      </pc:sldChg>
      <pc:sldChg chg="del">
        <pc:chgData name="Amilcar Jose Rodriguez Barrios" userId="efa7753a-59bf-44f0-ad53-c3388f48cff0" providerId="ADAL" clId="{549392AD-473F-40D6-8D0D-A82C269FC577}" dt="2021-02-15T15:37:34.422" v="81" actId="47"/>
        <pc:sldMkLst>
          <pc:docMk/>
          <pc:sldMk cId="3356052213" sldId="2076137276"/>
        </pc:sldMkLst>
      </pc:sldChg>
      <pc:sldChg chg="addSp modSp new mod modAnim">
        <pc:chgData name="Amilcar Jose Rodriguez Barrios" userId="efa7753a-59bf-44f0-ad53-c3388f48cff0" providerId="ADAL" clId="{549392AD-473F-40D6-8D0D-A82C269FC577}" dt="2021-02-15T19:20:46.164" v="2468" actId="14100"/>
        <pc:sldMkLst>
          <pc:docMk/>
          <pc:sldMk cId="1342639279" sldId="2076137277"/>
        </pc:sldMkLst>
        <pc:spChg chg="add mod">
          <ac:chgData name="Amilcar Jose Rodriguez Barrios" userId="efa7753a-59bf-44f0-ad53-c3388f48cff0" providerId="ADAL" clId="{549392AD-473F-40D6-8D0D-A82C269FC577}" dt="2021-02-15T19:19:28.197" v="2434"/>
          <ac:spMkLst>
            <pc:docMk/>
            <pc:sldMk cId="1342639279" sldId="2076137277"/>
            <ac:spMk id="3" creationId="{45133F54-5B04-4236-9547-2BF01C84F072}"/>
          </ac:spMkLst>
        </pc:spChg>
        <pc:spChg chg="add mod">
          <ac:chgData name="Amilcar Jose Rodriguez Barrios" userId="efa7753a-59bf-44f0-ad53-c3388f48cff0" providerId="ADAL" clId="{549392AD-473F-40D6-8D0D-A82C269FC577}" dt="2021-02-15T19:19:28.197" v="2434"/>
          <ac:spMkLst>
            <pc:docMk/>
            <pc:sldMk cId="1342639279" sldId="2076137277"/>
            <ac:spMk id="4" creationId="{BE928FC9-1F4C-4AF8-8FB5-5F430CE16333}"/>
          </ac:spMkLst>
        </pc:spChg>
        <pc:spChg chg="add mod">
          <ac:chgData name="Amilcar Jose Rodriguez Barrios" userId="efa7753a-59bf-44f0-ad53-c3388f48cff0" providerId="ADAL" clId="{549392AD-473F-40D6-8D0D-A82C269FC577}" dt="2021-02-15T19:19:28.197" v="2434"/>
          <ac:spMkLst>
            <pc:docMk/>
            <pc:sldMk cId="1342639279" sldId="2076137277"/>
            <ac:spMk id="5" creationId="{A229E8FC-5D19-4CE0-8363-5E1E41ED5238}"/>
          </ac:spMkLst>
        </pc:spChg>
        <pc:spChg chg="add mod">
          <ac:chgData name="Amilcar Jose Rodriguez Barrios" userId="efa7753a-59bf-44f0-ad53-c3388f48cff0" providerId="ADAL" clId="{549392AD-473F-40D6-8D0D-A82C269FC577}" dt="2021-02-15T19:19:28.197" v="2434"/>
          <ac:spMkLst>
            <pc:docMk/>
            <pc:sldMk cId="1342639279" sldId="2076137277"/>
            <ac:spMk id="6" creationId="{D4EAEC0F-76AD-48E9-8456-B716578CF588}"/>
          </ac:spMkLst>
        </pc:spChg>
        <pc:spChg chg="add mod">
          <ac:chgData name="Amilcar Jose Rodriguez Barrios" userId="efa7753a-59bf-44f0-ad53-c3388f48cff0" providerId="ADAL" clId="{549392AD-473F-40D6-8D0D-A82C269FC577}" dt="2021-02-15T19:19:39.148" v="2437" actId="1076"/>
          <ac:spMkLst>
            <pc:docMk/>
            <pc:sldMk cId="1342639279" sldId="2076137277"/>
            <ac:spMk id="8" creationId="{16DF843A-2ACE-45FA-B04C-19B6FEBA1D28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1" creationId="{F67011CB-7F14-4E8C-AEA5-932B6131603B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2" creationId="{CC5BA351-09A5-4DB5-9EA0-1F2CD0C54894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4" creationId="{8869F0CF-166A-4441-BFF0-5A21FA1E4129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5" creationId="{4999C654-DDC5-4294-89D9-83BAE0B32E37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7" creationId="{C329278A-1576-429A-848B-2CFB038A1300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8" creationId="{33E54A6B-25E3-407F-A69D-C4D5AD705A70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20" creationId="{2D3DE8CD-B160-453A-9AFA-26AB69CA82BD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21" creationId="{75D41E57-58A2-402B-8692-A058D78F1987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2" creationId="{AB922F40-7902-48A9-861E-E15205B6469D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3" creationId="{02F754B3-A89D-4B66-AB59-CDAD6289C830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4" creationId="{1CF3FA66-9A94-4E07-86EC-F7088F94DC06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5" creationId="{3758305B-FE0F-4CB5-BAD4-5CF1ED366E6F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6" creationId="{D33902D8-3F3D-4100-B0A2-21E6C123BAB1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7" creationId="{FC244162-5A29-4F90-8250-A31CF5C915F7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8" creationId="{7540987A-825A-431B-86B2-1C243865F2E0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9" creationId="{E94F5616-8B52-4583-8DC9-A40584162570}"/>
          </ac:spMkLst>
        </pc:spChg>
        <pc:grpChg chg="add mod">
          <ac:chgData name="Amilcar Jose Rodriguez Barrios" userId="efa7753a-59bf-44f0-ad53-c3388f48cff0" providerId="ADAL" clId="{549392AD-473F-40D6-8D0D-A82C269FC577}" dt="2021-02-15T19:20:46.164" v="2468" actId="14100"/>
          <ac:grpSpMkLst>
            <pc:docMk/>
            <pc:sldMk cId="1342639279" sldId="2076137277"/>
            <ac:grpSpMk id="10" creationId="{05A4252C-8708-40A9-A89E-712C1ECA25C4}"/>
          </ac:grpSpMkLst>
        </pc:grpChg>
        <pc:grpChg chg="add mod">
          <ac:chgData name="Amilcar Jose Rodriguez Barrios" userId="efa7753a-59bf-44f0-ad53-c3388f48cff0" providerId="ADAL" clId="{549392AD-473F-40D6-8D0D-A82C269FC577}" dt="2021-02-15T19:20:44.509" v="2467" actId="14100"/>
          <ac:grpSpMkLst>
            <pc:docMk/>
            <pc:sldMk cId="1342639279" sldId="2076137277"/>
            <ac:grpSpMk id="13" creationId="{D72CF862-0741-4A1F-AD97-29AFBBEDB3C1}"/>
          </ac:grpSpMkLst>
        </pc:grpChg>
        <pc:grpChg chg="add mod">
          <ac:chgData name="Amilcar Jose Rodriguez Barrios" userId="efa7753a-59bf-44f0-ad53-c3388f48cff0" providerId="ADAL" clId="{549392AD-473F-40D6-8D0D-A82C269FC577}" dt="2021-02-15T19:20:42.377" v="2466" actId="14100"/>
          <ac:grpSpMkLst>
            <pc:docMk/>
            <pc:sldMk cId="1342639279" sldId="2076137277"/>
            <ac:grpSpMk id="16" creationId="{6515C864-6E26-4EA9-9CAC-B5E6255B2D22}"/>
          </ac:grpSpMkLst>
        </pc:grpChg>
        <pc:grpChg chg="add mod">
          <ac:chgData name="Amilcar Jose Rodriguez Barrios" userId="efa7753a-59bf-44f0-ad53-c3388f48cff0" providerId="ADAL" clId="{549392AD-473F-40D6-8D0D-A82C269FC577}" dt="2021-02-15T19:20:39.872" v="2465" actId="14100"/>
          <ac:grpSpMkLst>
            <pc:docMk/>
            <pc:sldMk cId="1342639279" sldId="2076137277"/>
            <ac:grpSpMk id="19" creationId="{BF444CE8-8BCD-44A4-8C61-EF89A16D344F}"/>
          </ac:grpSpMkLst>
        </pc:grpChg>
        <pc:picChg chg="add mod">
          <ac:chgData name="Amilcar Jose Rodriguez Barrios" userId="efa7753a-59bf-44f0-ad53-c3388f48cff0" providerId="ADAL" clId="{549392AD-473F-40D6-8D0D-A82C269FC577}" dt="2021-02-15T19:19:28.197" v="2434"/>
          <ac:picMkLst>
            <pc:docMk/>
            <pc:sldMk cId="1342639279" sldId="2076137277"/>
            <ac:picMk id="7" creationId="{A3FBEABE-6A04-438E-BC35-387C2A6445BB}"/>
          </ac:picMkLst>
        </pc:picChg>
        <pc:cxnChg chg="add mod">
          <ac:chgData name="Amilcar Jose Rodriguez Barrios" userId="efa7753a-59bf-44f0-ad53-c3388f48cff0" providerId="ADAL" clId="{549392AD-473F-40D6-8D0D-A82C269FC577}" dt="2021-02-15T19:19:28.197" v="2434"/>
          <ac:cxnSpMkLst>
            <pc:docMk/>
            <pc:sldMk cId="1342639279" sldId="2076137277"/>
            <ac:cxnSpMk id="2" creationId="{A2D1DF67-5FE5-41B3-80A8-AECDC6CA0427}"/>
          </ac:cxnSpMkLst>
        </pc:cxnChg>
        <pc:cxnChg chg="add mod">
          <ac:chgData name="Amilcar Jose Rodriguez Barrios" userId="efa7753a-59bf-44f0-ad53-c3388f48cff0" providerId="ADAL" clId="{549392AD-473F-40D6-8D0D-A82C269FC577}" dt="2021-02-15T19:19:49.946" v="2461" actId="1035"/>
          <ac:cxnSpMkLst>
            <pc:docMk/>
            <pc:sldMk cId="1342639279" sldId="2076137277"/>
            <ac:cxnSpMk id="9" creationId="{7C45B3E6-72ED-4957-94FD-91B59A7D67BB}"/>
          </ac:cxnSpMkLst>
        </pc:cxnChg>
      </pc:sldChg>
      <pc:sldChg chg="addSp delSp modSp add mod delAnim modAnim">
        <pc:chgData name="Amilcar Jose Rodriguez Barrios" userId="efa7753a-59bf-44f0-ad53-c3388f48cff0" providerId="ADAL" clId="{549392AD-473F-40D6-8D0D-A82C269FC577}" dt="2021-02-15T19:21:41.534" v="2504" actId="14100"/>
        <pc:sldMkLst>
          <pc:docMk/>
          <pc:sldMk cId="784288316" sldId="2076137278"/>
        </pc:sldMkLst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4" creationId="{BE928FC9-1F4C-4AF8-8FB5-5F430CE16333}"/>
          </ac:spMkLst>
        </pc:spChg>
        <pc:spChg chg="mod">
          <ac:chgData name="Amilcar Jose Rodriguez Barrios" userId="efa7753a-59bf-44f0-ad53-c3388f48cff0" providerId="ADAL" clId="{549392AD-473F-40D6-8D0D-A82C269FC577}" dt="2021-02-15T19:20:31.289" v="2463"/>
          <ac:spMkLst>
            <pc:docMk/>
            <pc:sldMk cId="784288316" sldId="2076137278"/>
            <ac:spMk id="8" creationId="{16DF843A-2ACE-45FA-B04C-19B6FEBA1D28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2" creationId="{AB922F40-7902-48A9-861E-E15205B6469D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3" creationId="{02F754B3-A89D-4B66-AB59-CDAD6289C830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4" creationId="{1CF3FA66-9A94-4E07-86EC-F7088F94DC06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5" creationId="{3758305B-FE0F-4CB5-BAD4-5CF1ED366E6F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6" creationId="{D33902D8-3F3D-4100-B0A2-21E6C123BAB1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7" creationId="{FC244162-5A29-4F90-8250-A31CF5C915F7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8" creationId="{7540987A-825A-431B-86B2-1C243865F2E0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9" creationId="{E94F5616-8B52-4583-8DC9-A40584162570}"/>
          </ac:spMkLst>
        </pc:spChg>
        <pc:spChg chg="add mod">
          <ac:chgData name="Amilcar Jose Rodriguez Barrios" userId="efa7753a-59bf-44f0-ad53-c3388f48cff0" providerId="ADAL" clId="{549392AD-473F-40D6-8D0D-A82C269FC577}" dt="2021-02-15T19:20:52.441" v="2469"/>
          <ac:spMkLst>
            <pc:docMk/>
            <pc:sldMk cId="784288316" sldId="2076137278"/>
            <ac:spMk id="31" creationId="{81DAC011-2E68-4A88-A77A-129D1B486CE5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3" creationId="{9F375600-295B-4EB9-953F-76E51E39B317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4" creationId="{6ADB9601-D984-4285-B066-ECC55A26B729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6" creationId="{7CAF35AC-5BAA-4CA3-8B7A-C082DE87D443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7" creationId="{A5D01E5C-D5FE-4856-8F1E-F8AD8F8DC73B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9" creationId="{30682989-662A-480A-9041-4797C50516AD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0" creationId="{9FFE4DEE-1BC1-4A4B-BDBA-49291F175A99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2" creationId="{B417422A-E8E5-48EC-9993-071E789D18D0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3" creationId="{DE65AB1C-B51C-445F-AAD3-4530D1C5B1D2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5" creationId="{DD491A6E-38A7-4838-B51C-2E001D9F4D8C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6" creationId="{FA1CED97-CCFC-4B25-AE9D-2E33CA549BEC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8" creationId="{82184154-019F-4F87-B70D-6D192A01AB2F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9" creationId="{C3EFCD0E-F9A6-4AEB-9B94-4E476FE60D01}"/>
          </ac:spMkLst>
        </pc:spChg>
        <pc:grpChg chg="del">
          <ac:chgData name="Amilcar Jose Rodriguez Barrios" userId="efa7753a-59bf-44f0-ad53-c3388f48cff0" providerId="ADAL" clId="{549392AD-473F-40D6-8D0D-A82C269FC577}" dt="2021-02-15T19:20:35.474" v="2464" actId="478"/>
          <ac:grpSpMkLst>
            <pc:docMk/>
            <pc:sldMk cId="784288316" sldId="2076137278"/>
            <ac:grpSpMk id="10" creationId="{05A4252C-8708-40A9-A89E-712C1ECA25C4}"/>
          </ac:grpSpMkLst>
        </pc:grpChg>
        <pc:grpChg chg="del">
          <ac:chgData name="Amilcar Jose Rodriguez Barrios" userId="efa7753a-59bf-44f0-ad53-c3388f48cff0" providerId="ADAL" clId="{549392AD-473F-40D6-8D0D-A82C269FC577}" dt="2021-02-15T19:20:35.474" v="2464" actId="478"/>
          <ac:grpSpMkLst>
            <pc:docMk/>
            <pc:sldMk cId="784288316" sldId="2076137278"/>
            <ac:grpSpMk id="13" creationId="{D72CF862-0741-4A1F-AD97-29AFBBEDB3C1}"/>
          </ac:grpSpMkLst>
        </pc:grpChg>
        <pc:grpChg chg="del">
          <ac:chgData name="Amilcar Jose Rodriguez Barrios" userId="efa7753a-59bf-44f0-ad53-c3388f48cff0" providerId="ADAL" clId="{549392AD-473F-40D6-8D0D-A82C269FC577}" dt="2021-02-15T19:20:35.474" v="2464" actId="478"/>
          <ac:grpSpMkLst>
            <pc:docMk/>
            <pc:sldMk cId="784288316" sldId="2076137278"/>
            <ac:grpSpMk id="16" creationId="{6515C864-6E26-4EA9-9CAC-B5E6255B2D22}"/>
          </ac:grpSpMkLst>
        </pc:grpChg>
        <pc:grpChg chg="del">
          <ac:chgData name="Amilcar Jose Rodriguez Barrios" userId="efa7753a-59bf-44f0-ad53-c3388f48cff0" providerId="ADAL" clId="{549392AD-473F-40D6-8D0D-A82C269FC577}" dt="2021-02-15T19:20:35.474" v="2464" actId="478"/>
          <ac:grpSpMkLst>
            <pc:docMk/>
            <pc:sldMk cId="784288316" sldId="2076137278"/>
            <ac:grpSpMk id="19" creationId="{BF444CE8-8BCD-44A4-8C61-EF89A16D344F}"/>
          </ac:grpSpMkLst>
        </pc:grpChg>
        <pc:grpChg chg="add mod">
          <ac:chgData name="Amilcar Jose Rodriguez Barrios" userId="efa7753a-59bf-44f0-ad53-c3388f48cff0" providerId="ADAL" clId="{549392AD-473F-40D6-8D0D-A82C269FC577}" dt="2021-02-15T19:21:36.431" v="2503" actId="14100"/>
          <ac:grpSpMkLst>
            <pc:docMk/>
            <pc:sldMk cId="784288316" sldId="2076137278"/>
            <ac:grpSpMk id="32" creationId="{D1B9164D-3F5E-4B65-9AAF-48E289782663}"/>
          </ac:grpSpMkLst>
        </pc:grpChg>
        <pc:grpChg chg="add mod">
          <ac:chgData name="Amilcar Jose Rodriguez Barrios" userId="efa7753a-59bf-44f0-ad53-c3388f48cff0" providerId="ADAL" clId="{549392AD-473F-40D6-8D0D-A82C269FC577}" dt="2021-02-15T19:21:27.260" v="2499" actId="1035"/>
          <ac:grpSpMkLst>
            <pc:docMk/>
            <pc:sldMk cId="784288316" sldId="2076137278"/>
            <ac:grpSpMk id="35" creationId="{669BE263-7F01-4161-800F-2744662F995D}"/>
          </ac:grpSpMkLst>
        </pc:grpChg>
        <pc:grpChg chg="add mod">
          <ac:chgData name="Amilcar Jose Rodriguez Barrios" userId="efa7753a-59bf-44f0-ad53-c3388f48cff0" providerId="ADAL" clId="{549392AD-473F-40D6-8D0D-A82C269FC577}" dt="2021-02-15T19:21:27.260" v="2499" actId="1035"/>
          <ac:grpSpMkLst>
            <pc:docMk/>
            <pc:sldMk cId="784288316" sldId="2076137278"/>
            <ac:grpSpMk id="38" creationId="{07265764-CBF5-4529-AF22-E2A0BD78A215}"/>
          </ac:grpSpMkLst>
        </pc:grpChg>
        <pc:grpChg chg="add mod">
          <ac:chgData name="Amilcar Jose Rodriguez Barrios" userId="efa7753a-59bf-44f0-ad53-c3388f48cff0" providerId="ADAL" clId="{549392AD-473F-40D6-8D0D-A82C269FC577}" dt="2021-02-15T19:21:33.599" v="2502" actId="14100"/>
          <ac:grpSpMkLst>
            <pc:docMk/>
            <pc:sldMk cId="784288316" sldId="2076137278"/>
            <ac:grpSpMk id="41" creationId="{CB18626E-2A19-4063-8265-B46C156CC29A}"/>
          </ac:grpSpMkLst>
        </pc:grpChg>
        <pc:grpChg chg="add mod">
          <ac:chgData name="Amilcar Jose Rodriguez Barrios" userId="efa7753a-59bf-44f0-ad53-c3388f48cff0" providerId="ADAL" clId="{549392AD-473F-40D6-8D0D-A82C269FC577}" dt="2021-02-15T19:21:41.534" v="2504" actId="14100"/>
          <ac:grpSpMkLst>
            <pc:docMk/>
            <pc:sldMk cId="784288316" sldId="2076137278"/>
            <ac:grpSpMk id="44" creationId="{34D1C4F7-4714-4D64-9E32-FEEFFEA6687A}"/>
          </ac:grpSpMkLst>
        </pc:grpChg>
        <pc:grpChg chg="add mod">
          <ac:chgData name="Amilcar Jose Rodriguez Barrios" userId="efa7753a-59bf-44f0-ad53-c3388f48cff0" providerId="ADAL" clId="{549392AD-473F-40D6-8D0D-A82C269FC577}" dt="2021-02-15T19:21:27.260" v="2499" actId="1035"/>
          <ac:grpSpMkLst>
            <pc:docMk/>
            <pc:sldMk cId="784288316" sldId="2076137278"/>
            <ac:grpSpMk id="47" creationId="{00529ECF-2EBE-40D4-97C1-68AB2988A800}"/>
          </ac:grpSpMkLst>
        </pc:grpChg>
        <pc:cxnChg chg="del">
          <ac:chgData name="Amilcar Jose Rodriguez Barrios" userId="efa7753a-59bf-44f0-ad53-c3388f48cff0" providerId="ADAL" clId="{549392AD-473F-40D6-8D0D-A82C269FC577}" dt="2021-02-15T19:20:35.474" v="2464" actId="478"/>
          <ac:cxnSpMkLst>
            <pc:docMk/>
            <pc:sldMk cId="784288316" sldId="2076137278"/>
            <ac:cxnSpMk id="2" creationId="{A2D1DF67-5FE5-41B3-80A8-AECDC6CA0427}"/>
          </ac:cxnSpMkLst>
        </pc:cxnChg>
        <pc:cxnChg chg="del">
          <ac:chgData name="Amilcar Jose Rodriguez Barrios" userId="efa7753a-59bf-44f0-ad53-c3388f48cff0" providerId="ADAL" clId="{549392AD-473F-40D6-8D0D-A82C269FC577}" dt="2021-02-15T19:20:35.474" v="2464" actId="478"/>
          <ac:cxnSpMkLst>
            <pc:docMk/>
            <pc:sldMk cId="784288316" sldId="2076137278"/>
            <ac:cxnSpMk id="9" creationId="{7C45B3E6-72ED-4957-94FD-91B59A7D67BB}"/>
          </ac:cxnSpMkLst>
        </pc:cxnChg>
        <pc:cxnChg chg="add mod">
          <ac:chgData name="Amilcar Jose Rodriguez Barrios" userId="efa7753a-59bf-44f0-ad53-c3388f48cff0" providerId="ADAL" clId="{549392AD-473F-40D6-8D0D-A82C269FC577}" dt="2021-02-15T19:20:52.441" v="2469"/>
          <ac:cxnSpMkLst>
            <pc:docMk/>
            <pc:sldMk cId="784288316" sldId="2076137278"/>
            <ac:cxnSpMk id="30" creationId="{6041ECBF-A6A7-4E61-A483-F72D84E165E5}"/>
          </ac:cxnSpMkLst>
        </pc:cxnChg>
      </pc:sldChg>
      <pc:sldChg chg="addSp delSp modSp add mod delAnim">
        <pc:chgData name="Amilcar Jose Rodriguez Barrios" userId="efa7753a-59bf-44f0-ad53-c3388f48cff0" providerId="ADAL" clId="{549392AD-473F-40D6-8D0D-A82C269FC577}" dt="2021-02-15T19:27:45.480" v="2762" actId="1036"/>
        <pc:sldMkLst>
          <pc:docMk/>
          <pc:sldMk cId="3211249232" sldId="2076137279"/>
        </pc:sldMkLst>
        <pc:spChg chg="mod">
          <ac:chgData name="Amilcar Jose Rodriguez Barrios" userId="efa7753a-59bf-44f0-ad53-c3388f48cff0" providerId="ADAL" clId="{549392AD-473F-40D6-8D0D-A82C269FC577}" dt="2021-02-15T19:27:45.480" v="2762" actId="1036"/>
          <ac:spMkLst>
            <pc:docMk/>
            <pc:sldMk cId="3211249232" sldId="2076137279"/>
            <ac:spMk id="3" creationId="{45133F54-5B04-4236-9547-2BF01C84F072}"/>
          </ac:spMkLst>
        </pc:spChg>
        <pc:spChg chg="mod">
          <ac:chgData name="Amilcar Jose Rodriguez Barrios" userId="efa7753a-59bf-44f0-ad53-c3388f48cff0" providerId="ADAL" clId="{549392AD-473F-40D6-8D0D-A82C269FC577}" dt="2021-02-15T19:27:45.480" v="2762" actId="1036"/>
          <ac:spMkLst>
            <pc:docMk/>
            <pc:sldMk cId="3211249232" sldId="2076137279"/>
            <ac:spMk id="5" creationId="{A229E8FC-5D19-4CE0-8363-5E1E41ED5238}"/>
          </ac:spMkLst>
        </pc:spChg>
        <pc:spChg chg="del">
          <ac:chgData name="Amilcar Jose Rodriguez Barrios" userId="efa7753a-59bf-44f0-ad53-c3388f48cff0" providerId="ADAL" clId="{549392AD-473F-40D6-8D0D-A82C269FC577}" dt="2021-02-15T19:22:07.486" v="2506" actId="478"/>
          <ac:spMkLst>
            <pc:docMk/>
            <pc:sldMk cId="3211249232" sldId="2076137279"/>
            <ac:spMk id="8" creationId="{16DF843A-2ACE-45FA-B04C-19B6FEBA1D28}"/>
          </ac:spMkLst>
        </pc:spChg>
        <pc:spChg chg="add del mod">
          <ac:chgData name="Amilcar Jose Rodriguez Barrios" userId="efa7753a-59bf-44f0-ad53-c3388f48cff0" providerId="ADAL" clId="{549392AD-473F-40D6-8D0D-A82C269FC577}" dt="2021-02-15T19:25:16.503" v="2665" actId="478"/>
          <ac:spMkLst>
            <pc:docMk/>
            <pc:sldMk cId="3211249232" sldId="2076137279"/>
            <ac:spMk id="27" creationId="{1CE45FC0-3D6D-46AC-8CA3-E47727A75D2E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29" creationId="{4661E676-1470-42F7-8695-41464B276990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0" creationId="{860652C9-2273-4780-84D2-055EA1F9D86B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2" creationId="{7D30D07D-530F-46D8-806F-DEFC5240F6E9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3" creationId="{6328E8D2-0A90-4F3C-B756-DE5107A5734E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5" creationId="{FB133671-64A6-44FE-9789-17EEAF09B087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6" creationId="{65C2C779-64CE-41FB-8ED6-D69D4506156E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8" creationId="{20FDD79D-B9CD-4675-BF1E-CA2A63EB3FBE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9" creationId="{AC133A65-237E-492A-B008-22680011586F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61" creationId="{5260E06B-F7BD-4E2E-A7F2-3C08313FFD1B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62" creationId="{4CE68FB4-5620-423B-AB34-26FA13B39479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64" creationId="{62443003-3D33-4320-B157-0CDA09401926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65" creationId="{FF064126-1D1B-4693-9BEA-3EBF04FAE26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1" creationId="{E7F20D61-696B-4C1C-9E97-A1E6D0EB6F2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2" creationId="{C6A1F8DF-B765-4D7E-82E5-99AA34E18F9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3" creationId="{D276F151-A445-445F-96A4-D2F67213CFE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4" creationId="{A21D1E45-B3DA-47A3-97A8-3CBBC4F9A12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5" creationId="{6D7AAD95-F9BD-40A4-91D1-F1BE3762529F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1" creationId="{10BEBF9B-0612-4213-8651-080E1861D83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2" creationId="{363B66BB-FEE1-4B60-8CC2-66185954252F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3" creationId="{F8D6DDBE-5624-4965-A844-ED73C18B916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4" creationId="{3E64A735-8924-4AA9-9118-696B44D001D0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5" creationId="{0CD8DCEF-78BE-4A2E-97A5-9214FA6320E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6" creationId="{EB07A15B-8B32-430C-895A-1AF1CAED1CC0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7" creationId="{E1A7A370-52A0-4C4A-87F7-A2B6CA6F1B98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8" creationId="{38D12EED-645F-490D-AB2A-3AD1F3A8838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9" creationId="{6862B137-9605-477E-BCFC-FE2B43F2F8D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0" creationId="{CAC09C77-95F3-4E2B-8FC4-78729239A8E0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1" creationId="{E86F9F16-98F7-4542-B0C3-50D8C908DBC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2" creationId="{5E7CD2FE-F96B-4170-9FBE-3DCCEBA9F01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3" creationId="{649056C7-308F-4BEE-A64D-08C07F31D50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4" creationId="{824CD66B-EFBF-455E-A4A0-C488D7CFADD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5" creationId="{2B78FD55-E650-40FC-B69C-39DBF5401026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6" creationId="{E4DC88E0-383E-487D-B46C-31DAA43BDE5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7" creationId="{C79D5CEF-623C-48BD-91B5-03AF950899D8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8" creationId="{3A50F889-8289-4B1B-AACF-B99D2FCB4E0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9" creationId="{28488C30-999F-4B19-AEFD-44DC8F10CCB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0" creationId="{AE000B8F-37E6-42C0-B74E-53D875E68B4B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1" creationId="{4B105B17-6647-4982-9B3F-6F8DDB849F2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2" creationId="{5249DB8C-4F38-4133-B6F6-A79A56AE422C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3" creationId="{110C2358-A8C1-435D-8203-74B8D143540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4" creationId="{134E19F5-9F4E-4390-BDBC-EF4F12607E7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5" creationId="{D172C51D-8675-47B5-87DB-989E1B1C4141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6" creationId="{DE0D08E7-39C8-4F78-ABC6-59038581DD5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7" creationId="{8B7C9679-E8FB-4C64-861F-9AED5AD4A61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8" creationId="{FDA14C1B-B7D7-4B4B-9765-76C5A064CA8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9" creationId="{72756055-F621-40D1-B356-6ADF0262A13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0" creationId="{51E78E5C-1FBE-4F6E-A2DA-1A75A1E6DD7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1" creationId="{984736F2-FADF-475A-8F47-76414331D8AC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2" creationId="{3FFC054B-41A0-4B6A-92DD-05B7E9B1299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3" creationId="{4F496265-B694-484C-9188-A80E241B27CD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4" creationId="{59EFB61D-08DD-4063-81B6-3C991A74243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5" creationId="{D010E0BC-59FF-4FB2-873B-3FB73E020AD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6" creationId="{B7B456B1-9EF3-4F8F-9F03-994E15D9C34F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7" creationId="{C06645D6-76C1-4723-B85C-0B68A19F3571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8" creationId="{21B6B436-BB72-4CDA-A05C-FA5B28AE198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9" creationId="{2F55ABE4-44C7-4CBB-AA2C-25AC2508779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0" creationId="{489A148C-7A74-45E5-8CD6-3101A62FAFE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1" creationId="{02334DB2-5998-400E-BCF3-EB5BAD096E7C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2" creationId="{F4D952C5-2711-49E4-85BB-FF55A5FF554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3" creationId="{FAA13505-8DCB-4ADA-9D35-11A1CFBDBCCF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4" creationId="{5B9D4BE0-EA9B-4450-B1E9-632DA4D815A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5" creationId="{50EE0F4B-3348-4737-AB84-D6681F7C3AF0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6" creationId="{72E01FAD-71A0-49DA-8845-5487366E911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7" creationId="{9ED59383-F3E6-41E8-8675-E2A3D79591F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8" creationId="{4B9244A3-97C0-485B-AAEE-DFFD88E1162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9" creationId="{5AF1E837-DE38-4A86-AA9C-41137A4101E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0" creationId="{F5FBCAA7-FE46-4889-9353-C061BE11317D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1" creationId="{775D1A32-69EE-4D44-AAD3-29DF497DE7D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2" creationId="{C5C0FBD5-7501-42B4-9649-D02867409EC1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3" creationId="{33BCCF7B-721B-486A-9E1C-65F312696E4D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4" creationId="{D4EFB265-DCE5-4AFE-92F6-D60D14C45B0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5" creationId="{9B5267CE-A571-4099-803E-069AFBC5964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6" creationId="{9F27A875-ACB4-4C25-B95B-894226A6E4C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2" creationId="{9595187A-66EA-4D9B-B8AA-3C369E1CC85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3" creationId="{7CA65183-3C88-421F-B104-69571CB361E8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4" creationId="{E413588F-93ED-4404-927E-FAB6E92E591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5" creationId="{B71A4DAC-A6ED-4855-B3C6-A5F3A995E4D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6" creationId="{3253DDFD-47E7-4037-A8F0-16157639D7B6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7" creationId="{21FAAC4B-3EE4-4DDF-89A1-BF367B2FFD0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8" creationId="{E4793F23-C015-46B4-A2B8-E7EAF4E2C98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9" creationId="{A7B50210-0A7C-45CD-9F53-DA9689C6345D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50" creationId="{B5C20E45-1DD2-413F-8F55-B11470C042B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51" creationId="{41220384-5BF3-478A-94B3-0519D79F7148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54" creationId="{8755A60B-48DD-4959-BDEB-109FD4205647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57" creationId="{4793F496-328C-4617-8471-35326B704F3B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58" creationId="{5036FC27-FBE9-4570-A9A5-4CC1F2434254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59" creationId="{814C8350-3401-43C9-95BF-D9922D9059FA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63" creationId="{2881718C-C7B4-48B6-AF21-4F3265DDBB48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64" creationId="{FFC51580-DF87-435A-BE1A-856D857B5A5A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65" creationId="{331FCDA4-3C3A-41B2-A944-68A8605F488B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4" creationId="{0D7E410F-B979-42CC-A118-CD4F1F7EDB7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5" creationId="{ECDE945B-7AE9-410B-8DAF-2C5F81AF6A2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6" creationId="{5ABF55C0-5520-4121-AE9C-172F2EA25D3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7" creationId="{CA355392-E35D-4187-87FF-E8D8FD18F54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8" creationId="{4A4CE602-FD7C-463C-BEDD-3B5C08FD564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9" creationId="{B9EB1A52-DDEF-4114-B3AE-831824942206}"/>
          </ac:spMkLst>
        </pc:s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28" creationId="{26BDFA0D-83F2-40B0-BD35-A45208399ECD}"/>
          </ac:grpSpMkLst>
        </pc:grpChg>
        <pc:grpChg chg="del">
          <ac:chgData name="Amilcar Jose Rodriguez Barrios" userId="efa7753a-59bf-44f0-ad53-c3388f48cff0" providerId="ADAL" clId="{549392AD-473F-40D6-8D0D-A82C269FC577}" dt="2021-02-15T19:22:10.390" v="2509" actId="478"/>
          <ac:grpSpMkLst>
            <pc:docMk/>
            <pc:sldMk cId="3211249232" sldId="2076137279"/>
            <ac:grpSpMk id="32" creationId="{D1B9164D-3F5E-4B65-9AAF-48E289782663}"/>
          </ac:grpSpMkLst>
        </pc:grpChg>
        <pc:grpChg chg="del">
          <ac:chgData name="Amilcar Jose Rodriguez Barrios" userId="efa7753a-59bf-44f0-ad53-c3388f48cff0" providerId="ADAL" clId="{549392AD-473F-40D6-8D0D-A82C269FC577}" dt="2021-02-15T19:22:08.412" v="2507" actId="478"/>
          <ac:grpSpMkLst>
            <pc:docMk/>
            <pc:sldMk cId="3211249232" sldId="2076137279"/>
            <ac:grpSpMk id="35" creationId="{669BE263-7F01-4161-800F-2744662F995D}"/>
          </ac:grpSpMkLst>
        </pc:grpChg>
        <pc:grpChg chg="del">
          <ac:chgData name="Amilcar Jose Rodriguez Barrios" userId="efa7753a-59bf-44f0-ad53-c3388f48cff0" providerId="ADAL" clId="{549392AD-473F-40D6-8D0D-A82C269FC577}" dt="2021-02-15T19:22:09.034" v="2508" actId="478"/>
          <ac:grpSpMkLst>
            <pc:docMk/>
            <pc:sldMk cId="3211249232" sldId="2076137279"/>
            <ac:grpSpMk id="38" creationId="{07265764-CBF5-4529-AF22-E2A0BD78A215}"/>
          </ac:grpSpMkLst>
        </pc:grpChg>
        <pc:grpChg chg="del">
          <ac:chgData name="Amilcar Jose Rodriguez Barrios" userId="efa7753a-59bf-44f0-ad53-c3388f48cff0" providerId="ADAL" clId="{549392AD-473F-40D6-8D0D-A82C269FC577}" dt="2021-02-15T19:22:10.390" v="2509" actId="478"/>
          <ac:grpSpMkLst>
            <pc:docMk/>
            <pc:sldMk cId="3211249232" sldId="2076137279"/>
            <ac:grpSpMk id="41" creationId="{CB18626E-2A19-4063-8265-B46C156CC29A}"/>
          </ac:grpSpMkLst>
        </pc:grpChg>
        <pc:grpChg chg="del">
          <ac:chgData name="Amilcar Jose Rodriguez Barrios" userId="efa7753a-59bf-44f0-ad53-c3388f48cff0" providerId="ADAL" clId="{549392AD-473F-40D6-8D0D-A82C269FC577}" dt="2021-02-15T19:22:10.390" v="2509" actId="478"/>
          <ac:grpSpMkLst>
            <pc:docMk/>
            <pc:sldMk cId="3211249232" sldId="2076137279"/>
            <ac:grpSpMk id="44" creationId="{34D1C4F7-4714-4D64-9E32-FEEFFEA6687A}"/>
          </ac:grpSpMkLst>
        </pc:grpChg>
        <pc:grpChg chg="del">
          <ac:chgData name="Amilcar Jose Rodriguez Barrios" userId="efa7753a-59bf-44f0-ad53-c3388f48cff0" providerId="ADAL" clId="{549392AD-473F-40D6-8D0D-A82C269FC577}" dt="2021-02-15T19:22:10.390" v="2509" actId="478"/>
          <ac:grpSpMkLst>
            <pc:docMk/>
            <pc:sldMk cId="3211249232" sldId="2076137279"/>
            <ac:grpSpMk id="47" creationId="{00529ECF-2EBE-40D4-97C1-68AB2988A800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51" creationId="{ED9EE735-BDD7-42F5-8F5D-1AC5FF2E553F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54" creationId="{D6DCAA74-69F6-4550-A1BB-5F5A392CB9B8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57" creationId="{A4821B3A-C43A-4095-A309-D0DA1BCBAD1E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60" creationId="{70777691-773B-422F-B2D9-14D47C22C967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63" creationId="{F688EF80-B693-45D4-8AE4-F120086B5861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152" creationId="{2925B3DC-66FD-4F04-9F40-D0614D5623E9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156" creationId="{59A01CD7-A611-4999-A7B1-E292DA744F10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162" creationId="{F7418999-8D63-4542-AB27-C3B04BA2EFBF}"/>
          </ac:grpSpMkLst>
        </pc:grp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76" creationId="{6A5DF5F9-0D7F-44B3-A77F-BDDDAEF2B1AE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77" creationId="{71A2DFEC-5969-4961-9046-7A7B960D119C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78" creationId="{765BBBB8-639F-438A-A286-287127FE2073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79" creationId="{4C7DE044-8A8E-4558-A12B-E832F62206D2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80" creationId="{E12D1863-6A33-479D-AE99-206785B7841B}"/>
          </ac:picMkLst>
        </pc:picChg>
        <pc:picChg chg="mod">
          <ac:chgData name="Amilcar Jose Rodriguez Barrios" userId="efa7753a-59bf-44f0-ad53-c3388f48cff0" providerId="ADAL" clId="{549392AD-473F-40D6-8D0D-A82C269FC577}" dt="2021-02-15T19:25:05.702" v="2622"/>
          <ac:picMkLst>
            <pc:docMk/>
            <pc:sldMk cId="3211249232" sldId="2076137279"/>
            <ac:picMk id="153" creationId="{3C6A1D2D-05C7-444C-9782-43603F8CD2CA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68" creationId="{B9CD5595-8449-4993-906D-9C8BD592E71C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69" creationId="{3FE6A465-7E87-4960-ABA7-76F91AE69848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70" creationId="{F4146691-48AB-4A52-81F3-9B842CAC0544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71" creationId="{814E879F-EB15-4145-9757-5A361CB29ACE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72" creationId="{57EA10F4-9074-4114-9C34-792A8A1E0980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73" creationId="{60E7E6E1-FD13-47A2-83F3-E2F2DBB9D3BB}"/>
          </ac:picMkLst>
        </pc:pic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66" creationId="{6935B6E4-6125-4090-A79F-DDD67B2D68A2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67" creationId="{CEFF6EE5-7CA4-4087-9938-9B45228C63F3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68" creationId="{DFE9177A-41AF-42B0-9AD9-6B2C73E9B3C5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69" creationId="{21F90E77-C886-4F68-9CE7-E23CDBE10D53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70" creationId="{96D5FC3A-7587-4BD2-9AEA-7772B9465855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37" creationId="{55589115-5134-4B03-82A6-B1646D3317DB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38" creationId="{FC57AC84-13A9-4E41-8E65-B2179514E782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39" creationId="{EF7E926F-7335-4238-ADD7-360BACA52790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40" creationId="{8B90B43E-BC0A-4BE8-B0CA-3271F513717F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41" creationId="{93B2ECFF-BD5F-4BB7-A179-9238D49177BE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55" creationId="{81DA76D1-1D84-4377-9B08-2692E5DC97E3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60" creationId="{E637CB7A-EB6B-4649-9CD3-55478B9178A0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61" creationId="{6EAF34ED-5BAF-4A0E-AAB1-031E30A9EFBD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66" creationId="{68BC9CF7-31BF-4563-8C43-EA1CEFD9E27B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67" creationId="{5202157A-1747-42AC-8190-589FFC974735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19:24:36.538" v="2601" actId="1076"/>
        <pc:sldMkLst>
          <pc:docMk/>
          <pc:sldMk cId="1943217909" sldId="2076137280"/>
        </pc:sldMkLst>
        <pc:spChg chg="mod">
          <ac:chgData name="Amilcar Jose Rodriguez Barrios" userId="efa7753a-59bf-44f0-ad53-c3388f48cff0" providerId="ADAL" clId="{549392AD-473F-40D6-8D0D-A82C269FC577}" dt="2021-02-15T19:24:34.571" v="2600" actId="1076"/>
          <ac:spMkLst>
            <pc:docMk/>
            <pc:sldMk cId="1943217909" sldId="2076137280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549392AD-473F-40D6-8D0D-A82C269FC577}" dt="2021-02-15T19:24:36.538" v="2601" actId="1076"/>
          <ac:spMkLst>
            <pc:docMk/>
            <pc:sldMk cId="1943217909" sldId="2076137280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549392AD-473F-40D6-8D0D-A82C269FC577}" dt="2021-02-15T19:27:37.026" v="2755" actId="1036"/>
        <pc:sldMkLst>
          <pc:docMk/>
          <pc:sldMk cId="997963777" sldId="2076137281"/>
        </pc:sldMkLst>
        <pc:spChg chg="add mod">
          <ac:chgData name="Amilcar Jose Rodriguez Barrios" userId="efa7753a-59bf-44f0-ad53-c3388f48cff0" providerId="ADAL" clId="{549392AD-473F-40D6-8D0D-A82C269FC577}" dt="2021-02-15T19:27:22.638" v="2729" actId="255"/>
          <ac:spMkLst>
            <pc:docMk/>
            <pc:sldMk cId="997963777" sldId="2076137281"/>
            <ac:spMk id="2" creationId="{91BA65EC-6235-4DAA-A3FE-D1F67A864E0A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" creationId="{61B89B7C-89E5-4784-82E4-DC54AD0CD21B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6" creationId="{3AF785D0-A030-41EC-A77C-034F280120E1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7" creationId="{35261CC5-F6B9-4F50-8089-F074A4051AEC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8" creationId="{15F06053-D1FD-4D83-A9E8-A502E7AD627C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9" creationId="{9FD84933-E852-421F-8306-16A6AF986504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10" creationId="{D67FA506-E9A4-4ACE-9DA0-A78253578B88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11" creationId="{FA71C5A6-361A-4839-ABE9-00325A74C443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14" creationId="{214D6965-E810-4B9D-9945-C27AF66F1698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17" creationId="{A9C6447E-E1DD-4DFB-8D8C-9E025ED2567B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20" creationId="{432A47C7-D399-470B-8FAE-A1303C564428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23" creationId="{8DC85CD5-F965-43C2-BC23-E27E0F277ABA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26" creationId="{96B0F556-B56B-4AF0-9BB7-F923C97B3331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29" creationId="{A7D8B5E4-93CA-436D-99EC-69609E709EFF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0" creationId="{C0E9FD9D-041C-4D1F-87C6-9A155C5D3601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1" creationId="{A93DA55B-FF3A-4C3B-B63F-05FAFE686A93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2" creationId="{CB4BB735-9414-4DE0-88E8-904E0737CD6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3" creationId="{DFCC6355-E2D1-45CC-8383-4C3942EE7E76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4" creationId="{F97F32E6-3636-42AA-AEA1-DB9942C7653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5" creationId="{01119521-AEA9-4BD2-B75D-6160F75022F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6" creationId="{B02A4B9F-01A5-416D-9B14-1B98DC3B2064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7" creationId="{F935A7E7-4AE8-4AC2-AD9C-09650F206E79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8" creationId="{0C2E36A6-8C46-48A9-A748-89BB982E6CCA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9" creationId="{8607F221-A9CF-4F92-94F5-F241EB60715A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0" creationId="{DC930396-89A3-496B-96AC-116C81DA90D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1" creationId="{12C59A08-E1BF-435A-8D0E-181B420744F4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2" creationId="{2009B2C7-EFA2-4F5A-9C39-4C7D0092EA6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3" creationId="{598331AA-ECED-41F9-A765-75CC4BA7A2F1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4" creationId="{7C3A3E2A-0BB6-4AC1-A8E0-1B75B32CD38A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5" creationId="{B371F307-9821-4C73-8E00-02D3157C607B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6" creationId="{8F11AFE8-886E-416D-A809-CAF0A5EC5A96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7" creationId="{6351340A-0B66-4737-8927-A080AD5D9D55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8" creationId="{6D299696-4C3E-481B-A0C0-4E73EAE4789F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9" creationId="{D2FB8F15-2CE7-4FDE-B3B3-B175283D846A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0" creationId="{55AD02B2-9FA9-468F-A95A-58DF1E5301B2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1" creationId="{9150AE03-93E9-40D7-BB5A-CAD8B06FB3AD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2" creationId="{4B413A0F-588F-4211-8859-A17C00C8E171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3" creationId="{F8F028BB-CC8B-4EF8-B686-4F1F20AD3003}"/>
          </ac:spMkLst>
        </pc:spChg>
        <pc:spChg chg="add del mod">
          <ac:chgData name="Amilcar Jose Rodriguez Barrios" userId="efa7753a-59bf-44f0-ad53-c3388f48cff0" providerId="ADAL" clId="{549392AD-473F-40D6-8D0D-A82C269FC577}" dt="2021-02-15T19:27:35.403" v="2743" actId="478"/>
          <ac:spMkLst>
            <pc:docMk/>
            <pc:sldMk cId="997963777" sldId="2076137281"/>
            <ac:spMk id="54" creationId="{18565E5F-F8A8-4366-A4CD-19700815D43F}"/>
          </ac:spMkLst>
        </pc:spChg>
        <pc:spChg chg="add del mod">
          <ac:chgData name="Amilcar Jose Rodriguez Barrios" userId="efa7753a-59bf-44f0-ad53-c3388f48cff0" providerId="ADAL" clId="{549392AD-473F-40D6-8D0D-A82C269FC577}" dt="2021-02-15T19:27:33.734" v="2742" actId="478"/>
          <ac:spMkLst>
            <pc:docMk/>
            <pc:sldMk cId="997963777" sldId="2076137281"/>
            <ac:spMk id="55" creationId="{6CC3743A-57C1-406D-BD28-2B60F0C59725}"/>
          </ac:spMkLst>
        </pc:spChg>
        <pc:spChg chg="add mod">
          <ac:chgData name="Amilcar Jose Rodriguez Barrios" userId="efa7753a-59bf-44f0-ad53-c3388f48cff0" providerId="ADAL" clId="{549392AD-473F-40D6-8D0D-A82C269FC577}" dt="2021-02-15T19:27:02.442" v="2703" actId="164"/>
          <ac:spMkLst>
            <pc:docMk/>
            <pc:sldMk cId="997963777" sldId="2076137281"/>
            <ac:spMk id="56" creationId="{5A44681A-C078-4C9A-8E9B-AE1459926FCC}"/>
          </ac:spMkLst>
        </pc:spChg>
        <pc:spChg chg="add mod">
          <ac:chgData name="Amilcar Jose Rodriguez Barrios" userId="efa7753a-59bf-44f0-ad53-c3388f48cff0" providerId="ADAL" clId="{549392AD-473F-40D6-8D0D-A82C269FC577}" dt="2021-02-15T19:26:58.895" v="2702" actId="164"/>
          <ac:spMkLst>
            <pc:docMk/>
            <pc:sldMk cId="997963777" sldId="2076137281"/>
            <ac:spMk id="59" creationId="{1D2E3967-72DC-40BB-95A0-C49AF5B40BD4}"/>
          </ac:spMkLst>
        </pc:spChg>
        <pc:spChg chg="add mod">
          <ac:chgData name="Amilcar Jose Rodriguez Barrios" userId="efa7753a-59bf-44f0-ad53-c3388f48cff0" providerId="ADAL" clId="{549392AD-473F-40D6-8D0D-A82C269FC577}" dt="2021-02-15T19:27:37.026" v="2755" actId="1036"/>
          <ac:spMkLst>
            <pc:docMk/>
            <pc:sldMk cId="997963777" sldId="2076137281"/>
            <ac:spMk id="62" creationId="{66337FA2-BA8E-4FC6-ACC0-1B2BAEA5B915}"/>
          </ac:spMkLst>
        </pc:spChg>
        <pc:spChg chg="add mod">
          <ac:chgData name="Amilcar Jose Rodriguez Barrios" userId="efa7753a-59bf-44f0-ad53-c3388f48cff0" providerId="ADAL" clId="{549392AD-473F-40D6-8D0D-A82C269FC577}" dt="2021-02-15T19:27:37.026" v="2755" actId="1036"/>
          <ac:spMkLst>
            <pc:docMk/>
            <pc:sldMk cId="997963777" sldId="2076137281"/>
            <ac:spMk id="63" creationId="{37555658-17E6-404E-A879-430BB10CACE5}"/>
          </ac:spMkLst>
        </pc:s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3" creationId="{73A46DEA-1B62-40E1-B71D-EF2ABCEFEE87}"/>
          </ac:grpSpMkLst>
        </pc:grpChg>
        <pc:grpChg chg="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4" creationId="{A9CD1AC1-9470-42A6-A5EB-A04D08E7627C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12" creationId="{F3BBCC7E-4679-4DF0-838E-D9E211EC46FB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15" creationId="{8AABCE31-EDE9-406E-A102-F0C86678D825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18" creationId="{EA6B9131-5F63-4508-BD6B-8BB2997B1657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21" creationId="{6A28C48C-C866-4E03-9C82-8E5F92EFC065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24" creationId="{5721AEED-1BA5-4AEA-B338-57CEE6CD4F21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27" creationId="{11CE391B-44D7-4D48-B5EF-188EBD21BADC}"/>
          </ac:grpSpMkLst>
        </pc:grpChg>
        <pc:grpChg chg="add mod">
          <ac:chgData name="Amilcar Jose Rodriguez Barrios" userId="efa7753a-59bf-44f0-ad53-c3388f48cff0" providerId="ADAL" clId="{549392AD-473F-40D6-8D0D-A82C269FC577}" dt="2021-02-15T19:26:58.895" v="2702" actId="164"/>
          <ac:grpSpMkLst>
            <pc:docMk/>
            <pc:sldMk cId="997963777" sldId="2076137281"/>
            <ac:grpSpMk id="60" creationId="{95237329-BDA3-4E5A-8B0B-5413A4278C2A}"/>
          </ac:grpSpMkLst>
        </pc:grpChg>
        <pc:grpChg chg="add mod">
          <ac:chgData name="Amilcar Jose Rodriguez Barrios" userId="efa7753a-59bf-44f0-ad53-c3388f48cff0" providerId="ADAL" clId="{549392AD-473F-40D6-8D0D-A82C269FC577}" dt="2021-02-15T19:27:02.442" v="2703" actId="164"/>
          <ac:grpSpMkLst>
            <pc:docMk/>
            <pc:sldMk cId="997963777" sldId="2076137281"/>
            <ac:grpSpMk id="61" creationId="{AB7E2180-3F85-4FFE-9BDF-1E46C7AC585F}"/>
          </ac:grpSpMkLst>
        </pc:grpChg>
        <pc:picChg chg="add mod">
          <ac:chgData name="Amilcar Jose Rodriguez Barrios" userId="efa7753a-59bf-44f0-ad53-c3388f48cff0" providerId="ADAL" clId="{549392AD-473F-40D6-8D0D-A82C269FC577}" dt="2021-02-15T19:27:02.442" v="2703" actId="164"/>
          <ac:picMkLst>
            <pc:docMk/>
            <pc:sldMk cId="997963777" sldId="2076137281"/>
            <ac:picMk id="57" creationId="{EA79DECE-4873-4A63-980A-0D4A6DBC9844}"/>
          </ac:picMkLst>
        </pc:pic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13" creationId="{D179240F-3A76-4BCE-A641-46E79F0264C2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16" creationId="{D24F40F7-5639-4180-9D16-0DB0B1501A84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19" creationId="{50206F5D-D915-4614-BE4A-5CF576A4D21C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22" creationId="{ACEDC9E3-795A-48C8-AC23-9DF00AFF0DA5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25" creationId="{5BEBEEC0-0BBA-422B-AA6F-AC583E6F4E2A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28" creationId="{85A069BA-56AB-46B3-B276-601AB821D21D}"/>
          </ac:cxnSpMkLst>
        </pc:cxnChg>
        <pc:cxnChg chg="add mod">
          <ac:chgData name="Amilcar Jose Rodriguez Barrios" userId="efa7753a-59bf-44f0-ad53-c3388f48cff0" providerId="ADAL" clId="{549392AD-473F-40D6-8D0D-A82C269FC577}" dt="2021-02-15T19:26:58.895" v="2702" actId="164"/>
          <ac:cxnSpMkLst>
            <pc:docMk/>
            <pc:sldMk cId="997963777" sldId="2076137281"/>
            <ac:cxnSpMk id="58" creationId="{EC302F0C-FA91-4A7D-AC9D-17CEB135C663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19:33:42.895" v="2847" actId="1036"/>
        <pc:sldMkLst>
          <pc:docMk/>
          <pc:sldMk cId="2202840450" sldId="2076137282"/>
        </pc:sldMkLst>
        <pc:spChg chg="mod">
          <ac:chgData name="Amilcar Jose Rodriguez Barrios" userId="efa7753a-59bf-44f0-ad53-c3388f48cff0" providerId="ADAL" clId="{549392AD-473F-40D6-8D0D-A82C269FC577}" dt="2021-02-15T19:33:42.895" v="2847" actId="1036"/>
          <ac:spMkLst>
            <pc:docMk/>
            <pc:sldMk cId="2202840450" sldId="2076137282"/>
            <ac:spMk id="8" creationId="{05E669C5-2379-4575-9575-5A5BF8886BD6}"/>
          </ac:spMkLst>
        </pc:spChg>
        <pc:spChg chg="mod">
          <ac:chgData name="Amilcar Jose Rodriguez Barrios" userId="efa7753a-59bf-44f0-ad53-c3388f48cff0" providerId="ADAL" clId="{549392AD-473F-40D6-8D0D-A82C269FC577}" dt="2021-02-15T19:33:32.408" v="2836" actId="1038"/>
          <ac:spMkLst>
            <pc:docMk/>
            <pc:sldMk cId="2202840450" sldId="2076137282"/>
            <ac:spMk id="9" creationId="{C29B8A9C-B48D-43AC-82AB-E40DDF8AA98E}"/>
          </ac:spMkLst>
        </pc:spChg>
        <pc:spChg chg="mod">
          <ac:chgData name="Amilcar Jose Rodriguez Barrios" userId="efa7753a-59bf-44f0-ad53-c3388f48cff0" providerId="ADAL" clId="{549392AD-473F-40D6-8D0D-A82C269FC577}" dt="2021-02-15T19:33:40.474" v="2838" actId="1076"/>
          <ac:spMkLst>
            <pc:docMk/>
            <pc:sldMk cId="2202840450" sldId="2076137282"/>
            <ac:spMk id="10" creationId="{5139C78D-E881-4B0E-985A-740454B635BD}"/>
          </ac:spMkLst>
        </pc:spChg>
        <pc:spChg chg="mod">
          <ac:chgData name="Amilcar Jose Rodriguez Barrios" userId="efa7753a-59bf-44f0-ad53-c3388f48cff0" providerId="ADAL" clId="{549392AD-473F-40D6-8D0D-A82C269FC577}" dt="2021-02-15T19:33:37.023" v="2837" actId="1076"/>
          <ac:spMkLst>
            <pc:docMk/>
            <pc:sldMk cId="2202840450" sldId="2076137282"/>
            <ac:spMk id="11" creationId="{269FCF32-D123-4172-A583-94E4332DF34F}"/>
          </ac:spMkLst>
        </pc:spChg>
      </pc:sldChg>
      <pc:sldChg chg="addSp delSp modSp add mod delAnim modNotesTx">
        <pc:chgData name="Amilcar Jose Rodriguez Barrios" userId="efa7753a-59bf-44f0-ad53-c3388f48cff0" providerId="ADAL" clId="{549392AD-473F-40D6-8D0D-A82C269FC577}" dt="2021-02-15T19:43:17.596" v="2955" actId="1037"/>
        <pc:sldMkLst>
          <pc:docMk/>
          <pc:sldMk cId="837714250" sldId="2076137283"/>
        </pc:sldMkLst>
        <pc:spChg chg="del">
          <ac:chgData name="Amilcar Jose Rodriguez Barrios" userId="efa7753a-59bf-44f0-ad53-c3388f48cff0" providerId="ADAL" clId="{549392AD-473F-40D6-8D0D-A82C269FC577}" dt="2021-02-15T19:40:43.982" v="2858" actId="478"/>
          <ac:spMkLst>
            <pc:docMk/>
            <pc:sldMk cId="837714250" sldId="2076137283"/>
            <ac:spMk id="5" creationId="{A229E8FC-5D19-4CE0-8363-5E1E41ED5238}"/>
          </ac:spMkLst>
        </pc:spChg>
        <pc:spChg chg="del">
          <ac:chgData name="Amilcar Jose Rodriguez Barrios" userId="efa7753a-59bf-44f0-ad53-c3388f48cff0" providerId="ADAL" clId="{549392AD-473F-40D6-8D0D-A82C269FC577}" dt="2021-02-15T19:40:15.474" v="2849" actId="478"/>
          <ac:spMkLst>
            <pc:docMk/>
            <pc:sldMk cId="837714250" sldId="2076137283"/>
            <ac:spMk id="8" creationId="{16DF843A-2ACE-45FA-B04C-19B6FEBA1D28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2" creationId="{AB922F40-7902-48A9-861E-E15205B6469D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3" creationId="{02F754B3-A89D-4B66-AB59-CDAD6289C830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4" creationId="{1CF3FA66-9A94-4E07-86EC-F7088F94DC06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5" creationId="{3758305B-FE0F-4CB5-BAD4-5CF1ED366E6F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6" creationId="{D33902D8-3F3D-4100-B0A2-21E6C123BAB1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7" creationId="{FC244162-5A29-4F90-8250-A31CF5C915F7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8" creationId="{7540987A-825A-431B-86B2-1C243865F2E0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9" creationId="{E94F5616-8B52-4583-8DC9-A40584162570}"/>
          </ac:spMkLst>
        </pc:spChg>
        <pc:spChg chg="add mod">
          <ac:chgData name="Amilcar Jose Rodriguez Barrios" userId="efa7753a-59bf-44f0-ad53-c3388f48cff0" providerId="ADAL" clId="{549392AD-473F-40D6-8D0D-A82C269FC577}" dt="2021-02-15T19:41:06.388" v="2905" actId="20577"/>
          <ac:spMkLst>
            <pc:docMk/>
            <pc:sldMk cId="837714250" sldId="2076137283"/>
            <ac:spMk id="30" creationId="{BEEC3B6D-4012-47B9-886B-49234332B887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1" creationId="{DB3843E5-C4BE-4645-A599-B0F48AEB52CD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2" creationId="{380CC637-1250-421E-819A-7DD7219C1FAA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3" creationId="{6F9BEA26-C88C-45AA-A9C5-E47123277315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4" creationId="{2508F82C-D9B1-480D-9387-C92E94B3B5D8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5" creationId="{C126B466-60E5-4B57-898D-7A3B9577EFFD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6" creationId="{27D79B69-2205-4FFE-9F5C-0CA5DACC0648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7" creationId="{92E17BD0-E7D4-4FA0-A8BB-CE51DC2F3FBA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8" creationId="{7A025EFF-FCD0-4BF3-BB01-5CE0C232EDD7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9" creationId="{7957BABD-1F22-4DDF-89AD-45D1FA9579E2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0" creationId="{E5B398D1-EF41-4563-995E-065910976B73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1" creationId="{6E70FEB0-22B4-4E9F-A49F-2BAD3F390B34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2" creationId="{2409F55B-32C9-4B4D-A086-0D41803EBF29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3" creationId="{CAF6738D-47D5-414F-8EAE-BAF6699B12C1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4" creationId="{FC262FCE-5CBC-43CC-A030-AE40B172FAAB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5" creationId="{5E97BED4-D43D-4D8F-81D1-29FBDE09F30B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46" creationId="{9CA699CB-020C-4168-A4FC-E645B08B0B58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47" creationId="{A7AB51A3-67C8-4E48-9875-7F31903B0B43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48" creationId="{45970DE5-5C96-4FFD-8983-88AD502D3A70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49" creationId="{1F6E93A5-06E0-42DF-BF89-D03755A7A844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0" creationId="{290746DC-B8FE-401A-9D16-36424987DC2A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1" creationId="{EBD0C38B-B1D7-4C89-AAA2-BD841B05A934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2" creationId="{20E84B08-2EE5-40EE-AC55-8E041FC3DC2B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3" creationId="{D3426C9B-832B-4EEF-84F0-FD3E76D101E1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4" creationId="{03CD1758-9931-4B37-B70C-0A9C782A1D49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5" creationId="{53798E46-C30F-467A-AB62-841A55EA224E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6" creationId="{84B36766-D100-4B96-8E55-53D205189EEC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7" creationId="{8841AE61-B082-4C67-90E6-5513E36157FE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8" creationId="{5D60A918-7D08-412C-AAC5-D39AA7B5EBAA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9" creationId="{8C9FE733-2C6C-4073-9969-03D0E796408A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60" creationId="{DEBD4765-CD03-400E-BDD1-E9ACD9A4268A}"/>
          </ac:spMkLst>
        </pc:spChg>
        <pc:grpChg chg="del">
          <ac:chgData name="Amilcar Jose Rodriguez Barrios" userId="efa7753a-59bf-44f0-ad53-c3388f48cff0" providerId="ADAL" clId="{549392AD-473F-40D6-8D0D-A82C269FC577}" dt="2021-02-15T19:40:17.535" v="2850" actId="478"/>
          <ac:grpSpMkLst>
            <pc:docMk/>
            <pc:sldMk cId="837714250" sldId="2076137283"/>
            <ac:grpSpMk id="10" creationId="{05A4252C-8708-40A9-A89E-712C1ECA25C4}"/>
          </ac:grpSpMkLst>
        </pc:grpChg>
        <pc:grpChg chg="del">
          <ac:chgData name="Amilcar Jose Rodriguez Barrios" userId="efa7753a-59bf-44f0-ad53-c3388f48cff0" providerId="ADAL" clId="{549392AD-473F-40D6-8D0D-A82C269FC577}" dt="2021-02-15T19:40:17.535" v="2850" actId="478"/>
          <ac:grpSpMkLst>
            <pc:docMk/>
            <pc:sldMk cId="837714250" sldId="2076137283"/>
            <ac:grpSpMk id="13" creationId="{D72CF862-0741-4A1F-AD97-29AFBBEDB3C1}"/>
          </ac:grpSpMkLst>
        </pc:grpChg>
        <pc:grpChg chg="del">
          <ac:chgData name="Amilcar Jose Rodriguez Barrios" userId="efa7753a-59bf-44f0-ad53-c3388f48cff0" providerId="ADAL" clId="{549392AD-473F-40D6-8D0D-A82C269FC577}" dt="2021-02-15T19:40:17.535" v="2850" actId="478"/>
          <ac:grpSpMkLst>
            <pc:docMk/>
            <pc:sldMk cId="837714250" sldId="2076137283"/>
            <ac:grpSpMk id="16" creationId="{6515C864-6E26-4EA9-9CAC-B5E6255B2D22}"/>
          </ac:grpSpMkLst>
        </pc:grpChg>
        <pc:grpChg chg="del">
          <ac:chgData name="Amilcar Jose Rodriguez Barrios" userId="efa7753a-59bf-44f0-ad53-c3388f48cff0" providerId="ADAL" clId="{549392AD-473F-40D6-8D0D-A82C269FC577}" dt="2021-02-15T19:40:17.535" v="2850" actId="478"/>
          <ac:grpSpMkLst>
            <pc:docMk/>
            <pc:sldMk cId="837714250" sldId="2076137283"/>
            <ac:grpSpMk id="19" creationId="{BF444CE8-8BCD-44A4-8C61-EF89A16D344F}"/>
          </ac:grpSpMkLst>
        </pc:grpChg>
        <pc:cxnChg chg="del">
          <ac:chgData name="Amilcar Jose Rodriguez Barrios" userId="efa7753a-59bf-44f0-ad53-c3388f48cff0" providerId="ADAL" clId="{549392AD-473F-40D6-8D0D-A82C269FC577}" dt="2021-02-15T19:40:17.535" v="2850" actId="478"/>
          <ac:cxnSpMkLst>
            <pc:docMk/>
            <pc:sldMk cId="837714250" sldId="2076137283"/>
            <ac:cxnSpMk id="9" creationId="{7C45B3E6-72ED-4957-94FD-91B59A7D67BB}"/>
          </ac:cxnSpMkLst>
        </pc:cxnChg>
      </pc:sldChg>
      <pc:sldChg chg="addSp delSp modSp add mod">
        <pc:chgData name="Amilcar Jose Rodriguez Barrios" userId="efa7753a-59bf-44f0-ad53-c3388f48cff0" providerId="ADAL" clId="{549392AD-473F-40D6-8D0D-A82C269FC577}" dt="2021-02-15T19:44:57.122" v="2990"/>
        <pc:sldMkLst>
          <pc:docMk/>
          <pc:sldMk cId="3686203583" sldId="2076137284"/>
        </pc:sldMkLst>
        <pc:spChg chg="add del mod">
          <ac:chgData name="Amilcar Jose Rodriguez Barrios" userId="efa7753a-59bf-44f0-ad53-c3388f48cff0" providerId="ADAL" clId="{549392AD-473F-40D6-8D0D-A82C269FC577}" dt="2021-02-15T19:44:53.408" v="2988"/>
          <ac:spMkLst>
            <pc:docMk/>
            <pc:sldMk cId="3686203583" sldId="2076137284"/>
            <ac:spMk id="2" creationId="{7C8E1BD6-9FC2-4E01-9B43-390D1FCCFFAB}"/>
          </ac:spMkLst>
        </pc:spChg>
        <pc:spChg chg="add del mod">
          <ac:chgData name="Amilcar Jose Rodriguez Barrios" userId="efa7753a-59bf-44f0-ad53-c3388f48cff0" providerId="ADAL" clId="{549392AD-473F-40D6-8D0D-A82C269FC577}" dt="2021-02-15T19:44:57.122" v="2990"/>
          <ac:spMkLst>
            <pc:docMk/>
            <pc:sldMk cId="3686203583" sldId="2076137284"/>
            <ac:spMk id="3" creationId="{5E8ECAF9-3B57-42C5-9BE9-9F665E08B8B9}"/>
          </ac:spMkLst>
        </pc:spChg>
        <pc:spChg chg="mod">
          <ac:chgData name="Amilcar Jose Rodriguez Barrios" userId="efa7753a-59bf-44f0-ad53-c3388f48cff0" providerId="ADAL" clId="{549392AD-473F-40D6-8D0D-A82C269FC577}" dt="2021-02-15T19:44:06.901" v="2986" actId="20577"/>
          <ac:spMkLst>
            <pc:docMk/>
            <pc:sldMk cId="3686203583" sldId="2076137284"/>
            <ac:spMk id="9" creationId="{E7731D0A-BED0-4C7D-80D9-145621B03A73}"/>
          </ac:spMkLst>
        </pc:spChg>
      </pc:sldChg>
      <pc:sldChg chg="addSp delSp modSp add mod modAnim">
        <pc:chgData name="Amilcar Jose Rodriguez Barrios" userId="efa7753a-59bf-44f0-ad53-c3388f48cff0" providerId="ADAL" clId="{549392AD-473F-40D6-8D0D-A82C269FC577}" dt="2021-02-15T19:46:16.997" v="3082" actId="1036"/>
        <pc:sldMkLst>
          <pc:docMk/>
          <pc:sldMk cId="164519830" sldId="2076137285"/>
        </pc:sldMkLst>
        <pc:spChg chg="mod">
          <ac:chgData name="Amilcar Jose Rodriguez Barrios" userId="efa7753a-59bf-44f0-ad53-c3388f48cff0" providerId="ADAL" clId="{549392AD-473F-40D6-8D0D-A82C269FC577}" dt="2021-02-15T19:45:12.377" v="3017" actId="20577"/>
          <ac:spMkLst>
            <pc:docMk/>
            <pc:sldMk cId="164519830" sldId="2076137285"/>
            <ac:spMk id="30" creationId="{BEEC3B6D-4012-47B9-886B-49234332B887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1" creationId="{DB3843E5-C4BE-4645-A599-B0F48AEB52CD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2" creationId="{380CC637-1250-421E-819A-7DD7219C1FA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3" creationId="{6F9BEA26-C88C-45AA-A9C5-E47123277315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4" creationId="{2508F82C-D9B1-480D-9387-C92E94B3B5D8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5" creationId="{C126B466-60E5-4B57-898D-7A3B9577EFFD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6" creationId="{27D79B69-2205-4FFE-9F5C-0CA5DACC0648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7" creationId="{92E17BD0-E7D4-4FA0-A8BB-CE51DC2F3FB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8" creationId="{7A025EFF-FCD0-4BF3-BB01-5CE0C232EDD7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9" creationId="{7957BABD-1F22-4DDF-89AD-45D1FA9579E2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0" creationId="{E5B398D1-EF41-4563-995E-065910976B73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1" creationId="{6E70FEB0-22B4-4E9F-A49F-2BAD3F390B34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2" creationId="{2409F55B-32C9-4B4D-A086-0D41803EBF29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3" creationId="{CAF6738D-47D5-414F-8EAE-BAF6699B12C1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4" creationId="{FC262FCE-5CBC-43CC-A030-AE40B172FAAB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5" creationId="{5E97BED4-D43D-4D8F-81D1-29FBDE09F30B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6" creationId="{9CA699CB-020C-4168-A4FC-E645B08B0B58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7" creationId="{A7AB51A3-67C8-4E48-9875-7F31903B0B43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8" creationId="{45970DE5-5C96-4FFD-8983-88AD502D3A70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9" creationId="{1F6E93A5-06E0-42DF-BF89-D03755A7A844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0" creationId="{290746DC-B8FE-401A-9D16-36424987DC2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1" creationId="{EBD0C38B-B1D7-4C89-AAA2-BD841B05A934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2" creationId="{20E84B08-2EE5-40EE-AC55-8E041FC3DC2B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3" creationId="{D3426C9B-832B-4EEF-84F0-FD3E76D101E1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4" creationId="{03CD1758-9931-4B37-B70C-0A9C782A1D49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5" creationId="{53798E46-C30F-467A-AB62-841A55EA224E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6" creationId="{84B36766-D100-4B96-8E55-53D205189EEC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7" creationId="{8841AE61-B082-4C67-90E6-5513E36157FE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8" creationId="{5D60A918-7D08-412C-AAC5-D39AA7B5EBA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9" creationId="{8C9FE733-2C6C-4073-9969-03D0E796408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60" creationId="{DEBD4765-CD03-400E-BDD1-E9ACD9A4268A}"/>
          </ac:spMkLst>
        </pc:spChg>
        <pc:spChg chg="add mod">
          <ac:chgData name="Amilcar Jose Rodriguez Barrios" userId="efa7753a-59bf-44f0-ad53-c3388f48cff0" providerId="ADAL" clId="{549392AD-473F-40D6-8D0D-A82C269FC577}" dt="2021-02-15T19:45:33.325" v="3049" actId="14100"/>
          <ac:spMkLst>
            <pc:docMk/>
            <pc:sldMk cId="164519830" sldId="2076137285"/>
            <ac:spMk id="61" creationId="{988B6A48-0E64-4DC2-BCA4-A205FE74CA7C}"/>
          </ac:spMkLst>
        </pc:spChg>
        <pc:spChg chg="add mod">
          <ac:chgData name="Amilcar Jose Rodriguez Barrios" userId="efa7753a-59bf-44f0-ad53-c3388f48cff0" providerId="ADAL" clId="{549392AD-473F-40D6-8D0D-A82C269FC577}" dt="2021-02-15T19:45:57.012" v="3052" actId="1076"/>
          <ac:spMkLst>
            <pc:docMk/>
            <pc:sldMk cId="164519830" sldId="2076137285"/>
            <ac:spMk id="62" creationId="{FFF94C15-83D7-4E56-A58B-7A91D3C25275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64" creationId="{773CE7B9-74AC-4D4F-8781-4D323717A99A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65" creationId="{2FAA2987-1CF1-4227-807B-0AD9FFD486D3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67" creationId="{60A4FBBC-0E76-49AB-B8C9-24CA1AE12AFC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68" creationId="{E4BC7DFE-E148-4530-8380-0737AAFFC3E3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70" creationId="{AE254BB6-6C72-48A2-BC42-2A011B3F72FB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71" creationId="{807E8981-C0FD-4A61-9E54-E64722BF7A87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73" creationId="{4E20576E-3246-4874-A387-37E4D7CDE345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74" creationId="{8D465684-0E36-4D36-ACD5-9EFB5B229722}"/>
          </ac:spMkLst>
        </pc:spChg>
        <pc:grpChg chg="add mod">
          <ac:chgData name="Amilcar Jose Rodriguez Barrios" userId="efa7753a-59bf-44f0-ad53-c3388f48cff0" providerId="ADAL" clId="{549392AD-473F-40D6-8D0D-A82C269FC577}" dt="2021-02-15T19:46:16.997" v="3082" actId="1036"/>
          <ac:grpSpMkLst>
            <pc:docMk/>
            <pc:sldMk cId="164519830" sldId="2076137285"/>
            <ac:grpSpMk id="63" creationId="{9C5F8DDB-5702-42E5-8391-CA2811D64726}"/>
          </ac:grpSpMkLst>
        </pc:grpChg>
        <pc:grpChg chg="add mod">
          <ac:chgData name="Amilcar Jose Rodriguez Barrios" userId="efa7753a-59bf-44f0-ad53-c3388f48cff0" providerId="ADAL" clId="{549392AD-473F-40D6-8D0D-A82C269FC577}" dt="2021-02-15T19:46:16.997" v="3082" actId="1036"/>
          <ac:grpSpMkLst>
            <pc:docMk/>
            <pc:sldMk cId="164519830" sldId="2076137285"/>
            <ac:grpSpMk id="66" creationId="{F7F9098E-E239-40D1-8646-7DCE939D0056}"/>
          </ac:grpSpMkLst>
        </pc:grpChg>
        <pc:grpChg chg="add mod">
          <ac:chgData name="Amilcar Jose Rodriguez Barrios" userId="efa7753a-59bf-44f0-ad53-c3388f48cff0" providerId="ADAL" clId="{549392AD-473F-40D6-8D0D-A82C269FC577}" dt="2021-02-15T19:46:16.997" v="3082" actId="1036"/>
          <ac:grpSpMkLst>
            <pc:docMk/>
            <pc:sldMk cId="164519830" sldId="2076137285"/>
            <ac:grpSpMk id="69" creationId="{93AF9BFE-103D-495C-A2FA-2DE808EF85B0}"/>
          </ac:grpSpMkLst>
        </pc:grpChg>
        <pc:grpChg chg="add mod">
          <ac:chgData name="Amilcar Jose Rodriguez Barrios" userId="efa7753a-59bf-44f0-ad53-c3388f48cff0" providerId="ADAL" clId="{549392AD-473F-40D6-8D0D-A82C269FC577}" dt="2021-02-15T19:46:16.997" v="3082" actId="1036"/>
          <ac:grpSpMkLst>
            <pc:docMk/>
            <pc:sldMk cId="164519830" sldId="2076137285"/>
            <ac:grpSpMk id="72" creationId="{314CA07D-5CB4-4964-8D29-8DBF4A47DA74}"/>
          </ac:grpSpMkLst>
        </pc:grpChg>
      </pc:sldChg>
      <pc:sldChg chg="addSp delSp modSp add mod delAnim modNotesTx">
        <pc:chgData name="Amilcar Jose Rodriguez Barrios" userId="efa7753a-59bf-44f0-ad53-c3388f48cff0" providerId="ADAL" clId="{549392AD-473F-40D6-8D0D-A82C269FC577}" dt="2021-02-15T20:19:04.891" v="3513" actId="20577"/>
        <pc:sldMkLst>
          <pc:docMk/>
          <pc:sldMk cId="1755879078" sldId="2076137286"/>
        </pc:sldMkLst>
        <pc:spChg chg="del">
          <ac:chgData name="Amilcar Jose Rodriguez Barrios" userId="efa7753a-59bf-44f0-ad53-c3388f48cff0" providerId="ADAL" clId="{549392AD-473F-40D6-8D0D-A82C269FC577}" dt="2021-02-15T20:16:32.472" v="3425" actId="478"/>
          <ac:spMkLst>
            <pc:docMk/>
            <pc:sldMk cId="1755879078" sldId="2076137286"/>
            <ac:spMk id="3" creationId="{45133F54-5B04-4236-9547-2BF01C84F072}"/>
          </ac:spMkLst>
        </pc:spChg>
        <pc:spChg chg="add mod">
          <ac:chgData name="Amilcar Jose Rodriguez Barrios" userId="efa7753a-59bf-44f0-ad53-c3388f48cff0" providerId="ADAL" clId="{549392AD-473F-40D6-8D0D-A82C269FC577}" dt="2021-02-15T20:19:04.891" v="3513" actId="20577"/>
          <ac:spMkLst>
            <pc:docMk/>
            <pc:sldMk cId="1755879078" sldId="2076137286"/>
            <ac:spMk id="22" creationId="{AA36B080-D34D-4D4F-9AEC-27C7EA880CEE}"/>
          </ac:spMkLst>
        </pc:spChg>
        <pc:spChg chg="add mod">
          <ac:chgData name="Amilcar Jose Rodriguez Barrios" userId="efa7753a-59bf-44f0-ad53-c3388f48cff0" providerId="ADAL" clId="{549392AD-473F-40D6-8D0D-A82C269FC577}" dt="2021-02-15T19:49:32.944" v="3172" actId="1037"/>
          <ac:spMkLst>
            <pc:docMk/>
            <pc:sldMk cId="1755879078" sldId="2076137286"/>
            <ac:spMk id="23" creationId="{FD3285C0-EC3E-479C-BA07-BEA501399298}"/>
          </ac:spMkLst>
        </pc:spChg>
        <pc:spChg chg="add mod">
          <ac:chgData name="Amilcar Jose Rodriguez Barrios" userId="efa7753a-59bf-44f0-ad53-c3388f48cff0" providerId="ADAL" clId="{549392AD-473F-40D6-8D0D-A82C269FC577}" dt="2021-02-15T19:49:34.339" v="3182" actId="1037"/>
          <ac:spMkLst>
            <pc:docMk/>
            <pc:sldMk cId="1755879078" sldId="2076137286"/>
            <ac:spMk id="24" creationId="{EDDD71E3-6F16-4735-98B8-806C5A17B06E}"/>
          </ac:spMkLst>
        </pc:spChg>
        <pc:spChg chg="add mod">
          <ac:chgData name="Amilcar Jose Rodriguez Barrios" userId="efa7753a-59bf-44f0-ad53-c3388f48cff0" providerId="ADAL" clId="{549392AD-473F-40D6-8D0D-A82C269FC577}" dt="2021-02-15T19:49:28.606" v="3154" actId="1035"/>
          <ac:spMkLst>
            <pc:docMk/>
            <pc:sldMk cId="1755879078" sldId="2076137286"/>
            <ac:spMk id="25" creationId="{B199F73B-D5E7-42D9-8C43-8F8220ABDD43}"/>
          </ac:spMkLst>
        </pc:spChg>
        <pc:spChg chg="add mod">
          <ac:chgData name="Amilcar Jose Rodriguez Barrios" userId="efa7753a-59bf-44f0-ad53-c3388f48cff0" providerId="ADAL" clId="{549392AD-473F-40D6-8D0D-A82C269FC577}" dt="2021-02-15T19:49:26.957" v="3147" actId="1035"/>
          <ac:spMkLst>
            <pc:docMk/>
            <pc:sldMk cId="1755879078" sldId="2076137286"/>
            <ac:spMk id="26" creationId="{8FE8E10F-A9DE-494F-BD42-F918268507B2}"/>
          </ac:spMkLst>
        </pc:spChg>
        <pc:spChg chg="mod">
          <ac:chgData name="Amilcar Jose Rodriguez Barrios" userId="efa7753a-59bf-44f0-ad53-c3388f48cff0" providerId="ADAL" clId="{549392AD-473F-40D6-8D0D-A82C269FC577}" dt="2021-02-15T20:16:32.685" v="3426"/>
          <ac:spMkLst>
            <pc:docMk/>
            <pc:sldMk cId="1755879078" sldId="2076137286"/>
            <ac:spMk id="28" creationId="{3165DBD8-0D4F-4DCB-AA79-1595FACB17E8}"/>
          </ac:spMkLst>
        </pc:spChg>
        <pc:spChg chg="mod">
          <ac:chgData name="Amilcar Jose Rodriguez Barrios" userId="efa7753a-59bf-44f0-ad53-c3388f48cff0" providerId="ADAL" clId="{549392AD-473F-40D6-8D0D-A82C269FC577}" dt="2021-02-15T20:16:32.685" v="3426"/>
          <ac:spMkLst>
            <pc:docMk/>
            <pc:sldMk cId="1755879078" sldId="2076137286"/>
            <ac:spMk id="29" creationId="{7825B115-4320-4726-AD4D-A6AC705DD857}"/>
          </ac:spMkLst>
        </pc:spChg>
        <pc:spChg chg="del mod">
          <ac:chgData name="Amilcar Jose Rodriguez Barrios" userId="efa7753a-59bf-44f0-ad53-c3388f48cff0" providerId="ADAL" clId="{549392AD-473F-40D6-8D0D-A82C269FC577}" dt="2021-02-15T20:16:30.369" v="3424" actId="478"/>
          <ac:spMkLst>
            <pc:docMk/>
            <pc:sldMk cId="1755879078" sldId="2076137286"/>
            <ac:spMk id="30" creationId="{BEEC3B6D-4012-47B9-886B-49234332B887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1" creationId="{CF1EB51C-0B0F-4618-A455-F112ABEF4B13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2" creationId="{5A67B945-382F-40D1-ACED-0AFE6BBA3886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3" creationId="{61100B50-D333-4A93-9005-E0BE23947FFF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4" creationId="{064FC325-10AA-403B-9C87-E7FC96945FAC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5" creationId="{1415591F-E0CB-43B3-B8AD-C4A9C742C749}"/>
          </ac:spMkLst>
        </pc:spChg>
        <pc:spChg chg="del">
          <ac:chgData name="Amilcar Jose Rodriguez Barrios" userId="efa7753a-59bf-44f0-ad53-c3388f48cff0" providerId="ADAL" clId="{549392AD-473F-40D6-8D0D-A82C269FC577}" dt="2021-02-15T19:48:05.526" v="3087" actId="478"/>
          <ac:spMkLst>
            <pc:docMk/>
            <pc:sldMk cId="1755879078" sldId="2076137286"/>
            <ac:spMk id="61" creationId="{988B6A48-0E64-4DC2-BCA4-A205FE74CA7C}"/>
          </ac:spMkLst>
        </pc:spChg>
        <pc:spChg chg="del">
          <ac:chgData name="Amilcar Jose Rodriguez Barrios" userId="efa7753a-59bf-44f0-ad53-c3388f48cff0" providerId="ADAL" clId="{549392AD-473F-40D6-8D0D-A82C269FC577}" dt="2021-02-15T19:48:04.691" v="3086" actId="478"/>
          <ac:spMkLst>
            <pc:docMk/>
            <pc:sldMk cId="1755879078" sldId="2076137286"/>
            <ac:spMk id="62" creationId="{FFF94C15-83D7-4E56-A58B-7A91D3C25275}"/>
          </ac:spMkLst>
        </pc:spChg>
        <pc:grpChg chg="add mod">
          <ac:chgData name="Amilcar Jose Rodriguez Barrios" userId="efa7753a-59bf-44f0-ad53-c3388f48cff0" providerId="ADAL" clId="{549392AD-473F-40D6-8D0D-A82C269FC577}" dt="2021-02-15T20:16:32.685" v="3426"/>
          <ac:grpSpMkLst>
            <pc:docMk/>
            <pc:sldMk cId="1755879078" sldId="2076137286"/>
            <ac:grpSpMk id="27" creationId="{91FE3F49-5714-417C-AA55-43F6E1FBE0DD}"/>
          </ac:grpSpMkLst>
        </pc:grpChg>
        <pc:grpChg chg="del">
          <ac:chgData name="Amilcar Jose Rodriguez Barrios" userId="efa7753a-59bf-44f0-ad53-c3388f48cff0" providerId="ADAL" clId="{549392AD-473F-40D6-8D0D-A82C269FC577}" dt="2021-02-15T19:48:03.628" v="3085" actId="478"/>
          <ac:grpSpMkLst>
            <pc:docMk/>
            <pc:sldMk cId="1755879078" sldId="2076137286"/>
            <ac:grpSpMk id="63" creationId="{9C5F8DDB-5702-42E5-8391-CA2811D64726}"/>
          </ac:grpSpMkLst>
        </pc:grpChg>
        <pc:grpChg chg="del">
          <ac:chgData name="Amilcar Jose Rodriguez Barrios" userId="efa7753a-59bf-44f0-ad53-c3388f48cff0" providerId="ADAL" clId="{549392AD-473F-40D6-8D0D-A82C269FC577}" dt="2021-02-15T19:48:03.628" v="3085" actId="478"/>
          <ac:grpSpMkLst>
            <pc:docMk/>
            <pc:sldMk cId="1755879078" sldId="2076137286"/>
            <ac:grpSpMk id="66" creationId="{F7F9098E-E239-40D1-8646-7DCE939D0056}"/>
          </ac:grpSpMkLst>
        </pc:grpChg>
        <pc:grpChg chg="del">
          <ac:chgData name="Amilcar Jose Rodriguez Barrios" userId="efa7753a-59bf-44f0-ad53-c3388f48cff0" providerId="ADAL" clId="{549392AD-473F-40D6-8D0D-A82C269FC577}" dt="2021-02-15T19:48:03.628" v="3085" actId="478"/>
          <ac:grpSpMkLst>
            <pc:docMk/>
            <pc:sldMk cId="1755879078" sldId="2076137286"/>
            <ac:grpSpMk id="69" creationId="{93AF9BFE-103D-495C-A2FA-2DE808EF85B0}"/>
          </ac:grpSpMkLst>
        </pc:grpChg>
        <pc:grpChg chg="del">
          <ac:chgData name="Amilcar Jose Rodriguez Barrios" userId="efa7753a-59bf-44f0-ad53-c3388f48cff0" providerId="ADAL" clId="{549392AD-473F-40D6-8D0D-A82C269FC577}" dt="2021-02-15T19:48:03.628" v="3085" actId="478"/>
          <ac:grpSpMkLst>
            <pc:docMk/>
            <pc:sldMk cId="1755879078" sldId="2076137286"/>
            <ac:grpSpMk id="72" creationId="{314CA07D-5CB4-4964-8D29-8DBF4A47DA74}"/>
          </ac:grpSpMkLst>
        </pc:grpChg>
      </pc:sldChg>
      <pc:sldChg chg="addSp delSp modSp add mod modAnim modNotesTx">
        <pc:chgData name="Amilcar Jose Rodriguez Barrios" userId="efa7753a-59bf-44f0-ad53-c3388f48cff0" providerId="ADAL" clId="{549392AD-473F-40D6-8D0D-A82C269FC577}" dt="2021-02-15T20:17:01.888" v="3474" actId="1036"/>
        <pc:sldMkLst>
          <pc:docMk/>
          <pc:sldMk cId="3615103289" sldId="2076137287"/>
        </pc:sldMkLst>
        <pc:spChg chg="mod">
          <ac:chgData name="Amilcar Jose Rodriguez Barrios" userId="efa7753a-59bf-44f0-ad53-c3388f48cff0" providerId="ADAL" clId="{549392AD-473F-40D6-8D0D-A82C269FC577}" dt="2021-02-15T20:15:47.741" v="3392" actId="164"/>
          <ac:spMkLst>
            <pc:docMk/>
            <pc:sldMk cId="3615103289" sldId="2076137287"/>
            <ac:spMk id="3" creationId="{45133F54-5B04-4236-9547-2BF01C84F072}"/>
          </ac:spMkLst>
        </pc:spChg>
        <pc:spChg chg="mod">
          <ac:chgData name="Amilcar Jose Rodriguez Barrios" userId="efa7753a-59bf-44f0-ad53-c3388f48cff0" providerId="ADAL" clId="{549392AD-473F-40D6-8D0D-A82C269FC577}" dt="2021-02-15T20:15:55.110" v="3394" actId="164"/>
          <ac:spMkLst>
            <pc:docMk/>
            <pc:sldMk cId="3615103289" sldId="2076137287"/>
            <ac:spMk id="4" creationId="{BE928FC9-1F4C-4AF8-8FB5-5F430CE16333}"/>
          </ac:spMkLst>
        </pc:spChg>
        <pc:spChg chg="mod">
          <ac:chgData name="Amilcar Jose Rodriguez Barrios" userId="efa7753a-59bf-44f0-ad53-c3388f48cff0" providerId="ADAL" clId="{549392AD-473F-40D6-8D0D-A82C269FC577}" dt="2021-02-15T20:15:50.619" v="3393" actId="164"/>
          <ac:spMkLst>
            <pc:docMk/>
            <pc:sldMk cId="3615103289" sldId="2076137287"/>
            <ac:spMk id="6" creationId="{D4EAEC0F-76AD-48E9-8456-B716578CF588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16" creationId="{00331039-D8D0-4C81-A15B-3B4BAD1A008C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18" creationId="{0FA3EC86-71EC-4E0F-88C6-A1E86A829B31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2" creationId="{AA36B080-D34D-4D4F-9AEC-27C7EA880CEE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3" creationId="{FD3285C0-EC3E-479C-BA07-BEA501399298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4" creationId="{EDDD71E3-6F16-4735-98B8-806C5A17B06E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5" creationId="{B199F73B-D5E7-42D9-8C43-8F8220ABDD43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6" creationId="{8FE8E10F-A9DE-494F-BD42-F918268507B2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27" creationId="{DF7D5BAA-D8F8-413A-950F-BE8EDF7CFBFA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29" creationId="{7903655F-C5EA-4AC2-AA31-A19B3C55BD7A}"/>
          </ac:spMkLst>
        </pc:spChg>
        <pc:spChg chg="mod">
          <ac:chgData name="Amilcar Jose Rodriguez Barrios" userId="efa7753a-59bf-44f0-ad53-c3388f48cff0" providerId="ADAL" clId="{549392AD-473F-40D6-8D0D-A82C269FC577}" dt="2021-02-15T20:16:22.719" v="3422" actId="20577"/>
          <ac:spMkLst>
            <pc:docMk/>
            <pc:sldMk cId="3615103289" sldId="2076137287"/>
            <ac:spMk id="30" creationId="{BEEC3B6D-4012-47B9-886B-49234332B887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34" creationId="{F0A694D2-D65E-41B7-B26A-F1E438A61B6B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36" creationId="{AC198BD4-E534-4E94-A4C8-4847CFAE8E15}"/>
          </ac:spMkLst>
        </pc:spChg>
        <pc:spChg chg="add mod">
          <ac:chgData name="Amilcar Jose Rodriguez Barrios" userId="efa7753a-59bf-44f0-ad53-c3388f48cff0" providerId="ADAL" clId="{549392AD-473F-40D6-8D0D-A82C269FC577}" dt="2021-02-15T20:17:01.888" v="3474" actId="1036"/>
          <ac:spMkLst>
            <pc:docMk/>
            <pc:sldMk cId="3615103289" sldId="2076137287"/>
            <ac:spMk id="37" creationId="{50EF50F3-46EE-48E5-802E-7F5907B42CFB}"/>
          </ac:spMkLst>
        </pc:spChg>
        <pc:grpChg chg="add mod">
          <ac:chgData name="Amilcar Jose Rodriguez Barrios" userId="efa7753a-59bf-44f0-ad53-c3388f48cff0" providerId="ADAL" clId="{549392AD-473F-40D6-8D0D-A82C269FC577}" dt="2021-02-15T20:15:47.741" v="3392" actId="164"/>
          <ac:grpSpMkLst>
            <pc:docMk/>
            <pc:sldMk cId="3615103289" sldId="2076137287"/>
            <ac:grpSpMk id="5" creationId="{E511FDBD-CDA8-4E00-9168-7081358F548E}"/>
          </ac:grpSpMkLst>
        </pc:grpChg>
        <pc:grpChg chg="add mod">
          <ac:chgData name="Amilcar Jose Rodriguez Barrios" userId="efa7753a-59bf-44f0-ad53-c3388f48cff0" providerId="ADAL" clId="{549392AD-473F-40D6-8D0D-A82C269FC577}" dt="2021-02-15T20:15:50.619" v="3393" actId="164"/>
          <ac:grpSpMkLst>
            <pc:docMk/>
            <pc:sldMk cId="3615103289" sldId="2076137287"/>
            <ac:grpSpMk id="8" creationId="{94D292A0-8307-45CA-873A-11EE4A66A9DE}"/>
          </ac:grpSpMkLst>
        </pc:grpChg>
        <pc:grpChg chg="add mod">
          <ac:chgData name="Amilcar Jose Rodriguez Barrios" userId="efa7753a-59bf-44f0-ad53-c3388f48cff0" providerId="ADAL" clId="{549392AD-473F-40D6-8D0D-A82C269FC577}" dt="2021-02-15T20:15:55.110" v="3394" actId="164"/>
          <ac:grpSpMkLst>
            <pc:docMk/>
            <pc:sldMk cId="3615103289" sldId="2076137287"/>
            <ac:grpSpMk id="9" creationId="{2675D8E9-B479-40EC-B3EA-1A79D1949B79}"/>
          </ac:grpSpMkLst>
        </pc:grpChg>
        <pc:grpChg chg="add mod">
          <ac:chgData name="Amilcar Jose Rodriguez Barrios" userId="efa7753a-59bf-44f0-ad53-c3388f48cff0" providerId="ADAL" clId="{549392AD-473F-40D6-8D0D-A82C269FC577}" dt="2021-02-15T20:16:59.006" v="3469" actId="1036"/>
          <ac:grpSpMkLst>
            <pc:docMk/>
            <pc:sldMk cId="3615103289" sldId="2076137287"/>
            <ac:grpSpMk id="13" creationId="{5ACA428E-B37D-459B-A104-0A070282077C}"/>
          </ac:grpSpMkLst>
        </pc:grpChg>
        <pc:grpChg chg="mod">
          <ac:chgData name="Amilcar Jose Rodriguez Barrios" userId="efa7753a-59bf-44f0-ad53-c3388f48cff0" providerId="ADAL" clId="{549392AD-473F-40D6-8D0D-A82C269FC577}" dt="2021-02-15T20:05:17.588" v="3343"/>
          <ac:grpSpMkLst>
            <pc:docMk/>
            <pc:sldMk cId="3615103289" sldId="2076137287"/>
            <ac:grpSpMk id="14" creationId="{A43B0559-B762-4BDE-8535-6E756E675D87}"/>
          </ac:grpSpMkLst>
        </pc:grpChg>
        <pc:grpChg chg="add mod">
          <ac:chgData name="Amilcar Jose Rodriguez Barrios" userId="efa7753a-59bf-44f0-ad53-c3388f48cff0" providerId="ADAL" clId="{549392AD-473F-40D6-8D0D-A82C269FC577}" dt="2021-02-15T20:16:59.006" v="3469" actId="1036"/>
          <ac:grpSpMkLst>
            <pc:docMk/>
            <pc:sldMk cId="3615103289" sldId="2076137287"/>
            <ac:grpSpMk id="19" creationId="{C8AC0EF2-A7ED-4295-AAEE-CFC5BD9CEC6E}"/>
          </ac:grpSpMkLst>
        </pc:grpChg>
        <pc:grpChg chg="mod">
          <ac:chgData name="Amilcar Jose Rodriguez Barrios" userId="efa7753a-59bf-44f0-ad53-c3388f48cff0" providerId="ADAL" clId="{549392AD-473F-40D6-8D0D-A82C269FC577}" dt="2021-02-15T20:05:17.588" v="3343"/>
          <ac:grpSpMkLst>
            <pc:docMk/>
            <pc:sldMk cId="3615103289" sldId="2076137287"/>
            <ac:grpSpMk id="20" creationId="{345F4E85-9AA8-467D-A8CF-655EA5CF7CA2}"/>
          </ac:grpSpMkLst>
        </pc:grpChg>
        <pc:grpChg chg="add mod">
          <ac:chgData name="Amilcar Jose Rodriguez Barrios" userId="efa7753a-59bf-44f0-ad53-c3388f48cff0" providerId="ADAL" clId="{549392AD-473F-40D6-8D0D-A82C269FC577}" dt="2021-02-15T20:16:59.006" v="3469" actId="1036"/>
          <ac:grpSpMkLst>
            <pc:docMk/>
            <pc:sldMk cId="3615103289" sldId="2076137287"/>
            <ac:grpSpMk id="31" creationId="{015DDB5B-E20F-488D-9304-CB9BE0E9E9C5}"/>
          </ac:grpSpMkLst>
        </pc:grpChg>
        <pc:grpChg chg="mod">
          <ac:chgData name="Amilcar Jose Rodriguez Barrios" userId="efa7753a-59bf-44f0-ad53-c3388f48cff0" providerId="ADAL" clId="{549392AD-473F-40D6-8D0D-A82C269FC577}" dt="2021-02-15T20:05:17.588" v="3343"/>
          <ac:grpSpMkLst>
            <pc:docMk/>
            <pc:sldMk cId="3615103289" sldId="2076137287"/>
            <ac:grpSpMk id="32" creationId="{3F33B213-FDAF-4797-A7C2-94AD8A513DE7}"/>
          </ac:grpSpMkLst>
        </pc:grpChg>
        <pc:picChg chg="mod">
          <ac:chgData name="Amilcar Jose Rodriguez Barrios" userId="efa7753a-59bf-44f0-ad53-c3388f48cff0" providerId="ADAL" clId="{549392AD-473F-40D6-8D0D-A82C269FC577}" dt="2021-02-15T20:15:50.619" v="3393" actId="164"/>
          <ac:picMkLst>
            <pc:docMk/>
            <pc:sldMk cId="3615103289" sldId="2076137287"/>
            <ac:picMk id="7" creationId="{A3FBEABE-6A04-438E-BC35-387C2A6445BB}"/>
          </ac:picMkLst>
        </pc:picChg>
        <pc:picChg chg="mod">
          <ac:chgData name="Amilcar Jose Rodriguez Barrios" userId="efa7753a-59bf-44f0-ad53-c3388f48cff0" providerId="ADAL" clId="{549392AD-473F-40D6-8D0D-A82C269FC577}" dt="2021-02-15T20:05:17.588" v="3343"/>
          <ac:picMkLst>
            <pc:docMk/>
            <pc:sldMk cId="3615103289" sldId="2076137287"/>
            <ac:picMk id="15" creationId="{5A36BC54-B0D1-4B95-AE45-238EA9D73B02}"/>
          </ac:picMkLst>
        </pc:picChg>
        <pc:picChg chg="mod">
          <ac:chgData name="Amilcar Jose Rodriguez Barrios" userId="efa7753a-59bf-44f0-ad53-c3388f48cff0" providerId="ADAL" clId="{549392AD-473F-40D6-8D0D-A82C269FC577}" dt="2021-02-15T20:05:17.588" v="3343"/>
          <ac:picMkLst>
            <pc:docMk/>
            <pc:sldMk cId="3615103289" sldId="2076137287"/>
            <ac:picMk id="21" creationId="{2892A7AE-4821-4645-9FE5-A06608289F57}"/>
          </ac:picMkLst>
        </pc:picChg>
        <pc:picChg chg="mod">
          <ac:chgData name="Amilcar Jose Rodriguez Barrios" userId="efa7753a-59bf-44f0-ad53-c3388f48cff0" providerId="ADAL" clId="{549392AD-473F-40D6-8D0D-A82C269FC577}" dt="2021-02-15T20:05:17.588" v="3343"/>
          <ac:picMkLst>
            <pc:docMk/>
            <pc:sldMk cId="3615103289" sldId="2076137287"/>
            <ac:picMk id="33" creationId="{EB6014B6-85F2-42CA-A467-9C0F057EB611}"/>
          </ac:picMkLst>
        </pc:picChg>
        <pc:cxnChg chg="mod">
          <ac:chgData name="Amilcar Jose Rodriguez Barrios" userId="efa7753a-59bf-44f0-ad53-c3388f48cff0" providerId="ADAL" clId="{549392AD-473F-40D6-8D0D-A82C269FC577}" dt="2021-02-15T20:15:55.110" v="3394" actId="164"/>
          <ac:cxnSpMkLst>
            <pc:docMk/>
            <pc:sldMk cId="3615103289" sldId="2076137287"/>
            <ac:cxnSpMk id="2" creationId="{A2D1DF67-5FE5-41B3-80A8-AECDC6CA0427}"/>
          </ac:cxnSpMkLst>
        </pc:cxnChg>
        <pc:cxnChg chg="mod">
          <ac:chgData name="Amilcar Jose Rodriguez Barrios" userId="efa7753a-59bf-44f0-ad53-c3388f48cff0" providerId="ADAL" clId="{549392AD-473F-40D6-8D0D-A82C269FC577}" dt="2021-02-15T20:05:17.588" v="3343"/>
          <ac:cxnSpMkLst>
            <pc:docMk/>
            <pc:sldMk cId="3615103289" sldId="2076137287"/>
            <ac:cxnSpMk id="17" creationId="{9F280C13-2B48-4E73-9641-EFD715AFC86D}"/>
          </ac:cxnSpMkLst>
        </pc:cxnChg>
        <pc:cxnChg chg="mod">
          <ac:chgData name="Amilcar Jose Rodriguez Barrios" userId="efa7753a-59bf-44f0-ad53-c3388f48cff0" providerId="ADAL" clId="{549392AD-473F-40D6-8D0D-A82C269FC577}" dt="2021-02-15T20:05:17.588" v="3343"/>
          <ac:cxnSpMkLst>
            <pc:docMk/>
            <pc:sldMk cId="3615103289" sldId="2076137287"/>
            <ac:cxnSpMk id="28" creationId="{167D033C-6BF9-4B60-A5C9-E244F1E4DD42}"/>
          </ac:cxnSpMkLst>
        </pc:cxnChg>
        <pc:cxnChg chg="mod">
          <ac:chgData name="Amilcar Jose Rodriguez Barrios" userId="efa7753a-59bf-44f0-ad53-c3388f48cff0" providerId="ADAL" clId="{549392AD-473F-40D6-8D0D-A82C269FC577}" dt="2021-02-15T20:05:17.588" v="3343"/>
          <ac:cxnSpMkLst>
            <pc:docMk/>
            <pc:sldMk cId="3615103289" sldId="2076137287"/>
            <ac:cxnSpMk id="35" creationId="{7584A339-03C5-419B-AB34-224348CCD2E9}"/>
          </ac:cxnSpMkLst>
        </pc:cxnChg>
      </pc:sldChg>
      <pc:sldChg chg="add del">
        <pc:chgData name="Amilcar Jose Rodriguez Barrios" userId="efa7753a-59bf-44f0-ad53-c3388f48cff0" providerId="ADAL" clId="{549392AD-473F-40D6-8D0D-A82C269FC577}" dt="2021-02-15T20:15:58.148" v="3396"/>
        <pc:sldMkLst>
          <pc:docMk/>
          <pc:sldMk cId="763502045" sldId="2076137288"/>
        </pc:sldMkLst>
      </pc:sldChg>
      <pc:sldChg chg="addSp delSp modSp new mod">
        <pc:chgData name="Amilcar Jose Rodriguez Barrios" userId="efa7753a-59bf-44f0-ad53-c3388f48cff0" providerId="ADAL" clId="{549392AD-473F-40D6-8D0D-A82C269FC577}" dt="2021-02-15T20:20:09.516" v="3540" actId="1076"/>
        <pc:sldMkLst>
          <pc:docMk/>
          <pc:sldMk cId="2476428765" sldId="2076137288"/>
        </pc:sldMkLst>
        <pc:spChg chg="mod">
          <ac:chgData name="Amilcar Jose Rodriguez Barrios" userId="efa7753a-59bf-44f0-ad53-c3388f48cff0" providerId="ADAL" clId="{549392AD-473F-40D6-8D0D-A82C269FC577}" dt="2021-02-15T20:16:04.226" v="3398"/>
          <ac:spMkLst>
            <pc:docMk/>
            <pc:sldMk cId="2476428765" sldId="2076137288"/>
            <ac:spMk id="4" creationId="{6FDACED1-4F7D-4A33-9461-9DD5FAB77E6D}"/>
          </ac:spMkLst>
        </pc:spChg>
        <pc:spChg chg="mod">
          <ac:chgData name="Amilcar Jose Rodriguez Barrios" userId="efa7753a-59bf-44f0-ad53-c3388f48cff0" providerId="ADAL" clId="{549392AD-473F-40D6-8D0D-A82C269FC577}" dt="2021-02-15T20:16:04.226" v="3398"/>
          <ac:spMkLst>
            <pc:docMk/>
            <pc:sldMk cId="2476428765" sldId="2076137288"/>
            <ac:spMk id="6" creationId="{DDCC31F7-574A-48FD-BCF9-0BF7EAAA73EF}"/>
          </ac:spMkLst>
        </pc:spChg>
        <pc:spChg chg="mod">
          <ac:chgData name="Amilcar Jose Rodriguez Barrios" userId="efa7753a-59bf-44f0-ad53-c3388f48cff0" providerId="ADAL" clId="{549392AD-473F-40D6-8D0D-A82C269FC577}" dt="2021-02-15T20:16:04.226" v="3398"/>
          <ac:spMkLst>
            <pc:docMk/>
            <pc:sldMk cId="2476428765" sldId="2076137288"/>
            <ac:spMk id="9" creationId="{7326A9D0-8B2E-4376-8889-368EDDDA32A1}"/>
          </ac:spMkLst>
        </pc:spChg>
        <pc:spChg chg="mod">
          <ac:chgData name="Amilcar Jose Rodriguez Barrios" userId="efa7753a-59bf-44f0-ad53-c3388f48cff0" providerId="ADAL" clId="{549392AD-473F-40D6-8D0D-A82C269FC577}" dt="2021-02-15T20:16:04.226" v="3398"/>
          <ac:spMkLst>
            <pc:docMk/>
            <pc:sldMk cId="2476428765" sldId="2076137288"/>
            <ac:spMk id="10" creationId="{67D917E1-B6BC-465B-AF9B-F939F2874DB7}"/>
          </ac:spMkLst>
        </pc:spChg>
        <pc:spChg chg="mod">
          <ac:chgData name="Amilcar Jose Rodriguez Barrios" userId="efa7753a-59bf-44f0-ad53-c3388f48cff0" providerId="ADAL" clId="{549392AD-473F-40D6-8D0D-A82C269FC577}" dt="2021-02-15T20:16:36.548" v="3428"/>
          <ac:spMkLst>
            <pc:docMk/>
            <pc:sldMk cId="2476428765" sldId="2076137288"/>
            <ac:spMk id="12" creationId="{DE0DD8B1-9CE3-4D60-B7CF-77434CF977A9}"/>
          </ac:spMkLst>
        </pc:spChg>
        <pc:spChg chg="mod">
          <ac:chgData name="Amilcar Jose Rodriguez Barrios" userId="efa7753a-59bf-44f0-ad53-c3388f48cff0" providerId="ADAL" clId="{549392AD-473F-40D6-8D0D-A82C269FC577}" dt="2021-02-15T20:16:36.548" v="3428"/>
          <ac:spMkLst>
            <pc:docMk/>
            <pc:sldMk cId="2476428765" sldId="2076137288"/>
            <ac:spMk id="13" creationId="{D2BB69EA-12D1-47D8-A243-545616AD2E13}"/>
          </ac:spMkLst>
        </pc:spChg>
        <pc:spChg chg="add mod">
          <ac:chgData name="Amilcar Jose Rodriguez Barrios" userId="efa7753a-59bf-44f0-ad53-c3388f48cff0" providerId="ADAL" clId="{549392AD-473F-40D6-8D0D-A82C269FC577}" dt="2021-02-15T20:20:09.516" v="3540" actId="1076"/>
          <ac:spMkLst>
            <pc:docMk/>
            <pc:sldMk cId="2476428765" sldId="2076137288"/>
            <ac:spMk id="14" creationId="{4164B350-A4B2-4AA0-ADA7-B926D9994AB1}"/>
          </ac:spMkLst>
        </pc:spChg>
        <pc:spChg chg="add mod">
          <ac:chgData name="Amilcar Jose Rodriguez Barrios" userId="efa7753a-59bf-44f0-ad53-c3388f48cff0" providerId="ADAL" clId="{549392AD-473F-40D6-8D0D-A82C269FC577}" dt="2021-02-15T20:20:01.255" v="3538" actId="1076"/>
          <ac:spMkLst>
            <pc:docMk/>
            <pc:sldMk cId="2476428765" sldId="2076137288"/>
            <ac:spMk id="15" creationId="{795D3F62-0D0C-463C-9961-D7607077CBDE}"/>
          </ac:spMkLst>
        </pc:spChg>
        <pc:spChg chg="add mod">
          <ac:chgData name="Amilcar Jose Rodriguez Barrios" userId="efa7753a-59bf-44f0-ad53-c3388f48cff0" providerId="ADAL" clId="{549392AD-473F-40D6-8D0D-A82C269FC577}" dt="2021-02-15T20:20:01.255" v="3538" actId="1076"/>
          <ac:spMkLst>
            <pc:docMk/>
            <pc:sldMk cId="2476428765" sldId="2076137288"/>
            <ac:spMk id="16" creationId="{45CF8C88-B6FE-4034-B9A0-FF4F30FF4672}"/>
          </ac:spMkLst>
        </pc:spChg>
        <pc:spChg chg="add mod">
          <ac:chgData name="Amilcar Jose Rodriguez Barrios" userId="efa7753a-59bf-44f0-ad53-c3388f48cff0" providerId="ADAL" clId="{549392AD-473F-40D6-8D0D-A82C269FC577}" dt="2021-02-15T20:20:01.255" v="3538" actId="1076"/>
          <ac:spMkLst>
            <pc:docMk/>
            <pc:sldMk cId="2476428765" sldId="2076137288"/>
            <ac:spMk id="17" creationId="{BDEC1554-641E-4B07-9AE4-CADB8F5C1A85}"/>
          </ac:spMkLst>
        </pc:spChg>
        <pc:grpChg chg="add mod">
          <ac:chgData name="Amilcar Jose Rodriguez Barrios" userId="efa7753a-59bf-44f0-ad53-c3388f48cff0" providerId="ADAL" clId="{549392AD-473F-40D6-8D0D-A82C269FC577}" dt="2021-02-15T20:16:04.226" v="3398"/>
          <ac:grpSpMkLst>
            <pc:docMk/>
            <pc:sldMk cId="2476428765" sldId="2076137288"/>
            <ac:grpSpMk id="2" creationId="{F10D6F45-155C-4188-9E96-E8C4EDE48F0B}"/>
          </ac:grpSpMkLst>
        </pc:grpChg>
        <pc:grpChg chg="add mod">
          <ac:chgData name="Amilcar Jose Rodriguez Barrios" userId="efa7753a-59bf-44f0-ad53-c3388f48cff0" providerId="ADAL" clId="{549392AD-473F-40D6-8D0D-A82C269FC577}" dt="2021-02-15T20:16:04.226" v="3398"/>
          <ac:grpSpMkLst>
            <pc:docMk/>
            <pc:sldMk cId="2476428765" sldId="2076137288"/>
            <ac:grpSpMk id="5" creationId="{EAA5DB30-12A2-494C-AFE6-16154A1FD02F}"/>
          </ac:grpSpMkLst>
        </pc:grpChg>
        <pc:grpChg chg="add del mod">
          <ac:chgData name="Amilcar Jose Rodriguez Barrios" userId="efa7753a-59bf-44f0-ad53-c3388f48cff0" providerId="ADAL" clId="{549392AD-473F-40D6-8D0D-A82C269FC577}" dt="2021-02-15T20:16:36.278" v="3427" actId="478"/>
          <ac:grpSpMkLst>
            <pc:docMk/>
            <pc:sldMk cId="2476428765" sldId="2076137288"/>
            <ac:grpSpMk id="8" creationId="{72CA823B-5073-4CB0-8EE9-F5850B53FC66}"/>
          </ac:grpSpMkLst>
        </pc:grpChg>
        <pc:grpChg chg="add mod">
          <ac:chgData name="Amilcar Jose Rodriguez Barrios" userId="efa7753a-59bf-44f0-ad53-c3388f48cff0" providerId="ADAL" clId="{549392AD-473F-40D6-8D0D-A82C269FC577}" dt="2021-02-15T20:16:36.548" v="3428"/>
          <ac:grpSpMkLst>
            <pc:docMk/>
            <pc:sldMk cId="2476428765" sldId="2076137288"/>
            <ac:grpSpMk id="11" creationId="{5F8C043A-61B2-40D4-ACF7-B3E7FF1FA2B2}"/>
          </ac:grpSpMkLst>
        </pc:grpChg>
        <pc:picChg chg="mod">
          <ac:chgData name="Amilcar Jose Rodriguez Barrios" userId="efa7753a-59bf-44f0-ad53-c3388f48cff0" providerId="ADAL" clId="{549392AD-473F-40D6-8D0D-A82C269FC577}" dt="2021-02-15T20:16:04.226" v="3398"/>
          <ac:picMkLst>
            <pc:docMk/>
            <pc:sldMk cId="2476428765" sldId="2076137288"/>
            <ac:picMk id="7" creationId="{55ACF092-D53E-44B6-97D2-816461381193}"/>
          </ac:picMkLst>
        </pc:picChg>
        <pc:cxnChg chg="mod">
          <ac:chgData name="Amilcar Jose Rodriguez Barrios" userId="efa7753a-59bf-44f0-ad53-c3388f48cff0" providerId="ADAL" clId="{549392AD-473F-40D6-8D0D-A82C269FC577}" dt="2021-02-15T20:16:04.226" v="3398"/>
          <ac:cxnSpMkLst>
            <pc:docMk/>
            <pc:sldMk cId="2476428765" sldId="2076137288"/>
            <ac:cxnSpMk id="3" creationId="{833159E6-0AC4-4BBC-B248-5BA0E318297B}"/>
          </ac:cxnSpMkLst>
        </pc:cxnChg>
      </pc:sldChg>
      <pc:sldChg chg="addSp modSp new mod modAnim">
        <pc:chgData name="Amilcar Jose Rodriguez Barrios" userId="efa7753a-59bf-44f0-ad53-c3388f48cff0" providerId="ADAL" clId="{549392AD-473F-40D6-8D0D-A82C269FC577}" dt="2021-02-15T20:22:10.247" v="3574" actId="20577"/>
        <pc:sldMkLst>
          <pc:docMk/>
          <pc:sldMk cId="952208775" sldId="2076137289"/>
        </pc:sldMkLst>
        <pc:spChg chg="mod">
          <ac:chgData name="Amilcar Jose Rodriguez Barrios" userId="efa7753a-59bf-44f0-ad53-c3388f48cff0" providerId="ADAL" clId="{549392AD-473F-40D6-8D0D-A82C269FC577}" dt="2021-02-15T20:20:58.737" v="3542"/>
          <ac:spMkLst>
            <pc:docMk/>
            <pc:sldMk cId="952208775" sldId="2076137289"/>
            <ac:spMk id="4" creationId="{41AB6CE1-52EC-4BA3-B461-5791D19E4B29}"/>
          </ac:spMkLst>
        </pc:spChg>
        <pc:spChg chg="mod">
          <ac:chgData name="Amilcar Jose Rodriguez Barrios" userId="efa7753a-59bf-44f0-ad53-c3388f48cff0" providerId="ADAL" clId="{549392AD-473F-40D6-8D0D-A82C269FC577}" dt="2021-02-15T20:20:58.737" v="3542"/>
          <ac:spMkLst>
            <pc:docMk/>
            <pc:sldMk cId="952208775" sldId="2076137289"/>
            <ac:spMk id="6" creationId="{A7611234-A2E8-4892-B72E-708E316B3E4F}"/>
          </ac:spMkLst>
        </pc:spChg>
        <pc:spChg chg="mod">
          <ac:chgData name="Amilcar Jose Rodriguez Barrios" userId="efa7753a-59bf-44f0-ad53-c3388f48cff0" providerId="ADAL" clId="{549392AD-473F-40D6-8D0D-A82C269FC577}" dt="2021-02-15T20:20:58.737" v="3542"/>
          <ac:spMkLst>
            <pc:docMk/>
            <pc:sldMk cId="952208775" sldId="2076137289"/>
            <ac:spMk id="9" creationId="{7D0D7E6F-0ACF-4B99-AE1C-19698B24D451}"/>
          </ac:spMkLst>
        </pc:spChg>
        <pc:spChg chg="mod">
          <ac:chgData name="Amilcar Jose Rodriguez Barrios" userId="efa7753a-59bf-44f0-ad53-c3388f48cff0" providerId="ADAL" clId="{549392AD-473F-40D6-8D0D-A82C269FC577}" dt="2021-02-15T20:20:58.737" v="3542"/>
          <ac:spMkLst>
            <pc:docMk/>
            <pc:sldMk cId="952208775" sldId="2076137289"/>
            <ac:spMk id="10" creationId="{72BCD777-2F40-40C6-9899-74C68B0F2EA9}"/>
          </ac:spMkLst>
        </pc:spChg>
        <pc:spChg chg="add mod">
          <ac:chgData name="Amilcar Jose Rodriguez Barrios" userId="efa7753a-59bf-44f0-ad53-c3388f48cff0" providerId="ADAL" clId="{549392AD-473F-40D6-8D0D-A82C269FC577}" dt="2021-02-15T20:21:20.590" v="3559" actId="20577"/>
          <ac:spMkLst>
            <pc:docMk/>
            <pc:sldMk cId="952208775" sldId="2076137289"/>
            <ac:spMk id="11" creationId="{0F8A1816-110C-43A7-9019-F6CE5B58EAF8}"/>
          </ac:spMkLst>
        </pc:spChg>
        <pc:spChg chg="add mod">
          <ac:chgData name="Amilcar Jose Rodriguez Barrios" userId="efa7753a-59bf-44f0-ad53-c3388f48cff0" providerId="ADAL" clId="{549392AD-473F-40D6-8D0D-A82C269FC577}" dt="2021-02-15T20:22:10.247" v="3574" actId="20577"/>
          <ac:spMkLst>
            <pc:docMk/>
            <pc:sldMk cId="952208775" sldId="2076137289"/>
            <ac:spMk id="13" creationId="{7DCA1CF9-6D2D-492A-AAA0-411591208077}"/>
          </ac:spMkLst>
        </pc:spChg>
        <pc:grpChg chg="add mod">
          <ac:chgData name="Amilcar Jose Rodriguez Barrios" userId="efa7753a-59bf-44f0-ad53-c3388f48cff0" providerId="ADAL" clId="{549392AD-473F-40D6-8D0D-A82C269FC577}" dt="2021-02-15T20:20:58.737" v="3542"/>
          <ac:grpSpMkLst>
            <pc:docMk/>
            <pc:sldMk cId="952208775" sldId="2076137289"/>
            <ac:grpSpMk id="2" creationId="{F1DDA1CF-3D5D-4E4A-A973-E42A9FDB557E}"/>
          </ac:grpSpMkLst>
        </pc:grpChg>
        <pc:grpChg chg="add mod">
          <ac:chgData name="Amilcar Jose Rodriguez Barrios" userId="efa7753a-59bf-44f0-ad53-c3388f48cff0" providerId="ADAL" clId="{549392AD-473F-40D6-8D0D-A82C269FC577}" dt="2021-02-15T20:20:58.737" v="3542"/>
          <ac:grpSpMkLst>
            <pc:docMk/>
            <pc:sldMk cId="952208775" sldId="2076137289"/>
            <ac:grpSpMk id="5" creationId="{FB020FDA-FD6D-4711-85B0-926598F6A5D7}"/>
          </ac:grpSpMkLst>
        </pc:grpChg>
        <pc:grpChg chg="add mod">
          <ac:chgData name="Amilcar Jose Rodriguez Barrios" userId="efa7753a-59bf-44f0-ad53-c3388f48cff0" providerId="ADAL" clId="{549392AD-473F-40D6-8D0D-A82C269FC577}" dt="2021-02-15T20:20:58.737" v="3542"/>
          <ac:grpSpMkLst>
            <pc:docMk/>
            <pc:sldMk cId="952208775" sldId="2076137289"/>
            <ac:grpSpMk id="8" creationId="{A4D14E16-94F2-4B67-A8B9-2E796F26ADF2}"/>
          </ac:grpSpMkLst>
        </pc:grpChg>
        <pc:picChg chg="mod">
          <ac:chgData name="Amilcar Jose Rodriguez Barrios" userId="efa7753a-59bf-44f0-ad53-c3388f48cff0" providerId="ADAL" clId="{549392AD-473F-40D6-8D0D-A82C269FC577}" dt="2021-02-15T20:20:58.737" v="3542"/>
          <ac:picMkLst>
            <pc:docMk/>
            <pc:sldMk cId="952208775" sldId="2076137289"/>
            <ac:picMk id="7" creationId="{B4F1A36F-07F6-4400-994B-A0E0E04530A8}"/>
          </ac:picMkLst>
        </pc:picChg>
        <pc:picChg chg="add mod">
          <ac:chgData name="Amilcar Jose Rodriguez Barrios" userId="efa7753a-59bf-44f0-ad53-c3388f48cff0" providerId="ADAL" clId="{549392AD-473F-40D6-8D0D-A82C269FC577}" dt="2021-02-15T20:21:33.736" v="3562" actId="1076"/>
          <ac:picMkLst>
            <pc:docMk/>
            <pc:sldMk cId="952208775" sldId="2076137289"/>
            <ac:picMk id="12" creationId="{0A9AD918-3E32-433D-880A-150B5DDD7272}"/>
          </ac:picMkLst>
        </pc:picChg>
        <pc:cxnChg chg="mod">
          <ac:chgData name="Amilcar Jose Rodriguez Barrios" userId="efa7753a-59bf-44f0-ad53-c3388f48cff0" providerId="ADAL" clId="{549392AD-473F-40D6-8D0D-A82C269FC577}" dt="2021-02-15T20:20:58.737" v="3542"/>
          <ac:cxnSpMkLst>
            <pc:docMk/>
            <pc:sldMk cId="952208775" sldId="2076137289"/>
            <ac:cxnSpMk id="3" creationId="{0203493F-B529-480A-AA07-C4845C48ECA3}"/>
          </ac:cxnSpMkLst>
        </pc:cxnChg>
      </pc:sldChg>
      <pc:sldChg chg="addSp delSp modSp add mod delAnim modAnim">
        <pc:chgData name="Amilcar Jose Rodriguez Barrios" userId="efa7753a-59bf-44f0-ad53-c3388f48cff0" providerId="ADAL" clId="{549392AD-473F-40D6-8D0D-A82C269FC577}" dt="2021-02-15T20:23:18.760" v="3587" actId="1076"/>
        <pc:sldMkLst>
          <pc:docMk/>
          <pc:sldMk cId="2048951524" sldId="2076137290"/>
        </pc:sldMkLst>
        <pc:spChg chg="del">
          <ac:chgData name="Amilcar Jose Rodriguez Barrios" userId="efa7753a-59bf-44f0-ad53-c3388f48cff0" providerId="ADAL" clId="{549392AD-473F-40D6-8D0D-A82C269FC577}" dt="2021-02-15T20:22:35.810" v="3578" actId="478"/>
          <ac:spMkLst>
            <pc:docMk/>
            <pc:sldMk cId="2048951524" sldId="2076137290"/>
            <ac:spMk id="11" creationId="{0F8A1816-110C-43A7-9019-F6CE5B58EAF8}"/>
          </ac:spMkLst>
        </pc:spChg>
        <pc:spChg chg="del">
          <ac:chgData name="Amilcar Jose Rodriguez Barrios" userId="efa7753a-59bf-44f0-ad53-c3388f48cff0" providerId="ADAL" clId="{549392AD-473F-40D6-8D0D-A82C269FC577}" dt="2021-02-15T20:22:32.591" v="3576" actId="478"/>
          <ac:spMkLst>
            <pc:docMk/>
            <pc:sldMk cId="2048951524" sldId="2076137290"/>
            <ac:spMk id="13" creationId="{7DCA1CF9-6D2D-492A-AAA0-411591208077}"/>
          </ac:spMkLst>
        </pc:spChg>
        <pc:spChg chg="add mod">
          <ac:chgData name="Amilcar Jose Rodriguez Barrios" userId="efa7753a-59bf-44f0-ad53-c3388f48cff0" providerId="ADAL" clId="{549392AD-473F-40D6-8D0D-A82C269FC577}" dt="2021-02-15T20:22:55.608" v="3582" actId="1076"/>
          <ac:spMkLst>
            <pc:docMk/>
            <pc:sldMk cId="2048951524" sldId="2076137290"/>
            <ac:spMk id="14" creationId="{6FDFC583-F18F-4E66-9555-618E8FE71D51}"/>
          </ac:spMkLst>
        </pc:spChg>
        <pc:spChg chg="add mod">
          <ac:chgData name="Amilcar Jose Rodriguez Barrios" userId="efa7753a-59bf-44f0-ad53-c3388f48cff0" providerId="ADAL" clId="{549392AD-473F-40D6-8D0D-A82C269FC577}" dt="2021-02-15T20:23:10.838" v="3585" actId="14100"/>
          <ac:spMkLst>
            <pc:docMk/>
            <pc:sldMk cId="2048951524" sldId="2076137290"/>
            <ac:spMk id="15" creationId="{9A84DD58-29A7-4DD9-91DE-CD43C7455365}"/>
          </ac:spMkLst>
        </pc:spChg>
        <pc:spChg chg="add mod">
          <ac:chgData name="Amilcar Jose Rodriguez Barrios" userId="efa7753a-59bf-44f0-ad53-c3388f48cff0" providerId="ADAL" clId="{549392AD-473F-40D6-8D0D-A82C269FC577}" dt="2021-02-15T20:23:18.760" v="3587" actId="1076"/>
          <ac:spMkLst>
            <pc:docMk/>
            <pc:sldMk cId="2048951524" sldId="2076137290"/>
            <ac:spMk id="20" creationId="{7D0C2985-EFB5-4885-8876-38AECA7799E5}"/>
          </ac:spMkLst>
        </pc:spChg>
        <pc:spChg chg="add mod">
          <ac:chgData name="Amilcar Jose Rodriguez Barrios" userId="efa7753a-59bf-44f0-ad53-c3388f48cff0" providerId="ADAL" clId="{549392AD-473F-40D6-8D0D-A82C269FC577}" dt="2021-02-15T20:23:18.760" v="3587" actId="1076"/>
          <ac:spMkLst>
            <pc:docMk/>
            <pc:sldMk cId="2048951524" sldId="2076137290"/>
            <ac:spMk id="21" creationId="{475726FE-B57C-46A8-B53A-C616673FA3FB}"/>
          </ac:spMkLst>
        </pc:spChg>
        <pc:picChg chg="del">
          <ac:chgData name="Amilcar Jose Rodriguez Barrios" userId="efa7753a-59bf-44f0-ad53-c3388f48cff0" providerId="ADAL" clId="{549392AD-473F-40D6-8D0D-A82C269FC577}" dt="2021-02-15T20:22:33.150" v="3577" actId="478"/>
          <ac:picMkLst>
            <pc:docMk/>
            <pc:sldMk cId="2048951524" sldId="2076137290"/>
            <ac:picMk id="12" creationId="{0A9AD918-3E32-433D-880A-150B5DDD7272}"/>
          </ac:picMkLst>
        </pc:picChg>
        <pc:picChg chg="add mod">
          <ac:chgData name="Amilcar Jose Rodriguez Barrios" userId="efa7753a-59bf-44f0-ad53-c3388f48cff0" providerId="ADAL" clId="{549392AD-473F-40D6-8D0D-A82C269FC577}" dt="2021-02-15T20:23:18.760" v="3587" actId="1076"/>
          <ac:picMkLst>
            <pc:docMk/>
            <pc:sldMk cId="2048951524" sldId="2076137290"/>
            <ac:picMk id="16" creationId="{F88B5012-773F-4916-9F2B-DECF8BCFA864}"/>
          </ac:picMkLst>
        </pc:picChg>
        <pc:picChg chg="add mod">
          <ac:chgData name="Amilcar Jose Rodriguez Barrios" userId="efa7753a-59bf-44f0-ad53-c3388f48cff0" providerId="ADAL" clId="{549392AD-473F-40D6-8D0D-A82C269FC577}" dt="2021-02-15T20:23:18.760" v="3587" actId="1076"/>
          <ac:picMkLst>
            <pc:docMk/>
            <pc:sldMk cId="2048951524" sldId="2076137290"/>
            <ac:picMk id="17" creationId="{58554C65-0C06-4DF0-8B25-27CE0F29F91E}"/>
          </ac:picMkLst>
        </pc:picChg>
        <pc:cxnChg chg="add mod">
          <ac:chgData name="Amilcar Jose Rodriguez Barrios" userId="efa7753a-59bf-44f0-ad53-c3388f48cff0" providerId="ADAL" clId="{549392AD-473F-40D6-8D0D-A82C269FC577}" dt="2021-02-15T20:23:18.760" v="3587" actId="1076"/>
          <ac:cxnSpMkLst>
            <pc:docMk/>
            <pc:sldMk cId="2048951524" sldId="2076137290"/>
            <ac:cxnSpMk id="18" creationId="{CADDA881-B2A2-4179-9F78-912A729013E6}"/>
          </ac:cxnSpMkLst>
        </pc:cxnChg>
        <pc:cxnChg chg="add mod">
          <ac:chgData name="Amilcar Jose Rodriguez Barrios" userId="efa7753a-59bf-44f0-ad53-c3388f48cff0" providerId="ADAL" clId="{549392AD-473F-40D6-8D0D-A82C269FC577}" dt="2021-02-15T20:23:18.760" v="3587" actId="1076"/>
          <ac:cxnSpMkLst>
            <pc:docMk/>
            <pc:sldMk cId="2048951524" sldId="2076137290"/>
            <ac:cxnSpMk id="19" creationId="{4EA827AB-D2E3-4EF1-8349-5AAEAB2637F1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20:23:41.450" v="3604" actId="20577"/>
        <pc:sldMkLst>
          <pc:docMk/>
          <pc:sldMk cId="1776885235" sldId="2076137291"/>
        </pc:sldMkLst>
        <pc:spChg chg="mod">
          <ac:chgData name="Amilcar Jose Rodriguez Barrios" userId="efa7753a-59bf-44f0-ad53-c3388f48cff0" providerId="ADAL" clId="{549392AD-473F-40D6-8D0D-A82C269FC577}" dt="2021-02-15T20:23:41.450" v="3604" actId="20577"/>
          <ac:spMkLst>
            <pc:docMk/>
            <pc:sldMk cId="1776885235" sldId="2076137291"/>
            <ac:spMk id="9" creationId="{E7731D0A-BED0-4C7D-80D9-145621B03A73}"/>
          </ac:spMkLst>
        </pc:spChg>
      </pc:sldChg>
      <pc:sldChg chg="addSp delSp modSp add mod delAnim modAnim">
        <pc:chgData name="Amilcar Jose Rodriguez Barrios" userId="efa7753a-59bf-44f0-ad53-c3388f48cff0" providerId="ADAL" clId="{549392AD-473F-40D6-8D0D-A82C269FC577}" dt="2021-02-15T20:25:11.766" v="3668" actId="20577"/>
        <pc:sldMkLst>
          <pc:docMk/>
          <pc:sldMk cId="4066474187" sldId="2076137292"/>
        </pc:sldMkLst>
        <pc:spChg chg="mod">
          <ac:chgData name="Amilcar Jose Rodriguez Barrios" userId="efa7753a-59bf-44f0-ad53-c3388f48cff0" providerId="ADAL" clId="{549392AD-473F-40D6-8D0D-A82C269FC577}" dt="2021-02-15T20:25:11.766" v="3668" actId="20577"/>
          <ac:spMkLst>
            <pc:docMk/>
            <pc:sldMk cId="4066474187" sldId="2076137292"/>
            <ac:spMk id="10" creationId="{72BCD777-2F40-40C6-9899-74C68B0F2EA9}"/>
          </ac:spMkLst>
        </pc:spChg>
        <pc:spChg chg="del">
          <ac:chgData name="Amilcar Jose Rodriguez Barrios" userId="efa7753a-59bf-44f0-ad53-c3388f48cff0" providerId="ADAL" clId="{549392AD-473F-40D6-8D0D-A82C269FC577}" dt="2021-02-15T20:24:30.657" v="3648" actId="478"/>
          <ac:spMkLst>
            <pc:docMk/>
            <pc:sldMk cId="4066474187" sldId="2076137292"/>
            <ac:spMk id="14" creationId="{6FDFC583-F18F-4E66-9555-618E8FE71D51}"/>
          </ac:spMkLst>
        </pc:spChg>
        <pc:spChg chg="del">
          <ac:chgData name="Amilcar Jose Rodriguez Barrios" userId="efa7753a-59bf-44f0-ad53-c3388f48cff0" providerId="ADAL" clId="{549392AD-473F-40D6-8D0D-A82C269FC577}" dt="2021-02-15T20:24:04.874" v="3606" actId="478"/>
          <ac:spMkLst>
            <pc:docMk/>
            <pc:sldMk cId="4066474187" sldId="2076137292"/>
            <ac:spMk id="15" creationId="{9A84DD58-29A7-4DD9-91DE-CD43C7455365}"/>
          </ac:spMkLst>
        </pc:spChg>
        <pc:spChg chg="del">
          <ac:chgData name="Amilcar Jose Rodriguez Barrios" userId="efa7753a-59bf-44f0-ad53-c3388f48cff0" providerId="ADAL" clId="{549392AD-473F-40D6-8D0D-A82C269FC577}" dt="2021-02-15T20:24:06.105" v="3607" actId="478"/>
          <ac:spMkLst>
            <pc:docMk/>
            <pc:sldMk cId="4066474187" sldId="2076137292"/>
            <ac:spMk id="20" creationId="{7D0C2985-EFB5-4885-8876-38AECA7799E5}"/>
          </ac:spMkLst>
        </pc:spChg>
        <pc:spChg chg="del">
          <ac:chgData name="Amilcar Jose Rodriguez Barrios" userId="efa7753a-59bf-44f0-ad53-c3388f48cff0" providerId="ADAL" clId="{549392AD-473F-40D6-8D0D-A82C269FC577}" dt="2021-02-15T20:24:06.105" v="3607" actId="478"/>
          <ac:spMkLst>
            <pc:docMk/>
            <pc:sldMk cId="4066474187" sldId="2076137292"/>
            <ac:spMk id="21" creationId="{475726FE-B57C-46A8-B53A-C616673FA3FB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24" creationId="{0CB767C7-873E-4B8A-954B-C3E0F3F98C14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27" creationId="{8AD2A601-C0D5-4264-824F-A7F7C5A0AC10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30" creationId="{6182C7FD-1B69-43AA-B210-3C798B03C803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33" creationId="{AC8385B6-D543-47EE-A3A7-B45122B7C017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4" creationId="{E0544F0B-8500-4F98-8BD7-6013A289558E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5" creationId="{18554E60-538B-4012-B697-8AC1BA9DC89B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6" creationId="{395EADBB-D66C-45B6-904E-062A5D14AC8D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7" creationId="{675C5D3E-7887-495F-B570-62524EB0A188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8" creationId="{B65390C8-386E-483F-92E1-F1B18FD3B649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9" creationId="{DF88839B-B4E5-4205-ADC5-331035950E05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0" creationId="{33F8FBEA-1D2A-4A9B-AD9D-813A168530DE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1" creationId="{41FA2598-F98B-4F23-8639-5B876DB72C01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2" creationId="{0D380FD6-B475-45C6-A590-B71EE08BC134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3" creationId="{8D64F78E-DE15-4AA4-B24B-8E3AFB723F5D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4" creationId="{7118A49B-E8F0-4527-B331-09A264995C7F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5" creationId="{76060447-F2B5-4E75-8D10-781BC7EAF5A9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6" creationId="{BFD107C5-B289-4023-A4FB-E2DC39942BC4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7" creationId="{FAC3A084-EAEE-4D63-AE86-88601B166B5D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8" creationId="{5EF97A64-CD99-43EC-9052-0E685DED79B0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51" creationId="{8DD5F677-D817-4428-B934-171822C0D2AF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54" creationId="{F6604800-F813-4B46-8200-ABB0BF7CCEBB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5" creationId="{9F84BEE6-D453-4F4B-A8DE-3BD511179F58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6" creationId="{38B9AF64-59FC-4F90-99FC-6B34C70E5A6F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7" creationId="{BF7CE115-35EE-44A9-968D-458F4D6BACE9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8" creationId="{06B89EB9-46ED-4D08-8988-1CA106658E11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9" creationId="{19635148-C655-4A05-BDEF-FA86B38E5A5E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60" creationId="{BE76703B-6044-4321-9426-43F252C3CD07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61" creationId="{49685C0F-6481-464B-95CE-91EAEF48490A}"/>
          </ac:spMkLst>
        </pc:spChg>
        <pc:spChg chg="add mod">
          <ac:chgData name="Amilcar Jose Rodriguez Barrios" userId="efa7753a-59bf-44f0-ad53-c3388f48cff0" providerId="ADAL" clId="{549392AD-473F-40D6-8D0D-A82C269FC577}" dt="2021-02-15T20:24:35.521" v="3650" actId="1076"/>
          <ac:spMkLst>
            <pc:docMk/>
            <pc:sldMk cId="4066474187" sldId="2076137292"/>
            <ac:spMk id="62" creationId="{695DC68E-FAA8-4CF4-A4DA-12AA85DD8D1C}"/>
          </ac:spMkLst>
        </pc:s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22" creationId="{C8122908-2F04-4D56-BB02-81F74928AAF1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25" creationId="{3082B409-CCFD-4238-A74D-4EA4842E2576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28" creationId="{81E9A768-ADCE-4893-96AD-E0D43DA5D089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31" creationId="{BB112D1B-3746-43DF-BFD7-9D356BC7DF6C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49" creationId="{C84EDF63-C7D7-4A0C-9BF0-73C277F8FAA9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52" creationId="{60A2F1DF-8936-4CC1-8360-A93B9F7DF4CD}"/>
          </ac:grpSpMkLst>
        </pc:grpChg>
        <pc:picChg chg="del">
          <ac:chgData name="Amilcar Jose Rodriguez Barrios" userId="efa7753a-59bf-44f0-ad53-c3388f48cff0" providerId="ADAL" clId="{549392AD-473F-40D6-8D0D-A82C269FC577}" dt="2021-02-15T20:24:06.105" v="3607" actId="478"/>
          <ac:picMkLst>
            <pc:docMk/>
            <pc:sldMk cId="4066474187" sldId="2076137292"/>
            <ac:picMk id="16" creationId="{F88B5012-773F-4916-9F2B-DECF8BCFA864}"/>
          </ac:picMkLst>
        </pc:picChg>
        <pc:picChg chg="del">
          <ac:chgData name="Amilcar Jose Rodriguez Barrios" userId="efa7753a-59bf-44f0-ad53-c3388f48cff0" providerId="ADAL" clId="{549392AD-473F-40D6-8D0D-A82C269FC577}" dt="2021-02-15T20:24:06.105" v="3607" actId="478"/>
          <ac:picMkLst>
            <pc:docMk/>
            <pc:sldMk cId="4066474187" sldId="2076137292"/>
            <ac:picMk id="17" creationId="{58554C65-0C06-4DF0-8B25-27CE0F29F91E}"/>
          </ac:picMkLst>
        </pc:picChg>
        <pc:cxnChg chg="del">
          <ac:chgData name="Amilcar Jose Rodriguez Barrios" userId="efa7753a-59bf-44f0-ad53-c3388f48cff0" providerId="ADAL" clId="{549392AD-473F-40D6-8D0D-A82C269FC577}" dt="2021-02-15T20:24:06.105" v="3607" actId="478"/>
          <ac:cxnSpMkLst>
            <pc:docMk/>
            <pc:sldMk cId="4066474187" sldId="2076137292"/>
            <ac:cxnSpMk id="18" creationId="{CADDA881-B2A2-4179-9F78-912A729013E6}"/>
          </ac:cxnSpMkLst>
        </pc:cxnChg>
        <pc:cxnChg chg="del">
          <ac:chgData name="Amilcar Jose Rodriguez Barrios" userId="efa7753a-59bf-44f0-ad53-c3388f48cff0" providerId="ADAL" clId="{549392AD-473F-40D6-8D0D-A82C269FC577}" dt="2021-02-15T20:24:06.105" v="3607" actId="478"/>
          <ac:cxnSpMkLst>
            <pc:docMk/>
            <pc:sldMk cId="4066474187" sldId="2076137292"/>
            <ac:cxnSpMk id="19" creationId="{4EA827AB-D2E3-4EF1-8349-5AAEAB2637F1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23" creationId="{C3F16868-9111-49C0-AF04-557DB763F56D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26" creationId="{80F41167-FBBF-46DA-B562-6CEAFF4E53FE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29" creationId="{8741F932-27EE-4989-9F51-FB0AECA9FF63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32" creationId="{550044C3-EA17-463B-A9E6-DCA081958201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50" creationId="{172DFFBE-8842-4443-A0D8-6BB84FA2AA00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53" creationId="{C79D129B-670E-4B72-B42E-2DCF5CF46049}"/>
          </ac:cxnSpMkLst>
        </pc:cxnChg>
      </pc:sldChg>
      <pc:sldChg chg="addSp modSp new mod modAnim">
        <pc:chgData name="Amilcar Jose Rodriguez Barrios" userId="efa7753a-59bf-44f0-ad53-c3388f48cff0" providerId="ADAL" clId="{549392AD-473F-40D6-8D0D-A82C269FC577}" dt="2021-02-15T20:26:32.476" v="3732" actId="20577"/>
        <pc:sldMkLst>
          <pc:docMk/>
          <pc:sldMk cId="514403263" sldId="2076137293"/>
        </pc:sldMkLst>
        <pc:spChg chg="mod">
          <ac:chgData name="Amilcar Jose Rodriguez Barrios" userId="efa7753a-59bf-44f0-ad53-c3388f48cff0" providerId="ADAL" clId="{549392AD-473F-40D6-8D0D-A82C269FC577}" dt="2021-02-15T20:25:14.720" v="3669"/>
          <ac:spMkLst>
            <pc:docMk/>
            <pc:sldMk cId="514403263" sldId="2076137293"/>
            <ac:spMk id="3" creationId="{795B02F1-0061-405E-B1D3-A664346D2A55}"/>
          </ac:spMkLst>
        </pc:spChg>
        <pc:spChg chg="mod">
          <ac:chgData name="Amilcar Jose Rodriguez Barrios" userId="efa7753a-59bf-44f0-ad53-c3388f48cff0" providerId="ADAL" clId="{549392AD-473F-40D6-8D0D-A82C269FC577}" dt="2021-02-15T20:25:14.720" v="3669"/>
          <ac:spMkLst>
            <pc:docMk/>
            <pc:sldMk cId="514403263" sldId="2076137293"/>
            <ac:spMk id="4" creationId="{4C075653-E98B-479F-811D-57CE757804E0}"/>
          </ac:spMkLst>
        </pc:spChg>
        <pc:spChg chg="add mod">
          <ac:chgData name="Amilcar Jose Rodriguez Barrios" userId="efa7753a-59bf-44f0-ad53-c3388f48cff0" providerId="ADAL" clId="{549392AD-473F-40D6-8D0D-A82C269FC577}" dt="2021-02-15T20:25:34.167" v="3707" actId="1076"/>
          <ac:spMkLst>
            <pc:docMk/>
            <pc:sldMk cId="514403263" sldId="2076137293"/>
            <ac:spMk id="5" creationId="{E3EFAC1D-2F11-44FE-A653-A1768B61B173}"/>
          </ac:spMkLst>
        </pc:spChg>
        <pc:spChg chg="mod">
          <ac:chgData name="Amilcar Jose Rodriguez Barrios" userId="efa7753a-59bf-44f0-ad53-c3388f48cff0" providerId="ADAL" clId="{549392AD-473F-40D6-8D0D-A82C269FC577}" dt="2021-02-15T20:25:24.308" v="3670"/>
          <ac:spMkLst>
            <pc:docMk/>
            <pc:sldMk cId="514403263" sldId="2076137293"/>
            <ac:spMk id="8" creationId="{BB8C7817-21F4-41DF-ABC2-710E04C1333F}"/>
          </ac:spMkLst>
        </pc:spChg>
        <pc:spChg chg="mod">
          <ac:chgData name="Amilcar Jose Rodriguez Barrios" userId="efa7753a-59bf-44f0-ad53-c3388f48cff0" providerId="ADAL" clId="{549392AD-473F-40D6-8D0D-A82C269FC577}" dt="2021-02-15T20:25:24.308" v="3670"/>
          <ac:spMkLst>
            <pc:docMk/>
            <pc:sldMk cId="514403263" sldId="2076137293"/>
            <ac:spMk id="9" creationId="{5693EF3E-BCA3-448B-8D96-834EC9CFE0D3}"/>
          </ac:spMkLst>
        </pc:spChg>
        <pc:spChg chg="add mod">
          <ac:chgData name="Amilcar Jose Rodriguez Barrios" userId="efa7753a-59bf-44f0-ad53-c3388f48cff0" providerId="ADAL" clId="{549392AD-473F-40D6-8D0D-A82C269FC577}" dt="2021-02-15T20:26:32.476" v="3732" actId="20577"/>
          <ac:spMkLst>
            <pc:docMk/>
            <pc:sldMk cId="514403263" sldId="2076137293"/>
            <ac:spMk id="10" creationId="{192DB40A-6DEC-458A-9A84-17481723E58A}"/>
          </ac:spMkLst>
        </pc:spChg>
        <pc:spChg chg="add mod">
          <ac:chgData name="Amilcar Jose Rodriguez Barrios" userId="efa7753a-59bf-44f0-ad53-c3388f48cff0" providerId="ADAL" clId="{549392AD-473F-40D6-8D0D-A82C269FC577}" dt="2021-02-15T20:26:21.419" v="3727" actId="255"/>
          <ac:spMkLst>
            <pc:docMk/>
            <pc:sldMk cId="514403263" sldId="2076137293"/>
            <ac:spMk id="11" creationId="{93D3A506-39A6-4D26-8E23-A48D5DC0DAB2}"/>
          </ac:spMkLst>
        </pc:spChg>
        <pc:spChg chg="mod">
          <ac:chgData name="Amilcar Jose Rodriguez Barrios" userId="efa7753a-59bf-44f0-ad53-c3388f48cff0" providerId="ADAL" clId="{549392AD-473F-40D6-8D0D-A82C269FC577}" dt="2021-02-15T20:26:06.042" v="3726"/>
          <ac:spMkLst>
            <pc:docMk/>
            <pc:sldMk cId="514403263" sldId="2076137293"/>
            <ac:spMk id="14" creationId="{2A368704-EB70-4934-BD6D-14A195AF9805}"/>
          </ac:spMkLst>
        </pc:spChg>
        <pc:spChg chg="mod">
          <ac:chgData name="Amilcar Jose Rodriguez Barrios" userId="efa7753a-59bf-44f0-ad53-c3388f48cff0" providerId="ADAL" clId="{549392AD-473F-40D6-8D0D-A82C269FC577}" dt="2021-02-15T20:26:06.042" v="3726"/>
          <ac:spMkLst>
            <pc:docMk/>
            <pc:sldMk cId="514403263" sldId="2076137293"/>
            <ac:spMk id="16" creationId="{517FACD3-5069-4D8C-99CF-271CBB2C224D}"/>
          </ac:spMkLst>
        </pc:spChg>
        <pc:grpChg chg="add mod">
          <ac:chgData name="Amilcar Jose Rodriguez Barrios" userId="efa7753a-59bf-44f0-ad53-c3388f48cff0" providerId="ADAL" clId="{549392AD-473F-40D6-8D0D-A82C269FC577}" dt="2021-02-15T20:25:14.720" v="3669"/>
          <ac:grpSpMkLst>
            <pc:docMk/>
            <pc:sldMk cId="514403263" sldId="2076137293"/>
            <ac:grpSpMk id="2" creationId="{AC6668F7-8A6E-4DF5-B2B3-16D5769FE8C2}"/>
          </ac:grpSpMkLst>
        </pc:grpChg>
        <pc:grpChg chg="add mod">
          <ac:chgData name="Amilcar Jose Rodriguez Barrios" userId="efa7753a-59bf-44f0-ad53-c3388f48cff0" providerId="ADAL" clId="{549392AD-473F-40D6-8D0D-A82C269FC577}" dt="2021-02-15T20:25:55.779" v="3723" actId="1076"/>
          <ac:grpSpMkLst>
            <pc:docMk/>
            <pc:sldMk cId="514403263" sldId="2076137293"/>
            <ac:grpSpMk id="7" creationId="{2750D046-664A-4C83-841F-7537BB2B7C11}"/>
          </ac:grpSpMkLst>
        </pc:grpChg>
        <pc:grpChg chg="add mod">
          <ac:chgData name="Amilcar Jose Rodriguez Barrios" userId="efa7753a-59bf-44f0-ad53-c3388f48cff0" providerId="ADAL" clId="{549392AD-473F-40D6-8D0D-A82C269FC577}" dt="2021-02-15T20:26:06.042" v="3726"/>
          <ac:grpSpMkLst>
            <pc:docMk/>
            <pc:sldMk cId="514403263" sldId="2076137293"/>
            <ac:grpSpMk id="12" creationId="{94B9AB67-4EF4-4751-8027-730385A7B3FE}"/>
          </ac:grpSpMkLst>
        </pc:grpChg>
        <pc:grpChg chg="add mod">
          <ac:chgData name="Amilcar Jose Rodriguez Barrios" userId="efa7753a-59bf-44f0-ad53-c3388f48cff0" providerId="ADAL" clId="{549392AD-473F-40D6-8D0D-A82C269FC577}" dt="2021-02-15T20:26:06.042" v="3726"/>
          <ac:grpSpMkLst>
            <pc:docMk/>
            <pc:sldMk cId="514403263" sldId="2076137293"/>
            <ac:grpSpMk id="15" creationId="{C546B420-A3B0-4FEE-8EE0-4217AC1CA3C6}"/>
          </ac:grpSpMkLst>
        </pc:grpChg>
        <pc:picChg chg="add mod">
          <ac:chgData name="Amilcar Jose Rodriguez Barrios" userId="efa7753a-59bf-44f0-ad53-c3388f48cff0" providerId="ADAL" clId="{549392AD-473F-40D6-8D0D-A82C269FC577}" dt="2021-02-15T20:25:54.365" v="3722" actId="1076"/>
          <ac:picMkLst>
            <pc:docMk/>
            <pc:sldMk cId="514403263" sldId="2076137293"/>
            <ac:picMk id="6" creationId="{A781EFB4-3DD3-43DA-8E12-08D949C4D4B8}"/>
          </ac:picMkLst>
        </pc:picChg>
        <pc:picChg chg="mod">
          <ac:chgData name="Amilcar Jose Rodriguez Barrios" userId="efa7753a-59bf-44f0-ad53-c3388f48cff0" providerId="ADAL" clId="{549392AD-473F-40D6-8D0D-A82C269FC577}" dt="2021-02-15T20:26:06.042" v="3726"/>
          <ac:picMkLst>
            <pc:docMk/>
            <pc:sldMk cId="514403263" sldId="2076137293"/>
            <ac:picMk id="17" creationId="{E5F23BCC-FB6B-450C-9EA4-D3967C21BA98}"/>
          </ac:picMkLst>
        </pc:picChg>
        <pc:cxnChg chg="mod">
          <ac:chgData name="Amilcar Jose Rodriguez Barrios" userId="efa7753a-59bf-44f0-ad53-c3388f48cff0" providerId="ADAL" clId="{549392AD-473F-40D6-8D0D-A82C269FC577}" dt="2021-02-15T20:26:06.042" v="3726"/>
          <ac:cxnSpMkLst>
            <pc:docMk/>
            <pc:sldMk cId="514403263" sldId="2076137293"/>
            <ac:cxnSpMk id="13" creationId="{3B99F74D-C12B-43A7-9BEF-2A31475F51FE}"/>
          </ac:cxnSpMkLst>
        </pc:cxnChg>
      </pc:sldChg>
      <pc:sldChg chg="new">
        <pc:chgData name="Amilcar Jose Rodriguez Barrios" userId="efa7753a-59bf-44f0-ad53-c3388f48cff0" providerId="ADAL" clId="{549392AD-473F-40D6-8D0D-A82C269FC577}" dt="2021-02-15T20:26:52.250" v="3733" actId="680"/>
        <pc:sldMkLst>
          <pc:docMk/>
          <pc:sldMk cId="3187365257" sldId="2076137294"/>
        </pc:sldMkLst>
      </pc:sldChg>
      <pc:sldChg chg="del">
        <pc:chgData name="Amilcar Jose Rodriguez Barrios" userId="efa7753a-59bf-44f0-ad53-c3388f48cff0" providerId="ADAL" clId="{549392AD-473F-40D6-8D0D-A82C269FC577}" dt="2021-02-15T15:37:32.739" v="72" actId="47"/>
        <pc:sldMkLst>
          <pc:docMk/>
          <pc:sldMk cId="3805723452" sldId="2076137306"/>
        </pc:sldMkLst>
      </pc:sldChg>
      <pc:sldChg chg="del">
        <pc:chgData name="Amilcar Jose Rodriguez Barrios" userId="efa7753a-59bf-44f0-ad53-c3388f48cff0" providerId="ADAL" clId="{549392AD-473F-40D6-8D0D-A82C269FC577}" dt="2021-02-15T15:37:34.803" v="83" actId="47"/>
        <pc:sldMkLst>
          <pc:docMk/>
          <pc:sldMk cId="1879818493" sldId="2076137307"/>
        </pc:sldMkLst>
      </pc:sldChg>
      <pc:sldChg chg="del">
        <pc:chgData name="Amilcar Jose Rodriguez Barrios" userId="efa7753a-59bf-44f0-ad53-c3388f48cff0" providerId="ADAL" clId="{549392AD-473F-40D6-8D0D-A82C269FC577}" dt="2021-02-15T15:37:32.964" v="73" actId="47"/>
        <pc:sldMkLst>
          <pc:docMk/>
          <pc:sldMk cId="3622360867" sldId="2076137308"/>
        </pc:sldMkLst>
      </pc:sldChg>
      <pc:sldMasterChg chg="delSldLayout">
        <pc:chgData name="Amilcar Jose Rodriguez Barrios" userId="efa7753a-59bf-44f0-ad53-c3388f48cff0" providerId="ADAL" clId="{549392AD-473F-40D6-8D0D-A82C269FC577}" dt="2021-02-15T15:37:39.929" v="109" actId="47"/>
        <pc:sldMasterMkLst>
          <pc:docMk/>
          <pc:sldMasterMk cId="1120471338" sldId="2147484000"/>
        </pc:sldMasterMkLst>
        <pc:sldLayoutChg chg="del">
          <pc:chgData name="Amilcar Jose Rodriguez Barrios" userId="efa7753a-59bf-44f0-ad53-c3388f48cff0" providerId="ADAL" clId="{549392AD-473F-40D6-8D0D-A82C269FC577}" dt="2021-02-15T15:37:34.675" v="82" actId="47"/>
          <pc:sldLayoutMkLst>
            <pc:docMk/>
            <pc:sldMasterMk cId="1120471338" sldId="2147484000"/>
            <pc:sldLayoutMk cId="2574387479" sldId="214748401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7.512" v="94" actId="47"/>
          <pc:sldLayoutMkLst>
            <pc:docMk/>
            <pc:sldMasterMk cId="1120471338" sldId="2147484000"/>
            <pc:sldLayoutMk cId="3541135140" sldId="214748411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9.929" v="109" actId="47"/>
          <pc:sldLayoutMkLst>
            <pc:docMk/>
            <pc:sldMasterMk cId="1120471338" sldId="2147484000"/>
            <pc:sldLayoutMk cId="445681605" sldId="214748417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8.904" v="104" actId="47"/>
          <pc:sldLayoutMkLst>
            <pc:docMk/>
            <pc:sldMasterMk cId="1120471338" sldId="2147484000"/>
            <pc:sldLayoutMk cId="1201599725" sldId="2147484176"/>
          </pc:sldLayoutMkLst>
        </pc:sldLayoutChg>
      </pc:sldMasterChg>
      <pc:sldMasterChg chg="del delSldLayout">
        <pc:chgData name="Amilcar Jose Rodriguez Barrios" userId="efa7753a-59bf-44f0-ad53-c3388f48cff0" providerId="ADAL" clId="{549392AD-473F-40D6-8D0D-A82C269FC577}" dt="2021-02-15T15:37:34.316" v="80" actId="47"/>
        <pc:sldMasterMkLst>
          <pc:docMk/>
          <pc:sldMasterMk cId="3125346554" sldId="2147484271"/>
        </pc:sldMasterMkLst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697734587" sldId="214748427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402903146" sldId="214748427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402081696" sldId="214748427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628705066" sldId="214748427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169248672" sldId="214748427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28859887" sldId="214748427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367813530" sldId="214748427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025882516" sldId="214748427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720046562" sldId="214748428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79404713" sldId="214748428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968838096" sldId="214748428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76616977" sldId="214748428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949957024" sldId="214748428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41514045" sldId="214748428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97260780" sldId="214748428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753521904" sldId="214748428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909812456" sldId="214748428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804618448" sldId="214748428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801513978" sldId="214748429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868331980" sldId="214748429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3.184" v="74" actId="47"/>
          <pc:sldLayoutMkLst>
            <pc:docMk/>
            <pc:sldMasterMk cId="3125346554" sldId="2147484271"/>
            <pc:sldLayoutMk cId="2187735817" sldId="214748429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247227570" sldId="214748429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067178818" sldId="214748429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3.937" v="78" actId="47"/>
          <pc:sldLayoutMkLst>
            <pc:docMk/>
            <pc:sldMasterMk cId="3125346554" sldId="2147484271"/>
            <pc:sldLayoutMk cId="1378785500" sldId="214748429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706764158" sldId="214748429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639734459" sldId="214748429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789471" sldId="214748429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946555309" sldId="214748429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649395968" sldId="214748430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491389843" sldId="214748430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45159111" sldId="214748430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10549682" sldId="214748430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064720971" sldId="214748430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74258629" sldId="214748430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900728433" sldId="214748430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670655512" sldId="214748430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626130631" sldId="214748430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055506050" sldId="214748430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58131544" sldId="214748431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457353792" sldId="214748431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25014078" sldId="214748431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437287427" sldId="214748431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063732161" sldId="214748431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43903770" sldId="214748431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130510230" sldId="214748431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926829771" sldId="214748431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523342204" sldId="214748431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010939813" sldId="214748431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198567698" sldId="214748432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526098334" sldId="214748432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473623795" sldId="214748432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91251883" sldId="214748432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422517791" sldId="214748432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879640505" sldId="214748432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271157615" sldId="214748432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68324868" sldId="214748432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4028046722" sldId="2147484328"/>
          </pc:sldLayoutMkLst>
        </pc:sldLayoutChg>
      </pc:sldMasterChg>
      <pc:sldMasterChg chg="del delSldLayout">
        <pc:chgData name="Amilcar Jose Rodriguez Barrios" userId="efa7753a-59bf-44f0-ad53-c3388f48cff0" providerId="ADAL" clId="{549392AD-473F-40D6-8D0D-A82C269FC577}" dt="2021-02-15T15:37:34.422" v="81" actId="47"/>
        <pc:sldMasterMkLst>
          <pc:docMk/>
          <pc:sldMasterMk cId="3619284773" sldId="2147484357"/>
        </pc:sldMasterMkLst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1529032367" sldId="214748435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799986041" sldId="214748435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1858393446" sldId="214748436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081091836" sldId="214748436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847011876" sldId="214748436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2.167" v="71" actId="47"/>
          <pc:sldLayoutMkLst>
            <pc:docMk/>
            <pc:sldMasterMk cId="3619284773" sldId="2147484357"/>
            <pc:sldLayoutMk cId="768602176" sldId="214748436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392839557" sldId="214748436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587861126" sldId="214748436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481410159" sldId="214748436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148391629" sldId="214748436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671640753" sldId="214748436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462526880" sldId="214748436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431638098" sldId="214748437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388338646" sldId="214748437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676850912" sldId="214748437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1478057919" sldId="214748437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4053873467" sldId="214748437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654048061" sldId="214748437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003771209" sldId="214748437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3E2D3-7B21-4022-9299-EDA7C85011B1}" type="datetimeFigureOut">
              <a:rPr lang="es-CL" smtClean="0"/>
              <a:t>13-11-2025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CAF1F-FE05-4C1A-A6F2-81C721B849A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381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A4233A4-B114-452A-9F23-95D985998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1108681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Título 12">
            <a:extLst>
              <a:ext uri="{FF2B5EF4-FFF2-40B4-BE49-F238E27FC236}">
                <a16:creationId xmlns:a16="http://schemas.microsoft.com/office/drawing/2014/main" id="{0FD38932-8080-41E2-8648-04BDEEABE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6" name="Marcador de texto 21">
            <a:extLst>
              <a:ext uri="{FF2B5EF4-FFF2-40B4-BE49-F238E27FC236}">
                <a16:creationId xmlns:a16="http://schemas.microsoft.com/office/drawing/2014/main" id="{D0FEF5CD-D31D-495C-9D19-978BC65D11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5910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321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2 CAJ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7">
            <a:extLst>
              <a:ext uri="{FF2B5EF4-FFF2-40B4-BE49-F238E27FC236}">
                <a16:creationId xmlns:a16="http://schemas.microsoft.com/office/drawing/2014/main" id="{6AB26F32-B590-4B18-A622-E5EE925DAB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23468" y="1491784"/>
            <a:ext cx="5401235" cy="4287650"/>
          </a:xfrm>
          <a:prstGeom prst="rect">
            <a:avLst/>
          </a:prstGeom>
        </p:spPr>
        <p:txBody>
          <a:bodyPr/>
          <a:lstStyle>
            <a:lvl1pPr marL="252146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1pPr>
            <a:lvl2pPr marL="655579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2pPr>
            <a:lvl3pPr marL="1059012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3pPr>
            <a:lvl4pPr marL="1462446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4pPr>
            <a:lvl5pPr marL="1865879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B3F8A604-9A9E-41EE-998A-5F7485EFAC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5401235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Título 12">
            <a:extLst>
              <a:ext uri="{FF2B5EF4-FFF2-40B4-BE49-F238E27FC236}">
                <a16:creationId xmlns:a16="http://schemas.microsoft.com/office/drawing/2014/main" id="{28DB89BF-AEDE-4926-B324-AE79F41D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8" name="Marcador de texto 21">
            <a:extLst>
              <a:ext uri="{FF2B5EF4-FFF2-40B4-BE49-F238E27FC236}">
                <a16:creationId xmlns:a16="http://schemas.microsoft.com/office/drawing/2014/main" id="{10DF1F1A-37E4-4C4E-880A-D26D31C349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3921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3 CAJ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A4233A4-B114-452A-9F23-95D985998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356557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49664C-7F30-4404-9B36-8449E14D98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7723" y="1491784"/>
            <a:ext cx="356557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252146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1pPr>
            <a:lvl2pPr marL="655579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2pPr>
            <a:lvl3pPr marL="1059012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3pPr>
            <a:lvl4pPr marL="1462446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4pPr>
            <a:lvl5pPr marL="1865879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648A59-F2CD-4260-AAB1-6E69D5378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6756" y="1491783"/>
            <a:ext cx="3566272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Título 12">
            <a:extLst>
              <a:ext uri="{FF2B5EF4-FFF2-40B4-BE49-F238E27FC236}">
                <a16:creationId xmlns:a16="http://schemas.microsoft.com/office/drawing/2014/main" id="{6FCF2F4E-7596-4FAD-BC95-CC12BEFA8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9" name="Marcador de texto 21">
            <a:extLst>
              <a:ext uri="{FF2B5EF4-FFF2-40B4-BE49-F238E27FC236}">
                <a16:creationId xmlns:a16="http://schemas.microsoft.com/office/drawing/2014/main" id="{5DDF1B70-F179-4C64-9BC9-188CDA8A49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9859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O 50% , IMAGEN 5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A4233A4-B114-452A-9F23-95D985998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5401235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53048C-027A-4872-898A-A834948A86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3467" y="1491784"/>
            <a:ext cx="5399834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35"/>
            </a:lvl1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7" name="Título 12">
            <a:extLst>
              <a:ext uri="{FF2B5EF4-FFF2-40B4-BE49-F238E27FC236}">
                <a16:creationId xmlns:a16="http://schemas.microsoft.com/office/drawing/2014/main" id="{4B987C23-A62C-4AEE-B96C-3C3FC74EE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8" name="Marcador de texto 21">
            <a:extLst>
              <a:ext uri="{FF2B5EF4-FFF2-40B4-BE49-F238E27FC236}">
                <a16:creationId xmlns:a16="http://schemas.microsoft.com/office/drawing/2014/main" id="{B9F2CC8A-E92B-475D-A14B-7B2488F76D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2577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O 30% , IMAGEN 7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53048C-027A-4872-898A-A834948A86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86251" y="1491784"/>
            <a:ext cx="7337051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35"/>
            </a:lvl1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9" name="Marcador de texto 15">
            <a:extLst>
              <a:ext uri="{FF2B5EF4-FFF2-40B4-BE49-F238E27FC236}">
                <a16:creationId xmlns:a16="http://schemas.microsoft.com/office/drawing/2014/main" id="{D893C4DA-A1DF-42B9-B9D3-799B2F9173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356557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35"/>
            </a:lvl1pPr>
            <a:lvl2pPr marL="403433" indent="0">
              <a:buNone/>
              <a:defRPr sz="1235"/>
            </a:lvl2pPr>
            <a:lvl3pPr marL="806867" indent="0">
              <a:buNone/>
              <a:defRPr sz="1235"/>
            </a:lvl3pPr>
            <a:lvl4pPr marL="1210300" indent="0">
              <a:buNone/>
              <a:defRPr sz="1235"/>
            </a:lvl4pPr>
            <a:lvl5pPr marL="1613733" indent="0"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Título 12">
            <a:extLst>
              <a:ext uri="{FF2B5EF4-FFF2-40B4-BE49-F238E27FC236}">
                <a16:creationId xmlns:a16="http://schemas.microsoft.com/office/drawing/2014/main" id="{41F3E031-5763-4126-9032-910881748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8" name="Marcador de texto 21">
            <a:extLst>
              <a:ext uri="{FF2B5EF4-FFF2-40B4-BE49-F238E27FC236}">
                <a16:creationId xmlns:a16="http://schemas.microsoft.com/office/drawing/2014/main" id="{53755029-82B1-4C4B-A464-8F03D8FADF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5215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53048C-027A-4872-898A-A834948A86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6483" y="1491784"/>
            <a:ext cx="1108681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35"/>
            </a:lvl1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6" name="Título 12">
            <a:extLst>
              <a:ext uri="{FF2B5EF4-FFF2-40B4-BE49-F238E27FC236}">
                <a16:creationId xmlns:a16="http://schemas.microsoft.com/office/drawing/2014/main" id="{FBA0536E-554C-456D-A587-E2751C0971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7" name="Marcador de texto 21">
            <a:extLst>
              <a:ext uri="{FF2B5EF4-FFF2-40B4-BE49-F238E27FC236}">
                <a16:creationId xmlns:a16="http://schemas.microsoft.com/office/drawing/2014/main" id="{7918DCC2-5FB7-4AB9-BA2C-CA1DEE2BBC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8699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04228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ORTADA OF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21">
            <a:extLst>
              <a:ext uri="{FF2B5EF4-FFF2-40B4-BE49-F238E27FC236}">
                <a16:creationId xmlns:a16="http://schemas.microsoft.com/office/drawing/2014/main" id="{FDBA1B82-F13F-4CEF-8437-28866E9EE3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380" y="3484034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177">
                <a:solidFill>
                  <a:schemeClr val="tx1">
                    <a:lumMod val="75000"/>
                  </a:schemeClr>
                </a:solidFill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  <p:sp>
        <p:nvSpPr>
          <p:cNvPr id="17" name="Marcador de texto 21">
            <a:extLst>
              <a:ext uri="{FF2B5EF4-FFF2-40B4-BE49-F238E27FC236}">
                <a16:creationId xmlns:a16="http://schemas.microsoft.com/office/drawing/2014/main" id="{60295D8F-4B8B-438E-AD09-5680C13D20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7379" y="3907747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765">
                <a:solidFill>
                  <a:schemeClr val="tx1">
                    <a:lumMod val="75000"/>
                  </a:schemeClr>
                </a:solidFill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ESPACIO ASIGNADO A LOGOS ADICIONALES (SIN FONDO)</a:t>
            </a:r>
            <a:endParaRPr lang="es-ES"/>
          </a:p>
        </p:txBody>
      </p:sp>
      <p:sp>
        <p:nvSpPr>
          <p:cNvPr id="18" name="Título 12">
            <a:extLst>
              <a:ext uri="{FF2B5EF4-FFF2-40B4-BE49-F238E27FC236}">
                <a16:creationId xmlns:a16="http://schemas.microsoft.com/office/drawing/2014/main" id="{C6A680DE-3585-43A8-BE0B-5C148942F9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379" y="3040553"/>
            <a:ext cx="9597169" cy="41181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883">
                <a:solidFill>
                  <a:schemeClr val="tx1">
                    <a:lumMod val="75000"/>
                  </a:schemeClr>
                </a:solidFill>
                <a:latin typeface="Brandon Grotesque Black" panose="020B0A03020203060202" pitchFamily="34" charset="0"/>
              </a:defRPr>
            </a:lvl1pPr>
          </a:lstStyle>
          <a:p>
            <a:r>
              <a:rPr lang="es-ES"/>
              <a:t>TITULO</a:t>
            </a:r>
          </a:p>
        </p:txBody>
      </p:sp>
    </p:spTree>
    <p:extLst>
      <p:ext uri="{BB962C8B-B14F-4D97-AF65-F5344CB8AC3E}">
        <p14:creationId xmlns:p14="http://schemas.microsoft.com/office/powerpoint/2010/main" val="37306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C21C34D-7468-4A14-8EB2-1F72EE4703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24050" y="919482"/>
            <a:ext cx="6079743" cy="501903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1442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782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DAAD4C69-711B-42CA-B632-B4F5A7730FE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44392" y="854121"/>
            <a:ext cx="3703216" cy="514976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81996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66ECA44-C02C-498D-82A3-1A19B87A37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1" y="475704"/>
            <a:ext cx="6563360" cy="514976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71898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5A00889-0FFE-4EF9-848F-6C622F87F6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589281"/>
            <a:ext cx="11460480" cy="567944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85630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16DBD-8AA7-4C8A-B4DB-CBA02CBA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49C2565-9AD0-4A32-9839-DE03E3751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BD8E-7586-415A-BD36-54AEA2DEC9A8}" type="datetimeFigureOut">
              <a:rPr lang="es-CL" smtClean="0"/>
              <a:t>13-11-2025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95EC11-E795-4199-A3A3-302DCA49F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A02ABA8-9F83-4FAC-8C93-9CF7F05A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6E1-07C2-4E06-9196-844171F968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30591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1CE1DAA-3563-48DC-87D5-091B77B347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6133" y="1219201"/>
            <a:ext cx="5052867" cy="56388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28239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5157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67A7-E705-43FA-BB0E-05CFF91F1F3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C4DD-8947-4E80-ABE5-65369ADB04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5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AEE9DDC1-AF83-4CA8-8CC5-4C15F6CD9AC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3842794" cy="685799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062506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5DB1BC-680A-470F-8C2D-F34079DE18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5232" y="1577179"/>
            <a:ext cx="11083636" cy="316311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831011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8EBF842-9EBE-41C5-B003-7674E6A145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2914891" cy="68580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330464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B0DB910-1D85-44AB-9DE6-714EBC656E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2" y="742951"/>
            <a:ext cx="11449049" cy="54102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769624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2A237E2-44D1-47D7-8EE6-C5ED12C621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4" y="729206"/>
            <a:ext cx="3020991" cy="539959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83307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4BDCA41-9F63-4D79-A01C-7A938E64CF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79391" y="1728737"/>
            <a:ext cx="3042212" cy="149724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CFC5EC38-BAB5-40A5-9902-1AA20C9625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979391" y="3391383"/>
            <a:ext cx="3042212" cy="149724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0C47A0-9DF9-40C8-A119-C5FD1FB790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79431" y="1719736"/>
            <a:ext cx="2442379" cy="315988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60EE017-EC49-42F8-8E5C-C692696AC5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89281" y="1728736"/>
            <a:ext cx="2442379" cy="315988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441344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61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584200" y="380941"/>
            <a:ext cx="55118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3000" b="1"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>
          <a:xfrm>
            <a:off x="11277601" y="6048458"/>
            <a:ext cx="824753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1867" b="1" smtClean="0">
                <a:solidFill>
                  <a:srgbClr val="C0C0C8"/>
                </a:solidFill>
              </a:defRPr>
            </a:lvl1pPr>
          </a:lstStyle>
          <a:p>
            <a:r>
              <a:rPr lang="es-AR"/>
              <a:t>hoja</a:t>
            </a:r>
          </a:p>
          <a:p>
            <a:r>
              <a:rPr lang="es-AR"/>
              <a:t>0</a:t>
            </a:r>
            <a:fld id="{37D409AB-2201-4E18-8A34-C31753AD9B06}" type="slidenum">
              <a:rPr lang="es-AR" smtClean="0"/>
              <a:pPr/>
              <a:t>‹Nº›</a:t>
            </a:fld>
            <a:endParaRPr lang="es-AR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69900" y="457200"/>
            <a:ext cx="0" cy="685800"/>
          </a:xfrm>
          <a:prstGeom prst="line">
            <a:avLst/>
          </a:prstGeom>
          <a:ln w="63500">
            <a:solidFill>
              <a:srgbClr val="C0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741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0AF1818-3A14-4258-89ED-8BBC53D9DB4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12192001" cy="6858000"/>
          </a:xfrm>
          <a:custGeom>
            <a:avLst/>
            <a:gdLst>
              <a:gd name="connsiteX0" fmla="*/ 0 w 12192001"/>
              <a:gd name="connsiteY0" fmla="*/ 3184212 h 6858000"/>
              <a:gd name="connsiteX1" fmla="*/ 6531177 w 12192001"/>
              <a:gd name="connsiteY1" fmla="*/ 3184212 h 6858000"/>
              <a:gd name="connsiteX2" fmla="*/ 6531177 w 12192001"/>
              <a:gd name="connsiteY2" fmla="*/ 6858000 h 6858000"/>
              <a:gd name="connsiteX3" fmla="*/ 0 w 12192001"/>
              <a:gd name="connsiteY3" fmla="*/ 6858000 h 6858000"/>
              <a:gd name="connsiteX4" fmla="*/ 8398935 w 12192001"/>
              <a:gd name="connsiteY4" fmla="*/ 0 h 6858000"/>
              <a:gd name="connsiteX5" fmla="*/ 12192001 w 12192001"/>
              <a:gd name="connsiteY5" fmla="*/ 0 h 6858000"/>
              <a:gd name="connsiteX6" fmla="*/ 12192001 w 12192001"/>
              <a:gd name="connsiteY6" fmla="*/ 2133600 h 6858000"/>
              <a:gd name="connsiteX7" fmla="*/ 8398935 w 12192001"/>
              <a:gd name="connsiteY7" fmla="*/ 2133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1" h="6858000">
                <a:moveTo>
                  <a:pt x="0" y="3184212"/>
                </a:moveTo>
                <a:lnTo>
                  <a:pt x="6531177" y="3184212"/>
                </a:lnTo>
                <a:lnTo>
                  <a:pt x="6531177" y="6858000"/>
                </a:lnTo>
                <a:lnTo>
                  <a:pt x="0" y="6858000"/>
                </a:lnTo>
                <a:close/>
                <a:moveTo>
                  <a:pt x="8398935" y="0"/>
                </a:moveTo>
                <a:lnTo>
                  <a:pt x="12192001" y="0"/>
                </a:lnTo>
                <a:lnTo>
                  <a:pt x="12192001" y="2133600"/>
                </a:lnTo>
                <a:lnTo>
                  <a:pt x="8398935" y="21336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715816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2389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356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8376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3963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122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8749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67A7-E705-43FA-BB0E-05CFF91F1F3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C4DD-8947-4E80-ABE5-65369ADB04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3757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3813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0615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5560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6566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88518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41968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29225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8823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5845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9266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3">
            <a:extLst>
              <a:ext uri="{FF2B5EF4-FFF2-40B4-BE49-F238E27FC236}">
                <a16:creationId xmlns:a16="http://schemas.microsoft.com/office/drawing/2014/main" id="{29D865B1-530E-4A0B-BAE0-E0D71350FC60}"/>
              </a:ext>
            </a:extLst>
          </p:cNvPr>
          <p:cNvSpPr/>
          <p:nvPr userDrawn="1"/>
        </p:nvSpPr>
        <p:spPr>
          <a:xfrm>
            <a:off x="382546" y="718614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ctángulo 4">
            <a:extLst>
              <a:ext uri="{FF2B5EF4-FFF2-40B4-BE49-F238E27FC236}">
                <a16:creationId xmlns:a16="http://schemas.microsoft.com/office/drawing/2014/main" id="{91F505C5-09A8-42AA-9216-49EF407F727C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n 5">
            <a:extLst>
              <a:ext uri="{FF2B5EF4-FFF2-40B4-BE49-F238E27FC236}">
                <a16:creationId xmlns:a16="http://schemas.microsoft.com/office/drawing/2014/main" id="{7FAA741E-93EC-43EF-8E4D-F40379115B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62DC988-BAD5-45EE-99F8-EC5FBAE4C60B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00C9005A-89FD-49F7-8827-BF86FF67711C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6F6F041-3B26-49AC-ADB7-5BBE3F95FD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391" y="6303324"/>
            <a:ext cx="1682237" cy="39266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0A21E817-1C46-4647-B72A-2C2669929D7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005" y="794779"/>
            <a:ext cx="1834381" cy="49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98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3">
            <a:extLst>
              <a:ext uri="{FF2B5EF4-FFF2-40B4-BE49-F238E27FC236}">
                <a16:creationId xmlns:a16="http://schemas.microsoft.com/office/drawing/2014/main" id="{29D865B1-530E-4A0B-BAE0-E0D71350FC60}"/>
              </a:ext>
            </a:extLst>
          </p:cNvPr>
          <p:cNvSpPr/>
          <p:nvPr userDrawn="1"/>
        </p:nvSpPr>
        <p:spPr>
          <a:xfrm>
            <a:off x="382546" y="718614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ctángulo 4">
            <a:extLst>
              <a:ext uri="{FF2B5EF4-FFF2-40B4-BE49-F238E27FC236}">
                <a16:creationId xmlns:a16="http://schemas.microsoft.com/office/drawing/2014/main" id="{91F505C5-09A8-42AA-9216-49EF407F727C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n 5">
            <a:extLst>
              <a:ext uri="{FF2B5EF4-FFF2-40B4-BE49-F238E27FC236}">
                <a16:creationId xmlns:a16="http://schemas.microsoft.com/office/drawing/2014/main" id="{7FAA741E-93EC-43EF-8E4D-F40379115B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62DC988-BAD5-45EE-99F8-EC5FBAE4C60B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00C9005A-89FD-49F7-8827-BF86FF67711C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6F6F041-3B26-49AC-ADB7-5BBE3F95FD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391" y="6303324"/>
            <a:ext cx="1682237" cy="39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97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37DCB4E-E7BA-4C49-BF0B-33E5A9F20628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7C949E7-91C3-4650-A2D9-4A1671FBCB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7D1A4CB-D9D1-460E-A435-01D58CD26763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63337EDF-9E5E-4582-BF99-CED8C479D537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257F6B2-7FBC-4FC3-AF08-91526ED6C9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391" y="6303324"/>
            <a:ext cx="1682237" cy="392660"/>
          </a:xfrm>
          <a:prstGeom prst="rect">
            <a:avLst/>
          </a:prstGeom>
        </p:spPr>
      </p:pic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BBC654DB-57D8-4456-87FC-813B1311861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005" y="794779"/>
            <a:ext cx="1834381" cy="49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8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37DCB4E-E7BA-4C49-BF0B-33E5A9F20628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7C949E7-91C3-4650-A2D9-4A1671FBCB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7D1A4CB-D9D1-460E-A435-01D58CD26763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63337EDF-9E5E-4582-BF99-CED8C479D537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257F6B2-7FBC-4FC3-AF08-91526ED6C9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391" y="6303324"/>
            <a:ext cx="1682237" cy="39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8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4">
            <a:extLst>
              <a:ext uri="{FF2B5EF4-FFF2-40B4-BE49-F238E27FC236}">
                <a16:creationId xmlns:a16="http://schemas.microsoft.com/office/drawing/2014/main" id="{B4A4D3E2-AC05-4AEF-8395-87D8893E5718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Imagen 5">
            <a:extLst>
              <a:ext uri="{FF2B5EF4-FFF2-40B4-BE49-F238E27FC236}">
                <a16:creationId xmlns:a16="http://schemas.microsoft.com/office/drawing/2014/main" id="{91BB4B57-83A6-4FD9-BF02-4D8271B356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B88B3FA-A74B-4D5D-B0F3-2F508B8A5896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7" name="Straight Connector 3">
            <a:extLst>
              <a:ext uri="{FF2B5EF4-FFF2-40B4-BE49-F238E27FC236}">
                <a16:creationId xmlns:a16="http://schemas.microsoft.com/office/drawing/2014/main" id="{2B9B8016-6F41-49F8-8C29-24BCE1FB1C3B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3">
            <a:extLst>
              <a:ext uri="{FF2B5EF4-FFF2-40B4-BE49-F238E27FC236}">
                <a16:creationId xmlns:a16="http://schemas.microsoft.com/office/drawing/2014/main" id="{4C1ED25B-A015-4E26-801A-AAFC1F4FBFA3}"/>
              </a:ext>
            </a:extLst>
          </p:cNvPr>
          <p:cNvSpPr/>
          <p:nvPr userDrawn="1"/>
        </p:nvSpPr>
        <p:spPr>
          <a:xfrm>
            <a:off x="382546" y="718614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291014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32846B95-6722-4C5A-807F-E894DAF6FE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9273" y="3642374"/>
            <a:ext cx="2776856" cy="284478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1BD7A7E2-4363-4BAC-AA64-6E75A6822B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6128" y="3876688"/>
            <a:ext cx="2776856" cy="2981312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508A08F-B1B0-4CA7-B51D-D6769894E6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89017" y="3429001"/>
            <a:ext cx="2776856" cy="284478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CAB48DA-4E31-44B5-A395-2B622E69E5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73488" y="4324380"/>
            <a:ext cx="2776856" cy="194940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3805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0C23AFE-86E6-4E97-A50A-02727FE4EB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86761" y="790937"/>
            <a:ext cx="4812182" cy="224137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FD5AA65-B0F8-410A-A61C-60445C8235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77872" y="790937"/>
            <a:ext cx="4514127" cy="176466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AFEDEE2-0694-499F-9020-DAC3D8EAA9B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77872" y="2728005"/>
            <a:ext cx="4514127" cy="176466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3C981AE-56C9-4FDD-9DBE-858451BA61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77872" y="4665071"/>
            <a:ext cx="4514127" cy="176466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93007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EBD31A2-38A3-45ED-86F0-23729C8712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757166"/>
            <a:ext cx="12191999" cy="333350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92247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D9AA83C9-0EDA-4940-951F-18A1461B7C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940" y="-26893"/>
            <a:ext cx="2442379" cy="318678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8A5A93E-8E0F-4CB6-AD71-BC653E48F23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23790" y="0"/>
            <a:ext cx="2442379" cy="315088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7CE0DEB-FAEB-47B7-A34A-1B85B38B8F8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3939" y="3334929"/>
            <a:ext cx="5052229" cy="149724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F1254CF1-78B4-4B23-A322-13743CFAE8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941" y="4998210"/>
            <a:ext cx="2442380" cy="1877152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393F68-9D6E-4097-B959-87F77820AF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23789" y="5025210"/>
            <a:ext cx="2442380" cy="1877152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9503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EAD0BD0-75EE-45CE-BA69-BE26F6FE0B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803359" y="2628900"/>
            <a:ext cx="2576101" cy="202882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DEBC343C-F2A5-4A7A-ACA0-480E64D67ED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97442" y="4829176"/>
            <a:ext cx="3601679" cy="202882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1317594B-AFBA-496C-8574-7166B396541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597440" y="1172844"/>
            <a:ext cx="6339840" cy="348488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774E70D-04D3-4BC0-AF2F-EA00806ADF6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361181" y="4829176"/>
            <a:ext cx="2576100" cy="202882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1927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A4233A4-B114-452A-9F23-95D985998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1108681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43" indent="0">
              <a:buFontTx/>
              <a:buNone/>
              <a:defRPr sz="1235"/>
            </a:lvl2pPr>
            <a:lvl3pPr marL="806886" indent="0">
              <a:buFontTx/>
              <a:buNone/>
              <a:defRPr sz="1235"/>
            </a:lvl3pPr>
            <a:lvl4pPr marL="1210329" indent="0">
              <a:buFontTx/>
              <a:buNone/>
              <a:defRPr sz="1235"/>
            </a:lvl4pPr>
            <a:lvl5pPr marL="1613772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Título 12">
            <a:extLst>
              <a:ext uri="{FF2B5EF4-FFF2-40B4-BE49-F238E27FC236}">
                <a16:creationId xmlns:a16="http://schemas.microsoft.com/office/drawing/2014/main" id="{0FD38932-8080-41E2-8648-04BDEEABE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3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6" name="Marcador de texto 21">
            <a:extLst>
              <a:ext uri="{FF2B5EF4-FFF2-40B4-BE49-F238E27FC236}">
                <a16:creationId xmlns:a16="http://schemas.microsoft.com/office/drawing/2014/main" id="{D0FEF5CD-D31D-495C-9D19-978BC65D11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3" y="949700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793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321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5DB1BC-680A-470F-8C2D-F34079DE18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5232" y="1577179"/>
            <a:ext cx="11083636" cy="316311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10691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584200" y="375471"/>
            <a:ext cx="5511800" cy="4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2824" b="1"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>
          <a:xfrm>
            <a:off x="11277601" y="6043001"/>
            <a:ext cx="824753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1867" b="1" smtClean="0">
                <a:solidFill>
                  <a:srgbClr val="C0C0C8"/>
                </a:solidFill>
              </a:defRPr>
            </a:lvl1pPr>
          </a:lstStyle>
          <a:p>
            <a:r>
              <a:rPr lang="es-AR"/>
              <a:t>hoja</a:t>
            </a:r>
          </a:p>
          <a:p>
            <a:r>
              <a:rPr lang="es-AR"/>
              <a:t>0</a:t>
            </a:r>
            <a:fld id="{37D409AB-2201-4E18-8A34-C31753AD9B06}" type="slidenum">
              <a:rPr lang="es-AR" smtClean="0"/>
              <a:pPr/>
              <a:t>‹Nº›</a:t>
            </a:fld>
            <a:endParaRPr lang="es-AR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69900" y="457200"/>
            <a:ext cx="0" cy="685800"/>
          </a:xfrm>
          <a:prstGeom prst="line">
            <a:avLst/>
          </a:prstGeom>
          <a:ln w="63500">
            <a:solidFill>
              <a:srgbClr val="C0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943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B2D13266-C6B7-8D43-8272-4FF4926D0842}"/>
              </a:ext>
            </a:extLst>
          </p:cNvPr>
          <p:cNvGrpSpPr/>
          <p:nvPr userDrawn="1"/>
        </p:nvGrpSpPr>
        <p:grpSpPr>
          <a:xfrm>
            <a:off x="10670836" y="330281"/>
            <a:ext cx="1298736" cy="768440"/>
            <a:chOff x="10423606" y="689877"/>
            <a:chExt cx="1298736" cy="768440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E80300E-C60E-F84D-9105-75A9DD0D14D7}"/>
                </a:ext>
              </a:extLst>
            </p:cNvPr>
            <p:cNvSpPr/>
            <p:nvPr/>
          </p:nvSpPr>
          <p:spPr>
            <a:xfrm>
              <a:off x="10423606" y="689877"/>
              <a:ext cx="45719" cy="70788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02D23FD3-6F0D-234E-824E-C29DC1262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493920" y="689877"/>
              <a:ext cx="1228422" cy="768440"/>
            </a:xfrm>
            <a:prstGeom prst="rect">
              <a:avLst/>
            </a:prstGeom>
          </p:spPr>
        </p:pic>
      </p:grpSp>
      <p:sp>
        <p:nvSpPr>
          <p:cNvPr id="6" name="Rectángulo 5">
            <a:extLst>
              <a:ext uri="{FF2B5EF4-FFF2-40B4-BE49-F238E27FC236}">
                <a16:creationId xmlns:a16="http://schemas.microsoft.com/office/drawing/2014/main" id="{26C2E908-CD70-7A41-B413-8B0F0CF610F9}"/>
              </a:ext>
            </a:extLst>
          </p:cNvPr>
          <p:cNvSpPr/>
          <p:nvPr userDrawn="1"/>
        </p:nvSpPr>
        <p:spPr>
          <a:xfrm>
            <a:off x="515759" y="319092"/>
            <a:ext cx="45712" cy="70777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1"/>
            <a:endParaRPr lang="es-CL" sz="18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01E78CC2-B2D4-304C-834F-874508E526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819" y="51720"/>
            <a:ext cx="10467434" cy="1325563"/>
          </a:xfrm>
        </p:spPr>
        <p:txBody>
          <a:bodyPr>
            <a:normAutofit/>
          </a:bodyPr>
          <a:lstStyle>
            <a:lvl1pPr>
              <a:defRPr sz="2400" b="1">
                <a:latin typeface="Montserrat" pitchFamily="2" charset="77"/>
              </a:defRPr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C306DC0B-3E9A-0A40-AE89-C09CB302F7F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1471" y="1649413"/>
            <a:ext cx="10579605" cy="4721225"/>
          </a:xfrm>
        </p:spPr>
        <p:txBody>
          <a:bodyPr>
            <a:normAutofit/>
          </a:bodyPr>
          <a:lstStyle>
            <a:lvl1pPr>
              <a:buClr>
                <a:srgbClr val="FF0000"/>
              </a:buClr>
              <a:defRPr sz="24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FF0000"/>
              </a:buClr>
              <a:defRPr sz="20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>
                <a:srgbClr val="FF0000"/>
              </a:buClr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>
                <a:srgbClr val="FF0000"/>
              </a:buCl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>
                <a:srgbClr val="FF0000"/>
              </a:buCl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826392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66ECA44-C02C-498D-82A3-1A19B87A37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475704"/>
            <a:ext cx="6563360" cy="514976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2229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47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55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57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Relationship Id="rId8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00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  <p:sldLayoutId id="2147483779" r:id="rId18"/>
    <p:sldLayoutId id="2147483780" r:id="rId19"/>
    <p:sldLayoutId id="2147483781" r:id="rId20"/>
    <p:sldLayoutId id="2147483782" r:id="rId21"/>
    <p:sldLayoutId id="2147483783" r:id="rId22"/>
    <p:sldLayoutId id="2147483784" r:id="rId23"/>
    <p:sldLayoutId id="2147483785" r:id="rId24"/>
    <p:sldLayoutId id="2147483786" r:id="rId25"/>
    <p:sldLayoutId id="2147483787" r:id="rId26"/>
  </p:sldLayoutIdLst>
  <p:txStyles>
    <p:titleStyle>
      <a:lvl1pPr algn="l" defTabSz="806867" rtl="0" eaLnBrk="1" latinLnBrk="0" hangingPunct="1">
        <a:lnSpc>
          <a:spcPct val="90000"/>
        </a:lnSpc>
        <a:spcBef>
          <a:spcPct val="0"/>
        </a:spcBef>
        <a:buNone/>
        <a:defRPr sz="38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1717" indent="-201717" algn="l" defTabSz="806867" rtl="0" eaLnBrk="1" latinLnBrk="0" hangingPunct="1">
        <a:lnSpc>
          <a:spcPct val="90000"/>
        </a:lnSpc>
        <a:spcBef>
          <a:spcPts val="882"/>
        </a:spcBef>
        <a:buFont typeface="Arial" panose="020B0604020202020204" pitchFamily="34" charset="0"/>
        <a:buChar char="•"/>
        <a:defRPr sz="2471" kern="1200">
          <a:solidFill>
            <a:schemeClr val="tx1"/>
          </a:solidFill>
          <a:latin typeface="+mn-lt"/>
          <a:ea typeface="+mn-ea"/>
          <a:cs typeface="+mn-cs"/>
        </a:defRPr>
      </a:lvl1pPr>
      <a:lvl2pPr marL="605150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2118" kern="1200">
          <a:solidFill>
            <a:schemeClr val="tx1"/>
          </a:solidFill>
          <a:latin typeface="+mn-lt"/>
          <a:ea typeface="+mn-ea"/>
          <a:cs typeface="+mn-cs"/>
        </a:defRPr>
      </a:lvl2pPr>
      <a:lvl3pPr marL="1008583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412016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4pPr>
      <a:lvl5pPr marL="1815450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5pPr>
      <a:lvl6pPr marL="2218883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6pPr>
      <a:lvl7pPr marL="2622316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7pPr>
      <a:lvl8pPr marL="3025750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8pPr>
      <a:lvl9pPr marL="3429183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1pPr>
      <a:lvl2pPr marL="403433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2pPr>
      <a:lvl3pPr marL="806867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3pPr>
      <a:lvl4pPr marL="1210300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4pPr>
      <a:lvl5pPr marL="1613733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5pPr>
      <a:lvl6pPr marL="2017166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6pPr>
      <a:lvl7pPr marL="2420600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7pPr>
      <a:lvl8pPr marL="2824033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8pPr>
      <a:lvl9pPr marL="3227466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760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01" r:id="rId1"/>
    <p:sldLayoutId id="2147484302" r:id="rId2"/>
    <p:sldLayoutId id="2147484303" r:id="rId3"/>
    <p:sldLayoutId id="2147484304" r:id="rId4"/>
    <p:sldLayoutId id="2147484305" r:id="rId5"/>
    <p:sldLayoutId id="2147484306" r:id="rId6"/>
    <p:sldLayoutId id="2147484307" r:id="rId7"/>
    <p:sldLayoutId id="2147484308" r:id="rId8"/>
    <p:sldLayoutId id="2147484309" r:id="rId9"/>
    <p:sldLayoutId id="2147484310" r:id="rId10"/>
    <p:sldLayoutId id="2147484311" r:id="rId11"/>
    <p:sldLayoutId id="2147484312" r:id="rId12"/>
    <p:sldLayoutId id="2147484313" r:id="rId13"/>
    <p:sldLayoutId id="2147484314" r:id="rId14"/>
    <p:sldLayoutId id="2147484315" r:id="rId15"/>
    <p:sldLayoutId id="2147484316" r:id="rId16"/>
    <p:sldLayoutId id="2147484317" r:id="rId17"/>
    <p:sldLayoutId id="2147484254" r:id="rId18"/>
    <p:sldLayoutId id="2147484255" r:id="rId19"/>
    <p:sldLayoutId id="2147484256" r:id="rId20"/>
    <p:sldLayoutId id="2147484257" r:id="rId21"/>
    <p:sldLayoutId id="2147484258" r:id="rId22"/>
    <p:sldLayoutId id="2147484259" r:id="rId23"/>
    <p:sldLayoutId id="2147484260" r:id="rId24"/>
    <p:sldLayoutId id="2147484261" r:id="rId25"/>
    <p:sldLayoutId id="2147484262" r:id="rId26"/>
    <p:sldLayoutId id="2147484263" r:id="rId27"/>
    <p:sldLayoutId id="2147484264" r:id="rId28"/>
    <p:sldLayoutId id="2147484266" r:id="rId29"/>
    <p:sldLayoutId id="2147484267" r:id="rId30"/>
    <p:sldLayoutId id="2147484268" r:id="rId31"/>
    <p:sldLayoutId id="2147484269" r:id="rId32"/>
  </p:sldLayoutIdLst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C75E5CE-9752-4EE9-B3A0-9625BA717C5E}"/>
              </a:ext>
            </a:extLst>
          </p:cNvPr>
          <p:cNvSpPr txBox="1"/>
          <p:nvPr/>
        </p:nvSpPr>
        <p:spPr>
          <a:xfrm>
            <a:off x="469142" y="3063352"/>
            <a:ext cx="59232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000" b="1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RPA DEVELOPER TRAINING COURSE</a:t>
            </a:r>
            <a:endParaRPr kumimoji="0" lang="es-AR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CuadroTexto 11">
            <a:extLst>
              <a:ext uri="{FF2B5EF4-FFF2-40B4-BE49-F238E27FC236}">
                <a16:creationId xmlns:a16="http://schemas.microsoft.com/office/drawing/2014/main" id="{469B9B0C-6722-4013-ADF1-E18757240CE7}"/>
              </a:ext>
            </a:extLst>
          </p:cNvPr>
          <p:cNvSpPr txBox="1"/>
          <p:nvPr/>
        </p:nvSpPr>
        <p:spPr>
          <a:xfrm>
            <a:off x="1106157" y="4386791"/>
            <a:ext cx="4989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Preparado especialmente para CLIENTE  - MES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de AÑO</a:t>
            </a:r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4" name="Gráfico 3" descr="Cohete con relleno sólido">
            <a:extLst>
              <a:ext uri="{FF2B5EF4-FFF2-40B4-BE49-F238E27FC236}">
                <a16:creationId xmlns:a16="http://schemas.microsoft.com/office/drawing/2014/main" id="{CC8C360B-DE5A-7279-5421-58014B672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4142" y="2474497"/>
            <a:ext cx="2913529" cy="291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40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">
            <a:extLst>
              <a:ext uri="{FF2B5EF4-FFF2-40B4-BE49-F238E27FC236}">
                <a16:creationId xmlns:a16="http://schemas.microsoft.com/office/drawing/2014/main" id="{2891C501-05E5-E0C4-477C-8CEEBCE4E8DE}"/>
              </a:ext>
            </a:extLst>
          </p:cNvPr>
          <p:cNvSpPr txBox="1"/>
          <p:nvPr/>
        </p:nvSpPr>
        <p:spPr>
          <a:xfrm>
            <a:off x="1128726" y="1449309"/>
            <a:ext cx="8481440" cy="463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A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Introducción. </a:t>
            </a:r>
            <a:r>
              <a:rPr kumimoji="0" lang="es-AR" sz="25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Día 1</a:t>
            </a:r>
          </a:p>
          <a:p>
            <a:pPr marL="342900" indent="-342900" defTabSz="806705">
              <a:spcBef>
                <a:spcPts val="265"/>
              </a:spcBef>
              <a:spcAft>
                <a:spcPts val="265"/>
              </a:spcAft>
              <a:buFontTx/>
              <a:buAutoNum type="arabicPeriod"/>
              <a:defRPr/>
            </a:pPr>
            <a:r>
              <a:rPr lang="es-AR" sz="25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Variables, tipo de datos y flujo de control. </a:t>
            </a:r>
            <a:r>
              <a:rPr lang="es-AR" sz="2500" b="1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Día 1</a:t>
            </a:r>
            <a:r>
              <a:rPr lang="es-AR" sz="25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 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Tx/>
              <a:buAutoNum type="arabicPeriod"/>
              <a:tabLst/>
              <a:defRPr/>
            </a:pPr>
            <a:r>
              <a:rPr lang="es-AR" sz="25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Manipulación de datos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CL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Excel y tabla de Datos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AR" sz="25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Interacciones UI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A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Selectores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AR" sz="25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Organización de Proyecto</a:t>
            </a:r>
            <a:endParaRPr kumimoji="0" lang="es-AR" sz="25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Segoe UI Semilight" panose="020B0402040204020203" pitchFamily="34" charset="0"/>
            </a:endParaRP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A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Control de Errores y Excepciones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AR" sz="25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Debugging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A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Introducción a REFramework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AE7E980-37B2-2ACA-F1E7-4D4FD9F778C8}"/>
              </a:ext>
            </a:extLst>
          </p:cNvPr>
          <p:cNvSpPr txBox="1"/>
          <p:nvPr/>
        </p:nvSpPr>
        <p:spPr>
          <a:xfrm>
            <a:off x="163409" y="359958"/>
            <a:ext cx="329696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500" b="1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INDICE</a:t>
            </a:r>
            <a:endParaRPr kumimoji="0" lang="es-AR" sz="35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397473"/>
      </p:ext>
    </p:extLst>
  </p:cSld>
  <p:clrMapOvr>
    <a:masterClrMapping/>
  </p:clrMapOvr>
</p:sld>
</file>

<file path=ppt/theme/theme1.xml><?xml version="1.0" encoding="utf-8"?>
<a:theme xmlns:a="http://schemas.openxmlformats.org/drawingml/2006/main" name="2.1_ HOJAS DIGITAL_SMART BPA">
  <a:themeElements>
    <a:clrScheme name="Custom 1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Tipo Practia">
      <a:majorFont>
        <a:latin typeface="Brandon Grotesque Black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 Practia PPT" id="{50EE2975-97F1-4DBC-8B08-2EE86BD907EC}" vid="{C34A282C-F907-4FA3-BBE8-7B6AF2502038}"/>
    </a:ext>
  </a:extLst>
</a:theme>
</file>

<file path=ppt/theme/theme2.xml><?xml version="1.0" encoding="utf-8"?>
<a:theme xmlns:a="http://schemas.openxmlformats.org/drawingml/2006/main" name="Sector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8b6c778-d9ca-4e09-9bf7-439eb3f6f91b">
      <UserInfo>
        <DisplayName>Cristóbal José Pedro Loyola Schmidt</DisplayName>
        <AccountId>79</AccountId>
        <AccountType/>
      </UserInfo>
      <UserInfo>
        <DisplayName>Juan Jose Valdes Zamorano</DisplayName>
        <AccountId>36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1911CE1288A2543997D016A1117CE2A" ma:contentTypeVersion="11" ma:contentTypeDescription="Crear nuevo documento." ma:contentTypeScope="" ma:versionID="e0803d7553f93be837b6d661d0bd166f">
  <xsd:schema xmlns:xsd="http://www.w3.org/2001/XMLSchema" xmlns:xs="http://www.w3.org/2001/XMLSchema" xmlns:p="http://schemas.microsoft.com/office/2006/metadata/properties" xmlns:ns2="8e358837-a57f-4693-86f0-bb589ab7e411" xmlns:ns3="58b6c778-d9ca-4e09-9bf7-439eb3f6f91b" targetNamespace="http://schemas.microsoft.com/office/2006/metadata/properties" ma:root="true" ma:fieldsID="29064dc995287694dcf464bdf609b862" ns2:_="" ns3:_="">
    <xsd:import namespace="8e358837-a57f-4693-86f0-bb589ab7e411"/>
    <xsd:import namespace="58b6c778-d9ca-4e09-9bf7-439eb3f6f9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358837-a57f-4693-86f0-bb589ab7e4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b6c778-d9ca-4e09-9bf7-439eb3f6f91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E27666-BD73-4E46-922C-93BC601CAB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3B6260-FBAA-422D-8983-D70741EF8E45}">
  <ds:schemaRefs>
    <ds:schemaRef ds:uri="http://schemas.microsoft.com/office/2006/metadata/properties"/>
    <ds:schemaRef ds:uri="http://schemas.microsoft.com/office/infopath/2007/PartnerControls"/>
    <ds:schemaRef ds:uri="58b6c778-d9ca-4e09-9bf7-439eb3f6f91b"/>
  </ds:schemaRefs>
</ds:datastoreItem>
</file>

<file path=customXml/itemProps3.xml><?xml version="1.0" encoding="utf-8"?>
<ds:datastoreItem xmlns:ds="http://schemas.openxmlformats.org/officeDocument/2006/customXml" ds:itemID="{A6AA8FAF-DA2E-45BD-8953-732C15298F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358837-a57f-4693-86f0-bb589ab7e411"/>
    <ds:schemaRef ds:uri="58b6c778-d9ca-4e09-9bf7-439eb3f6f9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15716</TotalTime>
  <Words>52</Words>
  <Application>Microsoft Office PowerPoint</Application>
  <PresentationFormat>Panorámica</PresentationFormat>
  <Paragraphs>13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</vt:i4>
      </vt:variant>
    </vt:vector>
  </HeadingPairs>
  <TitlesOfParts>
    <vt:vector size="13" baseType="lpstr">
      <vt:lpstr>Arial</vt:lpstr>
      <vt:lpstr>Brandon Grotesque Black</vt:lpstr>
      <vt:lpstr>Brandon Grotesque Light</vt:lpstr>
      <vt:lpstr>Calibri</vt:lpstr>
      <vt:lpstr>Century Gothic</vt:lpstr>
      <vt:lpstr>Montserrat</vt:lpstr>
      <vt:lpstr>Segoe UI</vt:lpstr>
      <vt:lpstr>Verdana</vt:lpstr>
      <vt:lpstr>Wingdings 3</vt:lpstr>
      <vt:lpstr>2.1_ HOJAS DIGITAL_SMART BPA</vt:lpstr>
      <vt:lpstr>Sector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bryan alexander Callealta Villagran</dc:creator>
  <cp:lastModifiedBy>Amilcar Rodriguez</cp:lastModifiedBy>
  <cp:revision>2</cp:revision>
  <dcterms:created xsi:type="dcterms:W3CDTF">2019-07-03T17:05:22Z</dcterms:created>
  <dcterms:modified xsi:type="dcterms:W3CDTF">2025-11-13T21:12:06Z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0x010100E1911CE1288A2543997D016A1117CE2A</vt:lpwstr>
  </property>
</Properties>
</file>