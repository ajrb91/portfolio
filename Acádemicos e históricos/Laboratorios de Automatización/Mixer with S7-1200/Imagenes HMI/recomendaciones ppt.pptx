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43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713F-E3B5-4A53-B191-ADB7B50EDC98}" type="datetimeFigureOut">
              <a:rPr lang="es-VE" smtClean="0"/>
              <a:t>18/10/2015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42C97-B52C-4D33-ABE4-FD51E2B1C7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07130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713F-E3B5-4A53-B191-ADB7B50EDC98}" type="datetimeFigureOut">
              <a:rPr lang="es-VE" smtClean="0"/>
              <a:t>18/10/2015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42C97-B52C-4D33-ABE4-FD51E2B1C7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62751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713F-E3B5-4A53-B191-ADB7B50EDC98}" type="datetimeFigureOut">
              <a:rPr lang="es-VE" smtClean="0"/>
              <a:t>18/10/2015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42C97-B52C-4D33-ABE4-FD51E2B1C7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38772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713F-E3B5-4A53-B191-ADB7B50EDC98}" type="datetimeFigureOut">
              <a:rPr lang="es-VE" smtClean="0"/>
              <a:t>18/10/2015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42C97-B52C-4D33-ABE4-FD51E2B1C7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12510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713F-E3B5-4A53-B191-ADB7B50EDC98}" type="datetimeFigureOut">
              <a:rPr lang="es-VE" smtClean="0"/>
              <a:t>18/10/2015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42C97-B52C-4D33-ABE4-FD51E2B1C7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55885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713F-E3B5-4A53-B191-ADB7B50EDC98}" type="datetimeFigureOut">
              <a:rPr lang="es-VE" smtClean="0"/>
              <a:t>18/10/2015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42C97-B52C-4D33-ABE4-FD51E2B1C7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64247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713F-E3B5-4A53-B191-ADB7B50EDC98}" type="datetimeFigureOut">
              <a:rPr lang="es-VE" smtClean="0"/>
              <a:t>18/10/2015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42C97-B52C-4D33-ABE4-FD51E2B1C7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48156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713F-E3B5-4A53-B191-ADB7B50EDC98}" type="datetimeFigureOut">
              <a:rPr lang="es-VE" smtClean="0"/>
              <a:t>18/10/2015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42C97-B52C-4D33-ABE4-FD51E2B1C7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361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713F-E3B5-4A53-B191-ADB7B50EDC98}" type="datetimeFigureOut">
              <a:rPr lang="es-VE" smtClean="0"/>
              <a:t>18/10/2015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42C97-B52C-4D33-ABE4-FD51E2B1C7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082921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713F-E3B5-4A53-B191-ADB7B50EDC98}" type="datetimeFigureOut">
              <a:rPr lang="es-VE" smtClean="0"/>
              <a:t>18/10/2015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42C97-B52C-4D33-ABE4-FD51E2B1C7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01630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713F-E3B5-4A53-B191-ADB7B50EDC98}" type="datetimeFigureOut">
              <a:rPr lang="es-VE" smtClean="0"/>
              <a:t>18/10/2015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42C97-B52C-4D33-ABE4-FD51E2B1C7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82188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6713F-E3B5-4A53-B191-ADB7B50EDC98}" type="datetimeFigureOut">
              <a:rPr lang="es-VE" smtClean="0"/>
              <a:t>18/10/2015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42C97-B52C-4D33-ABE4-FD51E2B1C7C8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67998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2051720" y="44791"/>
            <a:ext cx="4608512" cy="6552562"/>
            <a:chOff x="2051720" y="44791"/>
            <a:chExt cx="4608512" cy="6552562"/>
          </a:xfrm>
        </p:grpSpPr>
        <p:sp>
          <p:nvSpPr>
            <p:cNvPr id="4" name="3 Rectángulo"/>
            <p:cNvSpPr/>
            <p:nvPr/>
          </p:nvSpPr>
          <p:spPr>
            <a:xfrm>
              <a:off x="2051720" y="44791"/>
              <a:ext cx="4608512" cy="655256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VE"/>
            </a:p>
          </p:txBody>
        </p:sp>
        <p:sp>
          <p:nvSpPr>
            <p:cNvPr id="5" name="4 CuadroTexto"/>
            <p:cNvSpPr txBox="1"/>
            <p:nvPr/>
          </p:nvSpPr>
          <p:spPr>
            <a:xfrm>
              <a:off x="2051720" y="89416"/>
              <a:ext cx="4608512" cy="63639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u="sng" dirty="0" smtClean="0">
                  <a:latin typeface="Arial" panose="020B0604020202020204" pitchFamily="34" charset="0"/>
                  <a:cs typeface="Arial" panose="020B0604020202020204" pitchFamily="34" charset="0"/>
                </a:rPr>
                <a:t>Recomendaciones de uso (funcionamiento)</a:t>
              </a:r>
            </a:p>
            <a:p>
              <a:pPr algn="ctr"/>
              <a:endParaRPr lang="es-ES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>
                <a:buAutoNum type="arabicPeriod"/>
              </a:pPr>
              <a:r>
                <a:rPr lang="es-ES" sz="16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Los botones de INICIO y PARADA, funcionan en cualquier estado del proceso.</a:t>
              </a:r>
            </a:p>
            <a:p>
              <a:pPr marL="342900" indent="-342900">
                <a:buAutoNum type="arabicPeriod"/>
              </a:pPr>
              <a:endParaRPr lang="es-ES" sz="1600" dirty="0" smtClean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>
                <a:buAutoNum type="arabicPeriod"/>
              </a:pPr>
              <a:r>
                <a:rPr lang="es-ES" sz="16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En el caso de que el mezclador se encuentre en funcionamiento (etapa de mezclado), y se desee reajustar el tiempo de mezclado, es recomendable detener el mezclador, modificar el tiempo y volver a iniciar la etapa.</a:t>
              </a:r>
              <a:endParaRPr lang="es-ES" sz="1600" dirty="0" smtClean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>
                <a:buAutoNum type="arabicPeriod"/>
              </a:pPr>
              <a:endParaRPr lang="es-ES" sz="1600" dirty="0" smtClean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>
                <a:buAutoNum type="arabicPeriod"/>
              </a:pPr>
              <a:r>
                <a:rPr lang="es-ES" sz="16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Durante la etapa de llenado, podrá variar libremente los controles de cantidad de ingrediente para de este modo insertar la cantidad de ingrediente deseada, siempre y cuando sea en incremento de la cantidad.</a:t>
              </a:r>
            </a:p>
            <a:p>
              <a:pPr marL="342900" indent="-342900">
                <a:buAutoNum type="arabicPeriod"/>
              </a:pPr>
              <a:endParaRPr lang="es-ES" sz="1600" dirty="0" smtClean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>
                <a:buAutoNum type="arabicPeriod"/>
              </a:pPr>
              <a:r>
                <a:rPr lang="es-ES" sz="16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Durante la etapa de mezclado y vaciado, la variación de los controles de cantidad de ingrediente no tienen efecto en el proceso, al menos que, se encuentre en la etapa de mezclado y esta sea detenida, en ese caso, de sobrar espacio para agregar mas ingrediente, podrá hacerse.</a:t>
              </a:r>
              <a:endParaRPr lang="es-VE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014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152</Words>
  <Application>Microsoft Office PowerPoint</Application>
  <PresentationFormat>Presentación en pantalla 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Amilcar</dc:creator>
  <cp:lastModifiedBy>Amilcar</cp:lastModifiedBy>
  <cp:revision>2</cp:revision>
  <dcterms:created xsi:type="dcterms:W3CDTF">2015-10-18T19:26:02Z</dcterms:created>
  <dcterms:modified xsi:type="dcterms:W3CDTF">2015-10-18T21:12:55Z</dcterms:modified>
</cp:coreProperties>
</file>